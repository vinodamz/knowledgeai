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omments/modernComment_7FFFFF6F_BD3173E3.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4094" r:id="rId4"/>
    <p:sldMasterId id="2147484250" r:id="rId5"/>
  </p:sldMasterIdLst>
  <p:notesMasterIdLst>
    <p:notesMasterId r:id="rId16"/>
  </p:notesMasterIdLst>
  <p:handoutMasterIdLst>
    <p:handoutMasterId r:id="rId17"/>
  </p:handoutMasterIdLst>
  <p:sldIdLst>
    <p:sldId id="2147480307" r:id="rId6"/>
    <p:sldId id="2147483497" r:id="rId7"/>
    <p:sldId id="277" r:id="rId8"/>
    <p:sldId id="2147483503" r:id="rId9"/>
    <p:sldId id="2147483505" r:id="rId10"/>
    <p:sldId id="2147483504" r:id="rId11"/>
    <p:sldId id="2147483506" r:id="rId12"/>
    <p:sldId id="2147483501" r:id="rId13"/>
    <p:sldId id="2147483496" r:id="rId14"/>
    <p:sldId id="2147480300" r:id="rId15"/>
  </p:sldIdLst>
  <p:sldSz cx="12192000" cy="6858000"/>
  <p:notesSz cx="6858000" cy="9144000"/>
  <p:embeddedFontLst>
    <p:embeddedFont>
      <p:font typeface="Arial Narrow" panose="020B0604020202020204" pitchFamily="34" charset="0"/>
      <p:regular r:id="rId18"/>
      <p:bold r:id="rId19"/>
      <p:italic r:id="rId20"/>
      <p:boldItalic r:id="rId21"/>
    </p:embeddedFont>
    <p:embeddedFont>
      <p:font typeface="Barlow" pitchFamily="2" charset="77"/>
      <p:regular r:id="rId22"/>
      <p:bold r:id="rId23"/>
      <p:italic r:id="rId24"/>
      <p:boldItalic r:id="rId25"/>
    </p:embeddedFont>
    <p:embeddedFont>
      <p:font typeface="Barlow Light" panose="00000400000000000000" pitchFamily="2" charset="77"/>
      <p:regular r:id="rId26"/>
      <p:italic r:id="rId27"/>
    </p:embeddedFont>
    <p:embeddedFont>
      <p:font typeface="Barlow SemiBold" panose="00000700000000000000" pitchFamily="2" charset="77"/>
      <p:regular r:id="rId28"/>
      <p:bold r:id="rId29"/>
      <p:italic r:id="rId30"/>
      <p:boldItalic r:id="rId31"/>
    </p:embeddedFont>
    <p:embeddedFont>
      <p:font typeface="Georgia" panose="02040502050405020303" pitchFamily="18" charset="0"/>
      <p:regular r:id="rId32"/>
      <p:bold r:id="rId33"/>
      <p:italic r:id="rId34"/>
      <p:boldItalic r:id="rId35"/>
    </p:embeddedFont>
  </p:embeddedFontLst>
  <p:defaultTextStyle>
    <a:defPPr>
      <a:defRPr lang="en-US"/>
    </a:defPPr>
    <a:lvl1pPr marL="0" algn="l" defTabSz="609494" rtl="0" eaLnBrk="1" latinLnBrk="0" hangingPunct="1">
      <a:defRPr sz="2400" kern="1200">
        <a:solidFill>
          <a:schemeClr val="tx1"/>
        </a:solidFill>
        <a:latin typeface="+mn-lt"/>
        <a:ea typeface="+mn-ea"/>
        <a:cs typeface="+mn-cs"/>
      </a:defRPr>
    </a:lvl1pPr>
    <a:lvl2pPr marL="609494" algn="l" defTabSz="609494" rtl="0" eaLnBrk="1" latinLnBrk="0" hangingPunct="1">
      <a:defRPr sz="2400" kern="1200">
        <a:solidFill>
          <a:schemeClr val="tx1"/>
        </a:solidFill>
        <a:latin typeface="+mn-lt"/>
        <a:ea typeface="+mn-ea"/>
        <a:cs typeface="+mn-cs"/>
      </a:defRPr>
    </a:lvl2pPr>
    <a:lvl3pPr marL="1218987" algn="l" defTabSz="609494" rtl="0" eaLnBrk="1" latinLnBrk="0" hangingPunct="1">
      <a:defRPr sz="2400" kern="1200">
        <a:solidFill>
          <a:schemeClr val="tx1"/>
        </a:solidFill>
        <a:latin typeface="+mn-lt"/>
        <a:ea typeface="+mn-ea"/>
        <a:cs typeface="+mn-cs"/>
      </a:defRPr>
    </a:lvl3pPr>
    <a:lvl4pPr marL="1828480" algn="l" defTabSz="609494" rtl="0" eaLnBrk="1" latinLnBrk="0" hangingPunct="1">
      <a:defRPr sz="2400" kern="1200">
        <a:solidFill>
          <a:schemeClr val="tx1"/>
        </a:solidFill>
        <a:latin typeface="+mn-lt"/>
        <a:ea typeface="+mn-ea"/>
        <a:cs typeface="+mn-cs"/>
      </a:defRPr>
    </a:lvl4pPr>
    <a:lvl5pPr marL="2437973" algn="l" defTabSz="609494" rtl="0" eaLnBrk="1" latinLnBrk="0" hangingPunct="1">
      <a:defRPr sz="2400" kern="1200">
        <a:solidFill>
          <a:schemeClr val="tx1"/>
        </a:solidFill>
        <a:latin typeface="+mn-lt"/>
        <a:ea typeface="+mn-ea"/>
        <a:cs typeface="+mn-cs"/>
      </a:defRPr>
    </a:lvl5pPr>
    <a:lvl6pPr marL="3047467" algn="l" defTabSz="609494" rtl="0" eaLnBrk="1" latinLnBrk="0" hangingPunct="1">
      <a:defRPr sz="2400" kern="1200">
        <a:solidFill>
          <a:schemeClr val="tx1"/>
        </a:solidFill>
        <a:latin typeface="+mn-lt"/>
        <a:ea typeface="+mn-ea"/>
        <a:cs typeface="+mn-cs"/>
      </a:defRPr>
    </a:lvl6pPr>
    <a:lvl7pPr marL="3656960" algn="l" defTabSz="609494" rtl="0" eaLnBrk="1" latinLnBrk="0" hangingPunct="1">
      <a:defRPr sz="2400" kern="1200">
        <a:solidFill>
          <a:schemeClr val="tx1"/>
        </a:solidFill>
        <a:latin typeface="+mn-lt"/>
        <a:ea typeface="+mn-ea"/>
        <a:cs typeface="+mn-cs"/>
      </a:defRPr>
    </a:lvl7pPr>
    <a:lvl8pPr marL="4266453" algn="l" defTabSz="609494" rtl="0" eaLnBrk="1" latinLnBrk="0" hangingPunct="1">
      <a:defRPr sz="2400" kern="1200">
        <a:solidFill>
          <a:schemeClr val="tx1"/>
        </a:solidFill>
        <a:latin typeface="+mn-lt"/>
        <a:ea typeface="+mn-ea"/>
        <a:cs typeface="+mn-cs"/>
      </a:defRPr>
    </a:lvl8pPr>
    <a:lvl9pPr marL="4875947" algn="l" defTabSz="609494"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013F4D-6D75-7311-3C6A-8A02AAFD4C02}" name="Jennifer Taylor" initials="JT" userId="S::jstambe@rockwellautomation.com::4802a8e7-64b1-4cd5-9749-c1eee94e1d45" providerId="AD"/>
  <p188:author id="{D9AFAD55-7663-3126-862A-E05ED7CEC9C9}" name="Kerri Richardson" initials="" userId="S::Kerri.Richardson@rockwellautomation.com::c035588d-be9a-4d0c-858f-c9cea5b989bc" providerId="AD"/>
  <p188:author id="{D6F7C359-5102-5393-B2F4-483618896BBB}" name="Kendall Monahan" initials="KM" userId="S::kendall.monahan@rockwellautomation.com::563dc848-70a7-4d4c-aae8-293580781d7b" providerId="AD"/>
  <p188:author id="{DAD27D62-32B5-0AF6-6C20-FB9400B23405}" name="Erin Moore" initials="EM" userId="S::erin.moore@rockwellautomation.com::f6af5e11-be65-4621-bb29-28f186abcbcf" providerId="AD"/>
  <p188:author id="{68E7A66A-7F41-987C-836B-8D47467615D6}" name="Hariram Ramu Ganesan" initials="HG" userId="S::Hariram.Ganesan@rockwellautomation.com::ab83f77a-d071-4d0f-b1ac-9c1cb2057086" providerId="AD"/>
  <p188:author id="{64C120AC-643C-0E86-9D0A-955289DEE35E}" name="Jennifer Taylor" initials="" userId="S::JStambe@rockwellautomation.com::4802a8e7-64b1-4cd5-9749-c1eee94e1d4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arol Kelly" initials="CK"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0000"/>
    <a:srgbClr val="DAB8B9"/>
    <a:srgbClr val="FEE9EA"/>
    <a:srgbClr val="E9602C"/>
    <a:srgbClr val="003F7F"/>
    <a:srgbClr val="008FD0"/>
    <a:srgbClr val="71C055"/>
    <a:srgbClr val="16B2D0"/>
    <a:srgbClr val="303133"/>
    <a:srgbClr val="171C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5DC2B7-193D-40A6-ABA7-0851A4FD98EE}" v="2" dt="2026-09-22T13:40:11.7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81"/>
  </p:normalViewPr>
  <p:slideViewPr>
    <p:cSldViewPr snapToGrid="0">
      <p:cViewPr varScale="1">
        <p:scale>
          <a:sx n="116" d="100"/>
          <a:sy n="116" d="100"/>
        </p:scale>
        <p:origin x="65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theme" Target="theme/theme1.xml"/><Relationship Id="rId21" Type="http://schemas.openxmlformats.org/officeDocument/2006/relationships/font" Target="fonts/font4.fntdata"/><Relationship Id="rId34" Type="http://schemas.openxmlformats.org/officeDocument/2006/relationships/font" Target="fonts/font17.fntdata"/><Relationship Id="rId42" Type="http://schemas.microsoft.com/office/2018/10/relationships/authors" Target="author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font" Target="fonts/font12.fntdata"/><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handoutMaster" Target="handoutMasters/handout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viewProps" Target="viewProps.xml"/></Relationships>
</file>

<file path=ppt/comments/modernComment_7FFFFF6F_BD3173E3.xml><?xml version="1.0" encoding="utf-8"?>
<p188:cmLst xmlns:a="http://schemas.openxmlformats.org/drawingml/2006/main" xmlns:r="http://schemas.openxmlformats.org/officeDocument/2006/relationships" xmlns:p188="http://schemas.microsoft.com/office/powerpoint/2018/8/main">
  <p188:cm id="{E86D3EDB-7A32-44F8-A023-8BE526DF411E}" authorId="{68E7A66A-7F41-987C-836B-8D47467615D6}" created="2026-08-06T08:02:24.479">
    <ac:txMkLst xmlns:ac="http://schemas.microsoft.com/office/drawing/2013/main/command">
      <pc:docMk xmlns:pc="http://schemas.microsoft.com/office/powerpoint/2013/main/command"/>
      <pc:sldMk xmlns:pc="http://schemas.microsoft.com/office/powerpoint/2013/main/command" cId="3174134755" sldId="2147483503"/>
      <ac:spMk id="4" creationId="{3B47EE59-41E1-66BE-98CE-F97CA7529E86}"/>
      <ac:txMk cp="0" len="123">
        <ac:context len="124" hash="2217294030"/>
      </ac:txMk>
    </ac:txMkLst>
    <p188:txBody>
      <a:bodyPr/>
      <a:lstStyle/>
      <a:p>
        <a:r>
          <a:rPr lang="en-IN"/>
          <a:t>1. Document Content indexing format guideline to be given for Knowledge Owners to use for Metadata
2. Document Grouping strategy to be finalized
3. Supported Document Types to be finalized</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8BD9155-3A2A-48F9-B186-19F4D6B9F58D}" type="slidenum">
              <a:rPr lang="en-US" sz="800" smtClean="0">
                <a:latin typeface="Barlow Light" pitchFamily="2" charset="77"/>
              </a:rPr>
              <a:t>‹#›</a:t>
            </a:fld>
            <a:endParaRPr lang="en-US" sz="800">
              <a:latin typeface="Barlow Light" pitchFamily="2" charset="77"/>
            </a:endParaRPr>
          </a:p>
        </p:txBody>
      </p:sp>
    </p:spTree>
    <p:extLst>
      <p:ext uri="{BB962C8B-B14F-4D97-AF65-F5344CB8AC3E}">
        <p14:creationId xmlns:p14="http://schemas.microsoft.com/office/powerpoint/2010/main" val="201856719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556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81000" y="3892492"/>
            <a:ext cx="6096000" cy="489917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3884613" y="8892329"/>
            <a:ext cx="2971800" cy="250083"/>
          </a:xfrm>
          <a:prstGeom prst="rect">
            <a:avLst/>
          </a:prstGeom>
        </p:spPr>
        <p:txBody>
          <a:bodyPr vert="horz" lIns="91440" tIns="45720" rIns="91440" bIns="45720" rtlCol="0" anchor="b"/>
          <a:lstStyle>
            <a:lvl1pPr algn="r">
              <a:defRPr sz="800" b="0" i="0">
                <a:latin typeface="Barlow Light" pitchFamily="2" charset="77"/>
              </a:defRPr>
            </a:lvl1pPr>
          </a:lstStyle>
          <a:p>
            <a:fld id="{C5B38BFD-06C2-CE42-8D25-BE8ABD537100}" type="slidenum">
              <a:rPr lang="en-US" smtClean="0"/>
              <a:pPr/>
              <a:t>‹#›</a:t>
            </a:fld>
            <a:endParaRPr lang="en-US"/>
          </a:p>
        </p:txBody>
      </p:sp>
    </p:spTree>
    <p:extLst>
      <p:ext uri="{BB962C8B-B14F-4D97-AF65-F5344CB8AC3E}">
        <p14:creationId xmlns:p14="http://schemas.microsoft.com/office/powerpoint/2010/main" val="3295029744"/>
      </p:ext>
    </p:extLst>
  </p:cSld>
  <p:clrMap bg1="lt1" tx1="dk1" bg2="lt2" tx2="dk2" accent1="accent1" accent2="accent2" accent3="accent3" accent4="accent4" accent5="accent5" accent6="accent6" hlink="hlink" folHlink="folHlink"/>
  <p:notesStyle>
    <a:lvl1pPr marL="0" algn="l" defTabSz="609494" rtl="0" eaLnBrk="1" latinLnBrk="0" hangingPunct="1">
      <a:lnSpc>
        <a:spcPct val="114000"/>
      </a:lnSpc>
      <a:defRPr sz="1050" b="0" i="0" kern="1200">
        <a:solidFill>
          <a:schemeClr val="tx1"/>
        </a:solidFill>
        <a:latin typeface="Barlow Light" pitchFamily="2" charset="77"/>
        <a:ea typeface="+mn-ea"/>
        <a:cs typeface="+mn-cs"/>
      </a:defRPr>
    </a:lvl1pPr>
    <a:lvl2pPr marL="292100" indent="0" algn="l" defTabSz="609494" rtl="0" eaLnBrk="1" latinLnBrk="0" hangingPunct="1">
      <a:lnSpc>
        <a:spcPct val="114000"/>
      </a:lnSpc>
      <a:tabLst/>
      <a:defRPr sz="1050" b="0" i="0" kern="1200">
        <a:solidFill>
          <a:schemeClr val="tx1"/>
        </a:solidFill>
        <a:latin typeface="Barlow Light" pitchFamily="2" charset="77"/>
        <a:ea typeface="+mn-ea"/>
        <a:cs typeface="+mn-cs"/>
      </a:defRPr>
    </a:lvl2pPr>
    <a:lvl3pPr marL="635000" indent="0" algn="l" defTabSz="609494" rtl="0" eaLnBrk="1" latinLnBrk="0" hangingPunct="1">
      <a:lnSpc>
        <a:spcPct val="114000"/>
      </a:lnSpc>
      <a:tabLst/>
      <a:defRPr sz="1050" b="0" i="0" kern="1200">
        <a:solidFill>
          <a:schemeClr val="tx1"/>
        </a:solidFill>
        <a:latin typeface="Barlow Light" pitchFamily="2" charset="77"/>
        <a:ea typeface="+mn-ea"/>
        <a:cs typeface="+mn-cs"/>
      </a:defRPr>
    </a:lvl3pPr>
    <a:lvl4pPr marL="1035050" indent="0" algn="l" defTabSz="609494" rtl="0" eaLnBrk="1" latinLnBrk="0" hangingPunct="1">
      <a:lnSpc>
        <a:spcPct val="114000"/>
      </a:lnSpc>
      <a:tabLst/>
      <a:defRPr sz="1050" b="0" i="0" kern="1200">
        <a:solidFill>
          <a:schemeClr val="tx1"/>
        </a:solidFill>
        <a:latin typeface="Barlow Light" pitchFamily="2" charset="77"/>
        <a:ea typeface="+mn-ea"/>
        <a:cs typeface="+mn-cs"/>
      </a:defRPr>
    </a:lvl4pPr>
    <a:lvl5pPr marL="1377950" indent="0" algn="l" defTabSz="609494" rtl="0" eaLnBrk="1" latinLnBrk="0" hangingPunct="1">
      <a:lnSpc>
        <a:spcPct val="114000"/>
      </a:lnSpc>
      <a:tabLst/>
      <a:defRPr sz="1050" b="0" i="0" kern="1200">
        <a:solidFill>
          <a:schemeClr val="tx1"/>
        </a:solidFill>
        <a:latin typeface="Barlow Light" pitchFamily="2" charset="77"/>
        <a:ea typeface="+mn-ea"/>
        <a:cs typeface="+mn-cs"/>
      </a:defRPr>
    </a:lvl5pPr>
    <a:lvl6pPr marL="3047467" algn="l" defTabSz="609494" rtl="0" eaLnBrk="1" latinLnBrk="0" hangingPunct="1">
      <a:defRPr sz="1600" kern="1200">
        <a:solidFill>
          <a:schemeClr val="tx1"/>
        </a:solidFill>
        <a:latin typeface="+mn-lt"/>
        <a:ea typeface="+mn-ea"/>
        <a:cs typeface="+mn-cs"/>
      </a:defRPr>
    </a:lvl6pPr>
    <a:lvl7pPr marL="3656960" algn="l" defTabSz="609494" rtl="0" eaLnBrk="1" latinLnBrk="0" hangingPunct="1">
      <a:defRPr sz="1600" kern="1200">
        <a:solidFill>
          <a:schemeClr val="tx1"/>
        </a:solidFill>
        <a:latin typeface="+mn-lt"/>
        <a:ea typeface="+mn-ea"/>
        <a:cs typeface="+mn-cs"/>
      </a:defRPr>
    </a:lvl7pPr>
    <a:lvl8pPr marL="4266453" algn="l" defTabSz="609494" rtl="0" eaLnBrk="1" latinLnBrk="0" hangingPunct="1">
      <a:defRPr sz="1600" kern="1200">
        <a:solidFill>
          <a:schemeClr val="tx1"/>
        </a:solidFill>
        <a:latin typeface="+mn-lt"/>
        <a:ea typeface="+mn-ea"/>
        <a:cs typeface="+mn-cs"/>
      </a:defRPr>
    </a:lvl8pPr>
    <a:lvl9pPr marL="4875947" algn="l" defTabSz="609494" rtl="0" eaLnBrk="1" latinLnBrk="0" hangingPunct="1">
      <a:defRPr sz="1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E831A-54FD-87C7-7BEF-C77CB4209A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F4E6B0-A6DD-7A9A-89A2-1D75875EB89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9E71CC2-FEBE-53D6-89A3-44629D384C0D}"/>
              </a:ext>
            </a:extLst>
          </p:cNvPr>
          <p:cNvSpPr>
            <a:spLocks noGrp="1"/>
          </p:cNvSpPr>
          <p:nvPr>
            <p:ph type="body" idx="1"/>
          </p:nvPr>
        </p:nvSpPr>
        <p:spPr/>
        <p:txBody>
          <a:bodyPr>
            <a:normAutofit fontScale="92500" lnSpcReduction="20000"/>
          </a:bodyPr>
          <a:lstStyle/>
          <a:p>
            <a:r>
              <a:rPr lang="en-US" b="1"/>
              <a:t>KnowledgeAI:</a:t>
            </a:r>
            <a:r>
              <a:rPr lang="en-US"/>
              <a:t> Unified Knowledge Intelligence Platform, it’s the enterprise brain of our organizational data where knowledges from various Knowledge Profiles such as Platforms, Apps/Trusted Contents, Implemented Projects, Sales, Customer Support etc. get extracted, curated, processed &amp; ingested as AI contextualized data into KnowledgeAI Framework.</a:t>
            </a:r>
          </a:p>
          <a:p>
            <a:endParaRPr lang="en-US"/>
          </a:p>
          <a:p>
            <a:r>
              <a:rPr lang="en-US" b="1"/>
              <a:t>Architecture works with 5 important Layers: </a:t>
            </a:r>
            <a:br>
              <a:rPr lang="en-US"/>
            </a:br>
            <a:r>
              <a:rPr lang="en-US" b="1"/>
              <a:t>1. Ingestion Layer:</a:t>
            </a:r>
            <a:r>
              <a:rPr lang="en-US"/>
              <a:t> This layer is responsible to extract &amp; process the knowledge from various sources and creates Ontology (Enterprise relationship), Entity linkages &amp; Semantic contexts with Policy-Governed formation and convert it into vectors, graph, metadata and ingest into KnowledgeAI (</a:t>
            </a:r>
            <a:r>
              <a:rPr lang="en-US" err="1"/>
              <a:t>MongoDb</a:t>
            </a:r>
            <a:r>
              <a:rPr lang="en-US"/>
              <a:t>, </a:t>
            </a:r>
            <a:r>
              <a:rPr lang="en-US" err="1"/>
              <a:t>AISearch</a:t>
            </a:r>
            <a:r>
              <a:rPr lang="en-US"/>
              <a:t> etc.)</a:t>
            </a:r>
            <a:br>
              <a:rPr lang="en-US"/>
            </a:br>
            <a:r>
              <a:rPr lang="en-US" b="1"/>
              <a:t>2. Integration Layer (SDK):</a:t>
            </a:r>
            <a:r>
              <a:rPr lang="en-US"/>
              <a:t> KnowledgeAI provides a standardized SDK (Software Development Kit) using which, any Agents can connect with KnowledgeAI to retrieve processed and simplified organizational data in a standard, secured, authenticated way</a:t>
            </a:r>
          </a:p>
          <a:p>
            <a:r>
              <a:rPr lang="en-US" b="1">
                <a:latin typeface="Barlow Light"/>
              </a:rPr>
              <a:t>3. Retrieval Layer: </a:t>
            </a:r>
            <a:r>
              <a:rPr lang="en-US" b="0">
                <a:latin typeface="Barlow Light"/>
              </a:rPr>
              <a:t>This layer eases the knowledge retrieval by narrow-down the search scope. When user asks a question in AI agent, agent calls SDK -&gt; SDK initiates retrieval workflow in KnowledgeAI, through identifying the agent &amp; user query intent &amp; authorization, applies retrieval governance policy and traverse across from various </a:t>
            </a:r>
            <a:r>
              <a:rPr lang="en-US">
                <a:latin typeface="Barlow Light"/>
              </a:rPr>
              <a:t>knowledge profiles</a:t>
            </a:r>
            <a:r>
              <a:rPr lang="en-US" b="0">
                <a:latin typeface="Barlow Light"/>
              </a:rPr>
              <a:t> to retrieve most appropriate response back to SDK. Using the SDK result, AI Agents will execute its workflow to respond to the end user.</a:t>
            </a:r>
          </a:p>
          <a:p>
            <a:r>
              <a:rPr lang="en-US" b="1"/>
              <a:t>4. Knowledge Evolution Layer: </a:t>
            </a:r>
            <a:r>
              <a:rPr lang="en-US" b="0"/>
              <a:t>This process takes part on both Ingestion layer as well as in Retrieval layer. When</a:t>
            </a:r>
            <a:r>
              <a:rPr lang="en-US" b="0" i="0"/>
              <a:t> a new version of Platform knowledge gets ingested,</a:t>
            </a:r>
            <a:r>
              <a:rPr lang="en-US" b="0"/>
              <a:t> this layer helps to automatically creates the linkages, maintains relationships to keep the knowledge structure intact. This works alongside with Governance Layer to improve the maturity of the response with human-in-loop for approval and update the knowledge as part of Continuous Learning.</a:t>
            </a:r>
            <a:endParaRPr lang="en-US" b="1"/>
          </a:p>
          <a:p>
            <a:r>
              <a:rPr lang="en-US" b="1">
                <a:latin typeface="Barlow Light"/>
              </a:rPr>
              <a:t>5. Governance Layer: </a:t>
            </a:r>
            <a:r>
              <a:rPr lang="en-US" b="0">
                <a:latin typeface="Barlow Light"/>
              </a:rPr>
              <a:t>Governance spans the complete lifecycle, it takes part in Ingestion layer, Retrieval layer and also in Knowledge Evolution Layer. This detects protected data leakages, retrieval failures, missing relationships, obsolete knowledge and monitors usage, cost, performance by providing a Unified View.</a:t>
            </a:r>
            <a:endParaRPr lang="en-US" b="1">
              <a:latin typeface="Barlow Light"/>
            </a:endParaRPr>
          </a:p>
          <a:p>
            <a:br>
              <a:rPr lang="en-US" b="0"/>
            </a:br>
            <a:r>
              <a:rPr lang="en-US" b="1">
                <a:latin typeface="Barlow Light"/>
              </a:rPr>
              <a:t>Architecture Outcomes:</a:t>
            </a:r>
          </a:p>
          <a:p>
            <a:pPr>
              <a:lnSpc>
                <a:spcPct val="113999"/>
              </a:lnSpc>
            </a:pPr>
            <a:r>
              <a:rPr lang="en-US">
                <a:latin typeface="Barlow Light"/>
              </a:rPr>
              <a:t>1. This architecture organizes, maps relationship &amp; create linkages to the isolated knowledge and AI applications.</a:t>
            </a:r>
          </a:p>
          <a:p>
            <a:r>
              <a:rPr lang="en-US" b="0">
                <a:latin typeface="Barlow Light"/>
              </a:rPr>
              <a:t>2. Every new AI Agent can immediately benefit from well linked and </a:t>
            </a:r>
            <a:r>
              <a:rPr lang="en-US">
                <a:latin typeface="Barlow Light"/>
              </a:rPr>
              <a:t>contextualized</a:t>
            </a:r>
            <a:r>
              <a:rPr lang="en-US" b="0">
                <a:latin typeface="Barlow Light"/>
              </a:rPr>
              <a:t> knowledge through KnowledgeAI framework</a:t>
            </a:r>
          </a:p>
          <a:p>
            <a:r>
              <a:rPr lang="en-US" b="0"/>
              <a:t>3. Governed way of knowledge update and feedback loop, ensures continuous learning of quality knowledge,</a:t>
            </a:r>
          </a:p>
          <a:p>
            <a:r>
              <a:rPr lang="en-IN" sz="1100"/>
              <a:t>enabling AI Agents to remain organization relevant rather than generic and deliver near-accurate responses</a:t>
            </a:r>
            <a:endParaRPr lang="en-US" b="0"/>
          </a:p>
          <a:p>
            <a:endParaRPr lang="en-US" b="0"/>
          </a:p>
        </p:txBody>
      </p:sp>
      <p:sp>
        <p:nvSpPr>
          <p:cNvPr id="4" name="Slide Number Placeholder 3">
            <a:extLst>
              <a:ext uri="{FF2B5EF4-FFF2-40B4-BE49-F238E27FC236}">
                <a16:creationId xmlns:a16="http://schemas.microsoft.com/office/drawing/2014/main" id="{0390A407-2E3D-220C-E9FD-979DF5FFB2D7}"/>
              </a:ext>
            </a:extLst>
          </p:cNvPr>
          <p:cNvSpPr>
            <a:spLocks noGrp="1"/>
          </p:cNvSpPr>
          <p:nvPr>
            <p:ph type="sldNum" sz="quarter" idx="5"/>
          </p:nvPr>
        </p:nvSpPr>
        <p:spPr/>
        <p:txBody>
          <a:bodyPr/>
          <a:lstStyle/>
          <a:p>
            <a:fld id="{C5B38BFD-06C2-CE42-8D25-BE8ABD537100}" type="slidenum">
              <a:rPr lang="en-US" smtClean="0"/>
              <a:pPr/>
              <a:t>3</a:t>
            </a:fld>
            <a:endParaRPr lang="en-US"/>
          </a:p>
        </p:txBody>
      </p:sp>
    </p:spTree>
    <p:extLst>
      <p:ext uri="{BB962C8B-B14F-4D97-AF65-F5344CB8AC3E}">
        <p14:creationId xmlns:p14="http://schemas.microsoft.com/office/powerpoint/2010/main" val="492737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5B38BFD-06C2-CE42-8D25-BE8ABD537100}" type="slidenum">
              <a:rPr lang="en-US" smtClean="0"/>
              <a:pPr/>
              <a:t>8</a:t>
            </a:fld>
            <a:endParaRPr lang="en-US"/>
          </a:p>
        </p:txBody>
      </p:sp>
    </p:spTree>
    <p:extLst>
      <p:ext uri="{BB962C8B-B14F-4D97-AF65-F5344CB8AC3E}">
        <p14:creationId xmlns:p14="http://schemas.microsoft.com/office/powerpoint/2010/main" val="28507789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Ingestion Team</a:t>
            </a:r>
          </a:p>
          <a:p>
            <a:r>
              <a:rPr lang="en-US"/>
              <a:t> - </a:t>
            </a:r>
          </a:p>
          <a:p>
            <a:r>
              <a:rPr lang="en-US"/>
              <a:t>Retrieval Team</a:t>
            </a:r>
          </a:p>
          <a:p>
            <a:r>
              <a:rPr lang="en-US"/>
              <a:t>Agents</a:t>
            </a:r>
            <a:endParaRPr lang="en-IN"/>
          </a:p>
        </p:txBody>
      </p:sp>
      <p:sp>
        <p:nvSpPr>
          <p:cNvPr id="4" name="Slide Number Placeholder 3"/>
          <p:cNvSpPr>
            <a:spLocks noGrp="1"/>
          </p:cNvSpPr>
          <p:nvPr>
            <p:ph type="sldNum" sz="quarter" idx="5"/>
          </p:nvPr>
        </p:nvSpPr>
        <p:spPr/>
        <p:txBody>
          <a:bodyPr/>
          <a:lstStyle/>
          <a:p>
            <a:fld id="{C5B38BFD-06C2-CE42-8D25-BE8ABD537100}" type="slidenum">
              <a:rPr lang="en-US" smtClean="0"/>
              <a:pPr/>
              <a:t>9</a:t>
            </a:fld>
            <a:endParaRPr lang="en-US"/>
          </a:p>
        </p:txBody>
      </p:sp>
    </p:spTree>
    <p:extLst>
      <p:ext uri="{BB962C8B-B14F-4D97-AF65-F5344CB8AC3E}">
        <p14:creationId xmlns:p14="http://schemas.microsoft.com/office/powerpoint/2010/main" val="9981171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06DC1-88FD-2151-DEA4-5889C3A7C2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27971-B8CE-1969-6AEC-B744C7A4FF48}"/>
              </a:ext>
            </a:extLst>
          </p:cNvPr>
          <p:cNvSpPr>
            <a:spLocks noGrp="1" noRot="1" noChangeAspect="1"/>
          </p:cNvSpPr>
          <p:nvPr>
            <p:ph type="sldImg"/>
          </p:nvPr>
        </p:nvSpPr>
        <p:spPr>
          <a:xfrm>
            <a:off x="381000" y="484188"/>
            <a:ext cx="6096000" cy="3429000"/>
          </a:xfrm>
        </p:spPr>
        <p:txBody>
          <a:bodyPr/>
          <a:lstStyle/>
          <a:p>
            <a:endParaRPr lang="en-IN"/>
          </a:p>
        </p:txBody>
      </p:sp>
      <p:sp>
        <p:nvSpPr>
          <p:cNvPr id="3" name="Notes Placeholder 2">
            <a:extLst>
              <a:ext uri="{FF2B5EF4-FFF2-40B4-BE49-F238E27FC236}">
                <a16:creationId xmlns:a16="http://schemas.microsoft.com/office/drawing/2014/main" id="{B4052821-7944-A4C8-3279-8BB6271CC730}"/>
              </a:ext>
            </a:extLst>
          </p:cNvPr>
          <p:cNvSpPr>
            <a:spLocks noGrp="1"/>
          </p:cNvSpPr>
          <p:nvPr>
            <p:ph type="body" idx="1"/>
          </p:nvPr>
        </p:nvSpPr>
        <p:spPr>
          <a:xfrm>
            <a:off x="381000" y="4144162"/>
            <a:ext cx="6095999" cy="4541052"/>
          </a:xfrm>
        </p:spPr>
        <p:txBody>
          <a:bodyPr>
            <a:normAutofit/>
          </a:bodyPr>
          <a:lstStyle/>
          <a:p>
            <a:endParaRPr lang="en-US" sz="1000"/>
          </a:p>
        </p:txBody>
      </p:sp>
      <p:sp>
        <p:nvSpPr>
          <p:cNvPr id="4" name="Slide Number Placeholder 3">
            <a:extLst>
              <a:ext uri="{FF2B5EF4-FFF2-40B4-BE49-F238E27FC236}">
                <a16:creationId xmlns:a16="http://schemas.microsoft.com/office/drawing/2014/main" id="{4183C5C5-CE7C-F94E-7D40-B6B60D8D081A}"/>
              </a:ext>
            </a:extLst>
          </p:cNvPr>
          <p:cNvSpPr>
            <a:spLocks noGrp="1"/>
          </p:cNvSpPr>
          <p:nvPr>
            <p:ph type="sldNum" sz="quarter" idx="5"/>
          </p:nvPr>
        </p:nvSpPr>
        <p:spPr/>
        <p:txBody>
          <a:bodyPr/>
          <a:lstStyle/>
          <a:p>
            <a:fld id="{C5B38BFD-06C2-CE42-8D25-BE8ABD537100}" type="slidenum">
              <a:rPr lang="en-US" sz="800" smtClean="0"/>
              <a:pPr/>
              <a:t>10</a:t>
            </a:fld>
            <a:endParaRPr lang="en-US" sz="800"/>
          </a:p>
        </p:txBody>
      </p:sp>
    </p:spTree>
    <p:extLst>
      <p:ext uri="{BB962C8B-B14F-4D97-AF65-F5344CB8AC3E}">
        <p14:creationId xmlns:p14="http://schemas.microsoft.com/office/powerpoint/2010/main" val="1153776341"/>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1.svg"/><Relationship Id="rId7" Type="http://schemas.openxmlformats.org/officeDocument/2006/relationships/hyperlink" Target="https://twitter.com/ROKAutomation" TargetMode="External"/><Relationship Id="rId2" Type="http://schemas.openxmlformats.org/officeDocument/2006/relationships/hyperlink" Target="https://www.facebook.com/ROKAutomation" TargetMode="External"/><Relationship Id="rId1" Type="http://schemas.openxmlformats.org/officeDocument/2006/relationships/slideMaster" Target="../slideMasters/slideMaster2.xml"/><Relationship Id="rId6" Type="http://schemas.openxmlformats.org/officeDocument/2006/relationships/image" Target="../media/image13.svg"/><Relationship Id="rId11" Type="http://schemas.openxmlformats.org/officeDocument/2006/relationships/image" Target="../media/image16.png"/><Relationship Id="rId5" Type="http://schemas.openxmlformats.org/officeDocument/2006/relationships/image" Target="../media/image12.svg"/><Relationship Id="rId10" Type="http://schemas.openxmlformats.org/officeDocument/2006/relationships/image" Target="../media/image15.png"/><Relationship Id="rId4" Type="http://schemas.openxmlformats.org/officeDocument/2006/relationships/hyperlink" Target="https://www.instagram.com/rokautomation" TargetMode="External"/><Relationship Id="rId9" Type="http://schemas.openxmlformats.org/officeDocument/2006/relationships/hyperlink" Target="http://www.rockwellautomation.com/" TargetMode="External"/></Relationships>
</file>

<file path=ppt/slideLayouts/_rels/slideLayout75.xml.rels><?xml version="1.0" encoding="UTF-8" standalone="yes"?>
<Relationships xmlns="http://schemas.openxmlformats.org/package/2006/relationships"><Relationship Id="rId8" Type="http://schemas.openxmlformats.org/officeDocument/2006/relationships/hyperlink" Target="https://twitter.com/ROKAutomation" TargetMode="External"/><Relationship Id="rId3" Type="http://schemas.openxmlformats.org/officeDocument/2006/relationships/hyperlink" Target="https://www.facebook.com/ROKAutomation" TargetMode="External"/><Relationship Id="rId7" Type="http://schemas.openxmlformats.org/officeDocument/2006/relationships/image" Target="../media/image20.svg"/><Relationship Id="rId2" Type="http://schemas.openxmlformats.org/officeDocument/2006/relationships/image" Target="../media/image17.png"/><Relationship Id="rId1" Type="http://schemas.openxmlformats.org/officeDocument/2006/relationships/slideMaster" Target="../slideMasters/slideMaster2.xml"/><Relationship Id="rId6" Type="http://schemas.openxmlformats.org/officeDocument/2006/relationships/image" Target="../media/image19.svg"/><Relationship Id="rId5" Type="http://schemas.openxmlformats.org/officeDocument/2006/relationships/hyperlink" Target="https://www.instagram.com/rokautomation" TargetMode="External"/><Relationship Id="rId10" Type="http://schemas.openxmlformats.org/officeDocument/2006/relationships/hyperlink" Target="http://www.rockwellautomation.com/" TargetMode="External"/><Relationship Id="rId4" Type="http://schemas.openxmlformats.org/officeDocument/2006/relationships/image" Target="../media/image18.svg"/><Relationship Id="rId9" Type="http://schemas.openxmlformats.org/officeDocument/2006/relationships/image" Target="../media/image21.svg"/></Relationships>
</file>

<file path=ppt/slideLayouts/_rels/slideLayout76.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1.svg"/><Relationship Id="rId7" Type="http://schemas.openxmlformats.org/officeDocument/2006/relationships/hyperlink" Target="https://twitter.com/ROKAutomation" TargetMode="External"/><Relationship Id="rId2" Type="http://schemas.openxmlformats.org/officeDocument/2006/relationships/hyperlink" Target="https://www.facebook.com/ROKAutomation" TargetMode="External"/><Relationship Id="rId1" Type="http://schemas.openxmlformats.org/officeDocument/2006/relationships/slideMaster" Target="../slideMasters/slideMaster2.xml"/><Relationship Id="rId6" Type="http://schemas.openxmlformats.org/officeDocument/2006/relationships/image" Target="../media/image13.svg"/><Relationship Id="rId5" Type="http://schemas.openxmlformats.org/officeDocument/2006/relationships/image" Target="../media/image12.svg"/><Relationship Id="rId10" Type="http://schemas.openxmlformats.org/officeDocument/2006/relationships/image" Target="../media/image22.png"/><Relationship Id="rId4" Type="http://schemas.openxmlformats.org/officeDocument/2006/relationships/hyperlink" Target="https://www.instagram.com/rokautomation" TargetMode="External"/><Relationship Id="rId9" Type="http://schemas.openxmlformats.org/officeDocument/2006/relationships/hyperlink" Target="http://www.rockwellautomation.com/"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hoto">
    <p:bg>
      <p:bgPr>
        <a:gradFill>
          <a:gsLst>
            <a:gs pos="60000">
              <a:schemeClr val="accent3"/>
            </a:gs>
            <a:gs pos="100000">
              <a:schemeClr val="accent1">
                <a:lumMod val="50000"/>
              </a:schemeClr>
            </a:gs>
            <a:gs pos="82000">
              <a:schemeClr val="accent1"/>
            </a:gs>
          </a:gsLst>
          <a:lin ang="2700000" scaled="0"/>
        </a:gra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3F77416-B666-50DC-4FD2-2A83305BA38D}"/>
              </a:ext>
            </a:extLst>
          </p:cNvPr>
          <p:cNvSpPr/>
          <p:nvPr userDrawn="1"/>
        </p:nvSpPr>
        <p:spPr>
          <a:xfrm>
            <a:off x="0" y="5904411"/>
            <a:ext cx="1410789" cy="953589"/>
          </a:xfrm>
          <a:prstGeom prst="rect">
            <a:avLst/>
          </a:prstGeom>
          <a:solidFill>
            <a:srgbClr val="FFFFFF"/>
          </a:solidFill>
          <a:ln w="31750" cap="flat">
            <a:noFill/>
            <a:prstDash val="solid"/>
            <a:miter/>
          </a:ln>
          <a:effectLst/>
        </p:spPr>
        <p:txBody>
          <a:bodyPr rtlCol="0" anchor="ctr"/>
          <a:lstStyle/>
          <a:p>
            <a:pPr algn="l"/>
            <a:endParaRPr lang="en-US"/>
          </a:p>
        </p:txBody>
      </p:sp>
      <p:sp>
        <p:nvSpPr>
          <p:cNvPr id="10" name="Picture Placeholder 9">
            <a:extLst>
              <a:ext uri="{FF2B5EF4-FFF2-40B4-BE49-F238E27FC236}">
                <a16:creationId xmlns:a16="http://schemas.microsoft.com/office/drawing/2014/main" id="{FD4FEC68-6708-A208-C24D-201C76FC0A0F}"/>
              </a:ext>
            </a:extLst>
          </p:cNvPr>
          <p:cNvSpPr>
            <a:spLocks noGrp="1" noChangeAspect="1"/>
          </p:cNvSpPr>
          <p:nvPr>
            <p:ph type="pic" sz="quarter" idx="14"/>
          </p:nvPr>
        </p:nvSpPr>
        <p:spPr>
          <a:xfrm>
            <a:off x="-11187" y="-8389"/>
            <a:ext cx="12203187" cy="6874777"/>
          </a:xfrm>
          <a:custGeom>
            <a:avLst/>
            <a:gdLst>
              <a:gd name="connsiteX0" fmla="*/ 6880 w 12203187"/>
              <a:gd name="connsiteY0" fmla="*/ 0 h 6874777"/>
              <a:gd name="connsiteX1" fmla="*/ 12203187 w 12203187"/>
              <a:gd name="connsiteY1" fmla="*/ 8369 h 6874777"/>
              <a:gd name="connsiteX2" fmla="*/ 8987735 w 12203187"/>
              <a:gd name="connsiteY2" fmla="*/ 2694671 h 6874777"/>
              <a:gd name="connsiteX3" fmla="*/ 8990038 w 12203187"/>
              <a:gd name="connsiteY3" fmla="*/ 4343274 h 6874777"/>
              <a:gd name="connsiteX4" fmla="*/ 12199709 w 12203187"/>
              <a:gd name="connsiteY4" fmla="*/ 6874777 h 6874777"/>
              <a:gd name="connsiteX5" fmla="*/ 1373397 w 12203187"/>
              <a:gd name="connsiteY5" fmla="*/ 6867334 h 6874777"/>
              <a:gd name="connsiteX6" fmla="*/ 1009194 w 12203187"/>
              <a:gd name="connsiteY6" fmla="*/ 6591262 h 6874777"/>
              <a:gd name="connsiteX7" fmla="*/ 1662 w 12203187"/>
              <a:gd name="connsiteY7" fmla="*/ 6584912 h 6874777"/>
              <a:gd name="connsiteX8" fmla="*/ 1662 w 12203187"/>
              <a:gd name="connsiteY8" fmla="*/ 6866391 h 6874777"/>
              <a:gd name="connsiteX9" fmla="*/ 0 w 12203187"/>
              <a:gd name="connsiteY9" fmla="*/ 6866390 h 6874777"/>
              <a:gd name="connsiteX10" fmla="*/ 6880 w 12203187"/>
              <a:gd name="connsiteY10" fmla="*/ 0 h 687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03187" h="6874777">
                <a:moveTo>
                  <a:pt x="6880" y="0"/>
                </a:moveTo>
                <a:lnTo>
                  <a:pt x="12203187" y="8369"/>
                </a:lnTo>
                <a:lnTo>
                  <a:pt x="8987735" y="2694671"/>
                </a:lnTo>
                <a:cubicBezTo>
                  <a:pt x="8990723" y="3140993"/>
                  <a:pt x="8987050" y="3896951"/>
                  <a:pt x="8990038" y="4343274"/>
                </a:cubicBezTo>
                <a:lnTo>
                  <a:pt x="12199709" y="6874777"/>
                </a:lnTo>
                <a:lnTo>
                  <a:pt x="1373397" y="6867334"/>
                </a:lnTo>
                <a:lnTo>
                  <a:pt x="1009194" y="6591262"/>
                </a:lnTo>
                <a:lnTo>
                  <a:pt x="1662" y="6584912"/>
                </a:lnTo>
                <a:lnTo>
                  <a:pt x="1662" y="6866391"/>
                </a:lnTo>
                <a:lnTo>
                  <a:pt x="0" y="6866390"/>
                </a:lnTo>
                <a:cubicBezTo>
                  <a:pt x="5593" y="4583173"/>
                  <a:pt x="1287" y="2283217"/>
                  <a:pt x="6880" y="0"/>
                </a:cubicBezTo>
                <a:close/>
              </a:path>
            </a:pathLst>
          </a:custGeom>
          <a:solidFill>
            <a:schemeClr val="bg1"/>
          </a:solidFill>
          <a:effectLst>
            <a:outerShdw blurRad="127000" dist="38100" dir="8100000" algn="tr" rotWithShape="0">
              <a:prstClr val="black">
                <a:alpha val="20000"/>
              </a:prstClr>
            </a:outerShdw>
          </a:effectLst>
        </p:spPr>
        <p:txBody>
          <a:bodyPr wrap="square" anchor="ctr">
            <a:noAutofit/>
          </a:bodyPr>
          <a:lstStyle>
            <a:lvl1pPr algn="ctr">
              <a:buFontTx/>
              <a:buNone/>
              <a:defRPr>
                <a:latin typeface="+mj-lt"/>
              </a:defRPr>
            </a:lvl1pPr>
          </a:lstStyle>
          <a:p>
            <a:r>
              <a:rPr lang="en-US"/>
              <a:t>Click icon to add picture</a:t>
            </a:r>
          </a:p>
        </p:txBody>
      </p:sp>
      <p:pic>
        <p:nvPicPr>
          <p:cNvPr id="13" name="Picture 12">
            <a:extLst>
              <a:ext uri="{FF2B5EF4-FFF2-40B4-BE49-F238E27FC236}">
                <a16:creationId xmlns:a16="http://schemas.microsoft.com/office/drawing/2014/main" id="{808A6A8C-954F-5AF4-0691-361B3A64A75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rcRect/>
          <a:stretch/>
        </p:blipFill>
        <p:spPr>
          <a:xfrm>
            <a:off x="9311780" y="2932504"/>
            <a:ext cx="2175367" cy="739625"/>
          </a:xfrm>
          <a:prstGeom prst="rect">
            <a:avLst/>
          </a:prstGeom>
        </p:spPr>
      </p:pic>
      <p:pic>
        <p:nvPicPr>
          <p:cNvPr id="14" name="Picture 13">
            <a:extLst>
              <a:ext uri="{FF2B5EF4-FFF2-40B4-BE49-F238E27FC236}">
                <a16:creationId xmlns:a16="http://schemas.microsoft.com/office/drawing/2014/main" id="{CB4834AB-B60A-6A24-914D-FA3D914E9BEF}"/>
              </a:ext>
            </a:extLst>
          </p:cNvPr>
          <p:cNvPicPr>
            <a:picLocks noChangeAspect="1"/>
          </p:cNvPicPr>
          <p:nvPr userDrawn="1"/>
        </p:nvPicPr>
        <p:blipFill>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tretch>
            <a:fillRect/>
          </a:stretch>
        </p:blipFill>
        <p:spPr>
          <a:xfrm>
            <a:off x="9513876" y="3666951"/>
            <a:ext cx="1799270" cy="136827"/>
          </a:xfrm>
          <a:prstGeom prst="rect">
            <a:avLst/>
          </a:prstGeom>
        </p:spPr>
      </p:pic>
      <p:pic>
        <p:nvPicPr>
          <p:cNvPr id="12" name="Picture 11">
            <a:extLst>
              <a:ext uri="{FF2B5EF4-FFF2-40B4-BE49-F238E27FC236}">
                <a16:creationId xmlns:a16="http://schemas.microsoft.com/office/drawing/2014/main" id="{9B3D7603-20EA-7E64-2806-AD0685B5111B}"/>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150678" y="6663592"/>
            <a:ext cx="112428" cy="142409"/>
          </a:xfrm>
          <a:prstGeom prst="rect">
            <a:avLst/>
          </a:prstGeom>
        </p:spPr>
      </p:pic>
      <p:sp>
        <p:nvSpPr>
          <p:cNvPr id="15" name="TextBox 14">
            <a:extLst>
              <a:ext uri="{FF2B5EF4-FFF2-40B4-BE49-F238E27FC236}">
                <a16:creationId xmlns:a16="http://schemas.microsoft.com/office/drawing/2014/main" id="{D5A2FABF-0F4B-AEBE-6146-C53D45FB257A}"/>
              </a:ext>
            </a:extLst>
          </p:cNvPr>
          <p:cNvSpPr txBox="1"/>
          <p:nvPr userDrawn="1"/>
        </p:nvSpPr>
        <p:spPr>
          <a:xfrm>
            <a:off x="222225" y="6625955"/>
            <a:ext cx="1009675" cy="200055"/>
          </a:xfrm>
          <a:prstGeom prst="rect">
            <a:avLst/>
          </a:prstGeom>
        </p:spPr>
        <p:txBody>
          <a:bodyPr wrap="square" rtlCol="0" anchor="t">
            <a:spAutoFit/>
          </a:bodyPr>
          <a:lstStyle/>
          <a:p>
            <a:pPr marL="0" indent="0" algn="l" defTabSz="914400">
              <a:buNone/>
            </a:pPr>
            <a:r>
              <a:rPr lang="en-US" sz="700" b="1" kern="0">
                <a:solidFill>
                  <a:schemeClr val="tx1"/>
                </a:solidFill>
                <a:latin typeface="+mj-lt"/>
                <a:cs typeface="Arial Narrow" panose="020B0604020202020204" pitchFamily="34" charset="0"/>
              </a:rPr>
              <a:t>PUBLIC</a:t>
            </a:r>
          </a:p>
        </p:txBody>
      </p:sp>
      <p:sp>
        <p:nvSpPr>
          <p:cNvPr id="17" name="Text Placeholder 11">
            <a:extLst>
              <a:ext uri="{FF2B5EF4-FFF2-40B4-BE49-F238E27FC236}">
                <a16:creationId xmlns:a16="http://schemas.microsoft.com/office/drawing/2014/main" id="{05E5BE31-FA4B-6349-8E84-0E0224CFC902}"/>
              </a:ext>
            </a:extLst>
          </p:cNvPr>
          <p:cNvSpPr>
            <a:spLocks noGrp="1"/>
          </p:cNvSpPr>
          <p:nvPr>
            <p:ph type="body" sz="quarter" idx="10" hasCustomPrompt="1"/>
          </p:nvPr>
        </p:nvSpPr>
        <p:spPr>
          <a:xfrm>
            <a:off x="889208" y="3815487"/>
            <a:ext cx="4934649" cy="684803"/>
          </a:xfrm>
          <a:prstGeom prst="rect">
            <a:avLst/>
          </a:prstGeom>
        </p:spPr>
        <p:txBody>
          <a:bodyPr wrap="square" anchor="t">
            <a:spAutoFit/>
          </a:bodyPr>
          <a:lstStyle>
            <a:lvl1pPr marL="0" marR="0" indent="0" algn="l" defTabSz="457109" rtl="0" eaLnBrk="1" fontAlgn="base" latinLnBrk="0" hangingPunct="1">
              <a:lnSpc>
                <a:spcPct val="100000"/>
              </a:lnSpc>
              <a:spcBef>
                <a:spcPts val="0"/>
              </a:spcBef>
              <a:spcAft>
                <a:spcPts val="300"/>
              </a:spcAft>
              <a:buClr>
                <a:srgbClr val="BB2332"/>
              </a:buClr>
              <a:buSzTx/>
              <a:buFont typeface="Wingdings" charset="2"/>
              <a:buNone/>
              <a:tabLst/>
              <a:defRPr lang="en-US" sz="1800" b="0" i="0" baseline="0" dirty="0">
                <a:solidFill>
                  <a:schemeClr val="bg1"/>
                </a:solidFill>
                <a:latin typeface="Barlow Light" pitchFamily="2" charset="77"/>
              </a:defRPr>
            </a:lvl1pPr>
            <a:lvl2pPr marL="768178" indent="0" algn="r">
              <a:buNone/>
              <a:defRPr/>
            </a:lvl2pPr>
            <a:lvl3pPr marL="1377641" indent="0" algn="r">
              <a:buNone/>
              <a:defRPr/>
            </a:lvl3pPr>
            <a:lvl4pPr marL="1828389" indent="0" algn="r">
              <a:buNone/>
              <a:defRPr/>
            </a:lvl4pPr>
            <a:lvl5pPr marL="2437851" indent="0" algn="r">
              <a:buNone/>
              <a:defRPr/>
            </a:lvl5pPr>
          </a:lstStyle>
          <a:p>
            <a:pPr lvl="0"/>
            <a:r>
              <a:rPr lang="en-US"/>
              <a:t>First Name Last Name</a:t>
            </a:r>
          </a:p>
          <a:p>
            <a:pPr lvl="0"/>
            <a:r>
              <a:rPr lang="en-US"/>
              <a:t>Title, Date</a:t>
            </a:r>
          </a:p>
        </p:txBody>
      </p:sp>
      <p:sp>
        <p:nvSpPr>
          <p:cNvPr id="7" name="Title 6">
            <a:extLst>
              <a:ext uri="{FF2B5EF4-FFF2-40B4-BE49-F238E27FC236}">
                <a16:creationId xmlns:a16="http://schemas.microsoft.com/office/drawing/2014/main" id="{845E4857-ACD6-3E4D-1B0E-C7DEAC9A246D}"/>
              </a:ext>
            </a:extLst>
          </p:cNvPr>
          <p:cNvSpPr>
            <a:spLocks noGrp="1"/>
          </p:cNvSpPr>
          <p:nvPr>
            <p:ph type="title" hasCustomPrompt="1"/>
          </p:nvPr>
        </p:nvSpPr>
        <p:spPr>
          <a:xfrm>
            <a:off x="889208" y="2406624"/>
            <a:ext cx="4934649" cy="1325563"/>
          </a:xfrm>
          <a:prstGeom prst="rect">
            <a:avLst/>
          </a:prstGeom>
        </p:spPr>
        <p:txBody>
          <a:bodyPr anchor="b"/>
          <a:lstStyle>
            <a:lvl1pPr algn="l">
              <a:lnSpc>
                <a:spcPct val="100000"/>
              </a:lnSpc>
              <a:defRPr sz="4000" b="0" i="0">
                <a:solidFill>
                  <a:schemeClr val="bg1"/>
                </a:solidFill>
                <a:latin typeface="+mj-lt"/>
              </a:defRPr>
            </a:lvl1pPr>
          </a:lstStyle>
          <a:p>
            <a:r>
              <a:rPr lang="en-US"/>
              <a:t>Click to edit master title style</a:t>
            </a:r>
          </a:p>
        </p:txBody>
      </p:sp>
    </p:spTree>
    <p:extLst>
      <p:ext uri="{BB962C8B-B14F-4D97-AF65-F5344CB8AC3E}">
        <p14:creationId xmlns:p14="http://schemas.microsoft.com/office/powerpoint/2010/main" val="235920508"/>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No Photo">
    <p:bg>
      <p:bgPr>
        <a:solidFill>
          <a:schemeClr val="bg1"/>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0B80053B-3488-74A3-4644-BB9948634FCB}"/>
              </a:ext>
            </a:extLst>
          </p:cNvPr>
          <p:cNvSpPr/>
          <p:nvPr userDrawn="1"/>
        </p:nvSpPr>
        <p:spPr>
          <a:xfrm>
            <a:off x="0" y="-8390"/>
            <a:ext cx="12178747" cy="6866390"/>
          </a:xfrm>
          <a:custGeom>
            <a:avLst/>
            <a:gdLst>
              <a:gd name="connsiteX0" fmla="*/ 9045618 w 12249179"/>
              <a:gd name="connsiteY0" fmla="*/ 4332722 h 6866390"/>
              <a:gd name="connsiteX1" fmla="*/ 9079709 w 12249179"/>
              <a:gd name="connsiteY1" fmla="*/ 4332722 h 6866390"/>
              <a:gd name="connsiteX2" fmla="*/ 9079709 w 12249179"/>
              <a:gd name="connsiteY2" fmla="*/ 4332723 h 6866390"/>
              <a:gd name="connsiteX3" fmla="*/ 9045619 w 12249179"/>
              <a:gd name="connsiteY3" fmla="*/ 4332723 h 6866390"/>
              <a:gd name="connsiteX4" fmla="*/ 0 w 12249179"/>
              <a:gd name="connsiteY4" fmla="*/ 0 h 6866390"/>
              <a:gd name="connsiteX5" fmla="*/ 12249179 w 12249179"/>
              <a:gd name="connsiteY5" fmla="*/ 0 h 6866390"/>
              <a:gd name="connsiteX6" fmla="*/ 12249179 w 12249179"/>
              <a:gd name="connsiteY6" fmla="*/ 1 h 6866390"/>
              <a:gd name="connsiteX7" fmla="*/ 9045618 w 12249179"/>
              <a:gd name="connsiteY7" fmla="*/ 2533667 h 6866390"/>
              <a:gd name="connsiteX8" fmla="*/ 9045618 w 12249179"/>
              <a:gd name="connsiteY8" fmla="*/ 4332722 h 6866390"/>
              <a:gd name="connsiteX9" fmla="*/ 9045618 w 12249179"/>
              <a:gd name="connsiteY9" fmla="*/ 4332723 h 6866390"/>
              <a:gd name="connsiteX10" fmla="*/ 9045619 w 12249179"/>
              <a:gd name="connsiteY10" fmla="*/ 4332723 h 6866390"/>
              <a:gd name="connsiteX11" fmla="*/ 12249179 w 12249179"/>
              <a:gd name="connsiteY11" fmla="*/ 6866388 h 6866390"/>
              <a:gd name="connsiteX12" fmla="*/ 12249179 w 12249179"/>
              <a:gd name="connsiteY12" fmla="*/ 6866390 h 6866390"/>
              <a:gd name="connsiteX13" fmla="*/ 0 w 12249179"/>
              <a:gd name="connsiteY13" fmla="*/ 6866390 h 6866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49179" h="6866390">
                <a:moveTo>
                  <a:pt x="9045618" y="4332722"/>
                </a:moveTo>
                <a:lnTo>
                  <a:pt x="9079709" y="4332722"/>
                </a:lnTo>
                <a:lnTo>
                  <a:pt x="9079709" y="4332723"/>
                </a:lnTo>
                <a:lnTo>
                  <a:pt x="9045619" y="4332723"/>
                </a:lnTo>
                <a:close/>
                <a:moveTo>
                  <a:pt x="0" y="0"/>
                </a:moveTo>
                <a:lnTo>
                  <a:pt x="12249179" y="0"/>
                </a:lnTo>
                <a:lnTo>
                  <a:pt x="12249179" y="1"/>
                </a:lnTo>
                <a:lnTo>
                  <a:pt x="9045618" y="2533667"/>
                </a:lnTo>
                <a:lnTo>
                  <a:pt x="9045618" y="4332722"/>
                </a:lnTo>
                <a:lnTo>
                  <a:pt x="9045618" y="4332723"/>
                </a:lnTo>
                <a:lnTo>
                  <a:pt x="9045619" y="4332723"/>
                </a:lnTo>
                <a:lnTo>
                  <a:pt x="12249179" y="6866388"/>
                </a:lnTo>
                <a:lnTo>
                  <a:pt x="12249179" y="6866390"/>
                </a:lnTo>
                <a:lnTo>
                  <a:pt x="0" y="6866390"/>
                </a:lnTo>
                <a:close/>
              </a:path>
            </a:pathLst>
          </a:custGeom>
          <a:gradFill>
            <a:gsLst>
              <a:gs pos="15000">
                <a:schemeClr val="accent3"/>
              </a:gs>
              <a:gs pos="99000">
                <a:schemeClr val="accent1">
                  <a:lumMod val="50000"/>
                </a:schemeClr>
              </a:gs>
              <a:gs pos="61000">
                <a:schemeClr val="accent1"/>
              </a:gs>
            </a:gsLst>
            <a:lin ang="2700000" scaled="0"/>
          </a:gradFill>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7" name="Title 6">
            <a:extLst>
              <a:ext uri="{FF2B5EF4-FFF2-40B4-BE49-F238E27FC236}">
                <a16:creationId xmlns:a16="http://schemas.microsoft.com/office/drawing/2014/main" id="{845E4857-ACD6-3E4D-1B0E-C7DEAC9A246D}"/>
              </a:ext>
            </a:extLst>
          </p:cNvPr>
          <p:cNvSpPr>
            <a:spLocks noGrp="1"/>
          </p:cNvSpPr>
          <p:nvPr>
            <p:ph type="title" hasCustomPrompt="1"/>
          </p:nvPr>
        </p:nvSpPr>
        <p:spPr>
          <a:xfrm>
            <a:off x="889208" y="2406624"/>
            <a:ext cx="7032618" cy="1325563"/>
          </a:xfrm>
          <a:prstGeom prst="rect">
            <a:avLst/>
          </a:prstGeom>
        </p:spPr>
        <p:txBody>
          <a:bodyPr anchor="b"/>
          <a:lstStyle>
            <a:lvl1pPr algn="l">
              <a:lnSpc>
                <a:spcPct val="100000"/>
              </a:lnSpc>
              <a:defRPr sz="4000" b="0" i="0">
                <a:solidFill>
                  <a:schemeClr val="bg1"/>
                </a:solidFill>
                <a:latin typeface="+mj-lt"/>
              </a:defRPr>
            </a:lvl1pPr>
          </a:lstStyle>
          <a:p>
            <a:r>
              <a:rPr lang="en-US"/>
              <a:t>Click to edit master title style</a:t>
            </a:r>
          </a:p>
        </p:txBody>
      </p:sp>
      <p:pic>
        <p:nvPicPr>
          <p:cNvPr id="2" name="Picture 1">
            <a:extLst>
              <a:ext uri="{FF2B5EF4-FFF2-40B4-BE49-F238E27FC236}">
                <a16:creationId xmlns:a16="http://schemas.microsoft.com/office/drawing/2014/main" id="{14E65E4B-04B6-5799-3169-833E89A8760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311780" y="2932504"/>
            <a:ext cx="2175367" cy="739625"/>
          </a:xfrm>
          <a:prstGeom prst="rect">
            <a:avLst/>
          </a:prstGeom>
        </p:spPr>
      </p:pic>
      <p:pic>
        <p:nvPicPr>
          <p:cNvPr id="3" name="Picture 2">
            <a:extLst>
              <a:ext uri="{FF2B5EF4-FFF2-40B4-BE49-F238E27FC236}">
                <a16:creationId xmlns:a16="http://schemas.microsoft.com/office/drawing/2014/main" id="{B60033E2-88EF-F2B3-56B8-B79301EDF3F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513876" y="3666951"/>
            <a:ext cx="1799270" cy="136827"/>
          </a:xfrm>
          <a:prstGeom prst="rect">
            <a:avLst/>
          </a:prstGeom>
        </p:spPr>
      </p:pic>
      <p:sp>
        <p:nvSpPr>
          <p:cNvPr id="12" name="Text Placeholder 11">
            <a:extLst>
              <a:ext uri="{FF2B5EF4-FFF2-40B4-BE49-F238E27FC236}">
                <a16:creationId xmlns:a16="http://schemas.microsoft.com/office/drawing/2014/main" id="{3B69E6FC-CBAA-5BF9-9636-506339BA33F5}"/>
              </a:ext>
            </a:extLst>
          </p:cNvPr>
          <p:cNvSpPr>
            <a:spLocks noGrp="1"/>
          </p:cNvSpPr>
          <p:nvPr>
            <p:ph type="body" sz="quarter" idx="10" hasCustomPrompt="1"/>
          </p:nvPr>
        </p:nvSpPr>
        <p:spPr>
          <a:xfrm>
            <a:off x="889208" y="3815487"/>
            <a:ext cx="7032618" cy="684803"/>
          </a:xfrm>
          <a:prstGeom prst="rect">
            <a:avLst/>
          </a:prstGeom>
        </p:spPr>
        <p:txBody>
          <a:bodyPr wrap="square" anchor="t">
            <a:spAutoFit/>
          </a:bodyPr>
          <a:lstStyle>
            <a:lvl1pPr marL="0" marR="0" indent="0" algn="l" defTabSz="457109" rtl="0" eaLnBrk="1" fontAlgn="base" latinLnBrk="0" hangingPunct="1">
              <a:lnSpc>
                <a:spcPct val="100000"/>
              </a:lnSpc>
              <a:spcBef>
                <a:spcPts val="0"/>
              </a:spcBef>
              <a:spcAft>
                <a:spcPts val="300"/>
              </a:spcAft>
              <a:buClr>
                <a:srgbClr val="BB2332"/>
              </a:buClr>
              <a:buSzTx/>
              <a:buFont typeface="Wingdings" charset="2"/>
              <a:buNone/>
              <a:tabLst/>
              <a:defRPr lang="en-US" sz="1800" b="0" i="0" baseline="0" dirty="0">
                <a:solidFill>
                  <a:schemeClr val="bg1"/>
                </a:solidFill>
                <a:latin typeface="Barlow Light" pitchFamily="2" charset="77"/>
              </a:defRPr>
            </a:lvl1pPr>
            <a:lvl2pPr marL="768178" indent="0" algn="r">
              <a:buNone/>
              <a:defRPr/>
            </a:lvl2pPr>
            <a:lvl3pPr marL="1377641" indent="0" algn="r">
              <a:buNone/>
              <a:defRPr/>
            </a:lvl3pPr>
            <a:lvl4pPr marL="1828389" indent="0" algn="r">
              <a:buNone/>
              <a:defRPr/>
            </a:lvl4pPr>
            <a:lvl5pPr marL="2437851" indent="0" algn="r">
              <a:buNone/>
              <a:defRPr/>
            </a:lvl5pPr>
          </a:lstStyle>
          <a:p>
            <a:pPr lvl="0"/>
            <a:r>
              <a:rPr lang="en-US"/>
              <a:t>First Name Last Name</a:t>
            </a:r>
          </a:p>
          <a:p>
            <a:pPr lvl="0"/>
            <a:r>
              <a:rPr lang="en-US"/>
              <a:t>Title, Date</a:t>
            </a:r>
          </a:p>
        </p:txBody>
      </p:sp>
      <p:sp>
        <p:nvSpPr>
          <p:cNvPr id="4" name="Freeform 3">
            <a:extLst>
              <a:ext uri="{FF2B5EF4-FFF2-40B4-BE49-F238E27FC236}">
                <a16:creationId xmlns:a16="http://schemas.microsoft.com/office/drawing/2014/main" id="{96D708F9-EB5F-CE1A-6FF6-8E0F97A19F16}"/>
              </a:ext>
            </a:extLst>
          </p:cNvPr>
          <p:cNvSpPr/>
          <p:nvPr userDrawn="1"/>
        </p:nvSpPr>
        <p:spPr>
          <a:xfrm>
            <a:off x="-9525" y="6576523"/>
            <a:ext cx="1374677" cy="284652"/>
          </a:xfrm>
          <a:custGeom>
            <a:avLst/>
            <a:gdLst>
              <a:gd name="connsiteX0" fmla="*/ 0 w 895252"/>
              <a:gd name="connsiteY0" fmla="*/ 0 h 284652"/>
              <a:gd name="connsiteX1" fmla="*/ 531112 w 895252"/>
              <a:gd name="connsiteY1" fmla="*/ 0 h 284652"/>
              <a:gd name="connsiteX2" fmla="*/ 895252 w 895252"/>
              <a:gd name="connsiteY2" fmla="*/ 284652 h 284652"/>
              <a:gd name="connsiteX3" fmla="*/ 531112 w 895252"/>
              <a:gd name="connsiteY3" fmla="*/ 284652 h 284652"/>
              <a:gd name="connsiteX4" fmla="*/ 0 w 895252"/>
              <a:gd name="connsiteY4" fmla="*/ 284652 h 284652"/>
              <a:gd name="connsiteX0" fmla="*/ 0 w 895252"/>
              <a:gd name="connsiteY0" fmla="*/ 0 h 284652"/>
              <a:gd name="connsiteX1" fmla="*/ 745695 w 895252"/>
              <a:gd name="connsiteY1" fmla="*/ 3175 h 284652"/>
              <a:gd name="connsiteX2" fmla="*/ 895252 w 895252"/>
              <a:gd name="connsiteY2" fmla="*/ 284652 h 284652"/>
              <a:gd name="connsiteX3" fmla="*/ 531112 w 895252"/>
              <a:gd name="connsiteY3" fmla="*/ 284652 h 284652"/>
              <a:gd name="connsiteX4" fmla="*/ 0 w 895252"/>
              <a:gd name="connsiteY4" fmla="*/ 284652 h 284652"/>
              <a:gd name="connsiteX5" fmla="*/ 0 w 895252"/>
              <a:gd name="connsiteY5" fmla="*/ 0 h 284652"/>
              <a:gd name="connsiteX0" fmla="*/ 0 w 1067905"/>
              <a:gd name="connsiteY0" fmla="*/ 0 h 284652"/>
              <a:gd name="connsiteX1" fmla="*/ 745695 w 1067905"/>
              <a:gd name="connsiteY1" fmla="*/ 3175 h 284652"/>
              <a:gd name="connsiteX2" fmla="*/ 1067905 w 1067905"/>
              <a:gd name="connsiteY2" fmla="*/ 284652 h 284652"/>
              <a:gd name="connsiteX3" fmla="*/ 531112 w 1067905"/>
              <a:gd name="connsiteY3" fmla="*/ 284652 h 284652"/>
              <a:gd name="connsiteX4" fmla="*/ 0 w 1067905"/>
              <a:gd name="connsiteY4" fmla="*/ 284652 h 284652"/>
              <a:gd name="connsiteX5" fmla="*/ 0 w 1067905"/>
              <a:gd name="connsiteY5" fmla="*/ 0 h 284652"/>
              <a:gd name="connsiteX0" fmla="*/ 0 w 1067905"/>
              <a:gd name="connsiteY0" fmla="*/ 0 h 284652"/>
              <a:gd name="connsiteX1" fmla="*/ 782692 w 1067905"/>
              <a:gd name="connsiteY1" fmla="*/ 6350 h 284652"/>
              <a:gd name="connsiteX2" fmla="*/ 1067905 w 1067905"/>
              <a:gd name="connsiteY2" fmla="*/ 284652 h 284652"/>
              <a:gd name="connsiteX3" fmla="*/ 531112 w 1067905"/>
              <a:gd name="connsiteY3" fmla="*/ 284652 h 284652"/>
              <a:gd name="connsiteX4" fmla="*/ 0 w 1067905"/>
              <a:gd name="connsiteY4" fmla="*/ 284652 h 284652"/>
              <a:gd name="connsiteX5" fmla="*/ 0 w 1067905"/>
              <a:gd name="connsiteY5" fmla="*/ 0 h 284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67905" h="284652">
                <a:moveTo>
                  <a:pt x="0" y="0"/>
                </a:moveTo>
                <a:lnTo>
                  <a:pt x="782692" y="6350"/>
                </a:lnTo>
                <a:lnTo>
                  <a:pt x="1067905" y="284652"/>
                </a:lnTo>
                <a:lnTo>
                  <a:pt x="531112" y="284652"/>
                </a:lnTo>
                <a:lnTo>
                  <a:pt x="0" y="284652"/>
                </a:lnTo>
                <a:lnTo>
                  <a:pt x="0" y="0"/>
                </a:lnTo>
                <a:close/>
              </a:path>
            </a:pathLst>
          </a:custGeom>
          <a:solidFill>
            <a:schemeClr val="bg1"/>
          </a:solidFill>
          <a:ln w="31750" cap="flat">
            <a:noFill/>
            <a:prstDash val="solid"/>
            <a:miter/>
          </a:ln>
          <a:effectLst/>
        </p:spPr>
        <p:txBody>
          <a:bodyPr wrap="square" rtlCol="0" anchor="ctr">
            <a:noAutofit/>
          </a:bodyPr>
          <a:lstStyle/>
          <a:p>
            <a:pPr algn="l"/>
            <a:endParaRPr lang="en-US"/>
          </a:p>
        </p:txBody>
      </p:sp>
      <p:pic>
        <p:nvPicPr>
          <p:cNvPr id="5" name="Picture 4">
            <a:extLst>
              <a:ext uri="{FF2B5EF4-FFF2-40B4-BE49-F238E27FC236}">
                <a16:creationId xmlns:a16="http://schemas.microsoft.com/office/drawing/2014/main" id="{3346F1A5-A343-D369-FFF1-001A50C1D48F}"/>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150678" y="6663592"/>
            <a:ext cx="112428" cy="142409"/>
          </a:xfrm>
          <a:prstGeom prst="rect">
            <a:avLst/>
          </a:prstGeom>
        </p:spPr>
      </p:pic>
      <p:sp>
        <p:nvSpPr>
          <p:cNvPr id="6" name="TextBox 5">
            <a:extLst>
              <a:ext uri="{FF2B5EF4-FFF2-40B4-BE49-F238E27FC236}">
                <a16:creationId xmlns:a16="http://schemas.microsoft.com/office/drawing/2014/main" id="{D4543CF2-4C4B-31A5-E0CB-4B703CFBA12A}"/>
              </a:ext>
            </a:extLst>
          </p:cNvPr>
          <p:cNvSpPr txBox="1"/>
          <p:nvPr userDrawn="1"/>
        </p:nvSpPr>
        <p:spPr>
          <a:xfrm>
            <a:off x="222225" y="6625955"/>
            <a:ext cx="1009675" cy="200055"/>
          </a:xfrm>
          <a:prstGeom prst="rect">
            <a:avLst/>
          </a:prstGeom>
        </p:spPr>
        <p:txBody>
          <a:bodyPr wrap="square" rtlCol="0" anchor="t">
            <a:spAutoFit/>
          </a:bodyPr>
          <a:lstStyle/>
          <a:p>
            <a:pPr marL="0" indent="0" algn="l" defTabSz="914400">
              <a:buNone/>
            </a:pPr>
            <a:r>
              <a:rPr lang="en-US" sz="700" b="1" kern="0">
                <a:solidFill>
                  <a:schemeClr val="tx1"/>
                </a:solidFill>
                <a:latin typeface="+mj-lt"/>
                <a:cs typeface="Arial Narrow" panose="020B0604020202020204" pitchFamily="34" charset="0"/>
              </a:rPr>
              <a:t>PUBLIC</a:t>
            </a:r>
          </a:p>
        </p:txBody>
      </p:sp>
    </p:spTree>
    <p:extLst>
      <p:ext uri="{BB962C8B-B14F-4D97-AF65-F5344CB8AC3E}">
        <p14:creationId xmlns:p14="http://schemas.microsoft.com/office/powerpoint/2010/main" val="2259735281"/>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photo, Color logo">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4718339-88A7-90D7-906C-073F6146CEDA}"/>
              </a:ext>
            </a:extLst>
          </p:cNvPr>
          <p:cNvSpPr>
            <a:spLocks noGrp="1" noChangeAspect="1"/>
          </p:cNvSpPr>
          <p:nvPr>
            <p:ph type="pic" sz="quarter" idx="14"/>
          </p:nvPr>
        </p:nvSpPr>
        <p:spPr>
          <a:xfrm>
            <a:off x="-11187" y="-8389"/>
            <a:ext cx="12203187" cy="6874777"/>
          </a:xfrm>
          <a:custGeom>
            <a:avLst/>
            <a:gdLst>
              <a:gd name="connsiteX0" fmla="*/ 6880 w 12203187"/>
              <a:gd name="connsiteY0" fmla="*/ 0 h 6874777"/>
              <a:gd name="connsiteX1" fmla="*/ 12203187 w 12203187"/>
              <a:gd name="connsiteY1" fmla="*/ 8369 h 6874777"/>
              <a:gd name="connsiteX2" fmla="*/ 8987735 w 12203187"/>
              <a:gd name="connsiteY2" fmla="*/ 2694671 h 6874777"/>
              <a:gd name="connsiteX3" fmla="*/ 8990038 w 12203187"/>
              <a:gd name="connsiteY3" fmla="*/ 4343274 h 6874777"/>
              <a:gd name="connsiteX4" fmla="*/ 12199709 w 12203187"/>
              <a:gd name="connsiteY4" fmla="*/ 6874777 h 6874777"/>
              <a:gd name="connsiteX5" fmla="*/ 1373397 w 12203187"/>
              <a:gd name="connsiteY5" fmla="*/ 6867334 h 6874777"/>
              <a:gd name="connsiteX6" fmla="*/ 1009194 w 12203187"/>
              <a:gd name="connsiteY6" fmla="*/ 6591262 h 6874777"/>
              <a:gd name="connsiteX7" fmla="*/ 1662 w 12203187"/>
              <a:gd name="connsiteY7" fmla="*/ 6584912 h 6874777"/>
              <a:gd name="connsiteX8" fmla="*/ 1662 w 12203187"/>
              <a:gd name="connsiteY8" fmla="*/ 6866391 h 6874777"/>
              <a:gd name="connsiteX9" fmla="*/ 0 w 12203187"/>
              <a:gd name="connsiteY9" fmla="*/ 6866390 h 6874777"/>
              <a:gd name="connsiteX10" fmla="*/ 6880 w 12203187"/>
              <a:gd name="connsiteY10" fmla="*/ 0 h 687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03187" h="6874777">
                <a:moveTo>
                  <a:pt x="6880" y="0"/>
                </a:moveTo>
                <a:lnTo>
                  <a:pt x="12203187" y="8369"/>
                </a:lnTo>
                <a:lnTo>
                  <a:pt x="8987735" y="2694671"/>
                </a:lnTo>
                <a:cubicBezTo>
                  <a:pt x="8990723" y="3140993"/>
                  <a:pt x="8987050" y="3896951"/>
                  <a:pt x="8990038" y="4343274"/>
                </a:cubicBezTo>
                <a:lnTo>
                  <a:pt x="12199709" y="6874777"/>
                </a:lnTo>
                <a:lnTo>
                  <a:pt x="1373397" y="6867334"/>
                </a:lnTo>
                <a:lnTo>
                  <a:pt x="1009194" y="6591262"/>
                </a:lnTo>
                <a:lnTo>
                  <a:pt x="1662" y="6584912"/>
                </a:lnTo>
                <a:lnTo>
                  <a:pt x="1662" y="6866391"/>
                </a:lnTo>
                <a:lnTo>
                  <a:pt x="0" y="6866390"/>
                </a:lnTo>
                <a:cubicBezTo>
                  <a:pt x="5593" y="4583173"/>
                  <a:pt x="1287" y="2283217"/>
                  <a:pt x="6880" y="0"/>
                </a:cubicBezTo>
                <a:close/>
              </a:path>
            </a:pathLst>
          </a:custGeom>
          <a:solidFill>
            <a:schemeClr val="bg1"/>
          </a:solidFill>
          <a:effectLst>
            <a:outerShdw blurRad="127000" dist="38100" dir="8100000" algn="tr" rotWithShape="0">
              <a:prstClr val="black">
                <a:alpha val="20000"/>
              </a:prstClr>
            </a:outerShdw>
          </a:effectLst>
        </p:spPr>
        <p:txBody>
          <a:bodyPr wrap="square" anchor="ctr">
            <a:noAutofit/>
          </a:bodyPr>
          <a:lstStyle>
            <a:lvl1pPr algn="ctr">
              <a:buFontTx/>
              <a:buNone/>
              <a:defRPr>
                <a:latin typeface="+mj-lt"/>
              </a:defRPr>
            </a:lvl1pPr>
          </a:lstStyle>
          <a:p>
            <a:r>
              <a:rPr lang="en-US"/>
              <a:t>Click icon to add picture</a:t>
            </a:r>
          </a:p>
        </p:txBody>
      </p:sp>
      <p:pic>
        <p:nvPicPr>
          <p:cNvPr id="2" name="Picture 1">
            <a:extLst>
              <a:ext uri="{FF2B5EF4-FFF2-40B4-BE49-F238E27FC236}">
                <a16:creationId xmlns:a16="http://schemas.microsoft.com/office/drawing/2014/main" id="{14E65E4B-04B6-5799-3169-833E89A8760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311780" y="2932504"/>
            <a:ext cx="2175367" cy="739625"/>
          </a:xfrm>
          <a:prstGeom prst="rect">
            <a:avLst/>
          </a:prstGeom>
        </p:spPr>
      </p:pic>
      <p:pic>
        <p:nvPicPr>
          <p:cNvPr id="3" name="Picture 2">
            <a:extLst>
              <a:ext uri="{FF2B5EF4-FFF2-40B4-BE49-F238E27FC236}">
                <a16:creationId xmlns:a16="http://schemas.microsoft.com/office/drawing/2014/main" id="{B60033E2-88EF-F2B3-56B8-B79301EDF3F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513876" y="3666951"/>
            <a:ext cx="1799270" cy="136827"/>
          </a:xfrm>
          <a:prstGeom prst="rect">
            <a:avLst/>
          </a:prstGeom>
        </p:spPr>
      </p:pic>
      <p:sp>
        <p:nvSpPr>
          <p:cNvPr id="20" name="Title 6">
            <a:extLst>
              <a:ext uri="{FF2B5EF4-FFF2-40B4-BE49-F238E27FC236}">
                <a16:creationId xmlns:a16="http://schemas.microsoft.com/office/drawing/2014/main" id="{538D6271-7021-2341-74FA-49FE47169C42}"/>
              </a:ext>
            </a:extLst>
          </p:cNvPr>
          <p:cNvSpPr>
            <a:spLocks noGrp="1"/>
          </p:cNvSpPr>
          <p:nvPr>
            <p:ph type="title" hasCustomPrompt="1"/>
          </p:nvPr>
        </p:nvSpPr>
        <p:spPr>
          <a:xfrm>
            <a:off x="889208" y="2406624"/>
            <a:ext cx="4912878" cy="1325563"/>
          </a:xfrm>
          <a:prstGeom prst="rect">
            <a:avLst/>
          </a:prstGeom>
        </p:spPr>
        <p:txBody>
          <a:bodyPr anchor="b"/>
          <a:lstStyle>
            <a:lvl1pPr algn="l">
              <a:lnSpc>
                <a:spcPct val="100000"/>
              </a:lnSpc>
              <a:defRPr sz="4000" b="0" i="0">
                <a:solidFill>
                  <a:schemeClr val="bg1"/>
                </a:solidFill>
                <a:latin typeface="+mj-lt"/>
              </a:defRPr>
            </a:lvl1pPr>
          </a:lstStyle>
          <a:p>
            <a:r>
              <a:rPr lang="en-US"/>
              <a:t>Click to edit master title style</a:t>
            </a:r>
          </a:p>
        </p:txBody>
      </p:sp>
      <p:sp>
        <p:nvSpPr>
          <p:cNvPr id="26" name="Text Placeholder 11">
            <a:extLst>
              <a:ext uri="{FF2B5EF4-FFF2-40B4-BE49-F238E27FC236}">
                <a16:creationId xmlns:a16="http://schemas.microsoft.com/office/drawing/2014/main" id="{A58AE2BD-0CCC-C76A-B2F7-CE59EDAD1E23}"/>
              </a:ext>
            </a:extLst>
          </p:cNvPr>
          <p:cNvSpPr>
            <a:spLocks noGrp="1"/>
          </p:cNvSpPr>
          <p:nvPr>
            <p:ph type="body" sz="quarter" idx="10" hasCustomPrompt="1"/>
          </p:nvPr>
        </p:nvSpPr>
        <p:spPr>
          <a:xfrm>
            <a:off x="889208" y="3815487"/>
            <a:ext cx="4912878" cy="684803"/>
          </a:xfrm>
          <a:prstGeom prst="rect">
            <a:avLst/>
          </a:prstGeom>
        </p:spPr>
        <p:txBody>
          <a:bodyPr wrap="square" anchor="t">
            <a:spAutoFit/>
          </a:bodyPr>
          <a:lstStyle>
            <a:lvl1pPr marL="0" marR="0" indent="0" algn="l" defTabSz="457109" rtl="0" eaLnBrk="1" fontAlgn="base" latinLnBrk="0" hangingPunct="1">
              <a:lnSpc>
                <a:spcPct val="100000"/>
              </a:lnSpc>
              <a:spcBef>
                <a:spcPts val="0"/>
              </a:spcBef>
              <a:spcAft>
                <a:spcPts val="300"/>
              </a:spcAft>
              <a:buClr>
                <a:srgbClr val="BB2332"/>
              </a:buClr>
              <a:buSzTx/>
              <a:buFont typeface="Wingdings" charset="2"/>
              <a:buNone/>
              <a:tabLst/>
              <a:defRPr lang="en-US" sz="1800" b="0" i="0" baseline="0" dirty="0">
                <a:solidFill>
                  <a:schemeClr val="bg1"/>
                </a:solidFill>
                <a:latin typeface="Barlow Light" pitchFamily="2" charset="77"/>
              </a:defRPr>
            </a:lvl1pPr>
            <a:lvl2pPr marL="768178" indent="0" algn="r">
              <a:buNone/>
              <a:defRPr/>
            </a:lvl2pPr>
            <a:lvl3pPr marL="1377641" indent="0" algn="r">
              <a:buNone/>
              <a:defRPr/>
            </a:lvl3pPr>
            <a:lvl4pPr marL="1828389" indent="0" algn="r">
              <a:buNone/>
              <a:defRPr/>
            </a:lvl4pPr>
            <a:lvl5pPr marL="2437851" indent="0" algn="r">
              <a:buNone/>
              <a:defRPr/>
            </a:lvl5pPr>
          </a:lstStyle>
          <a:p>
            <a:pPr lvl="0"/>
            <a:r>
              <a:rPr lang="en-US"/>
              <a:t>First Name Last Name</a:t>
            </a:r>
          </a:p>
          <a:p>
            <a:pPr lvl="0"/>
            <a:r>
              <a:rPr lang="en-US"/>
              <a:t>Title, Date</a:t>
            </a:r>
          </a:p>
        </p:txBody>
      </p:sp>
      <p:pic>
        <p:nvPicPr>
          <p:cNvPr id="6" name="Picture 5">
            <a:extLst>
              <a:ext uri="{FF2B5EF4-FFF2-40B4-BE49-F238E27FC236}">
                <a16:creationId xmlns:a16="http://schemas.microsoft.com/office/drawing/2014/main" id="{C21BE948-C38C-92A2-6485-3E1300D8822D}"/>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150678" y="6663592"/>
            <a:ext cx="112428" cy="142409"/>
          </a:xfrm>
          <a:prstGeom prst="rect">
            <a:avLst/>
          </a:prstGeom>
        </p:spPr>
      </p:pic>
      <p:sp>
        <p:nvSpPr>
          <p:cNvPr id="7" name="TextBox 6">
            <a:extLst>
              <a:ext uri="{FF2B5EF4-FFF2-40B4-BE49-F238E27FC236}">
                <a16:creationId xmlns:a16="http://schemas.microsoft.com/office/drawing/2014/main" id="{1BE662EA-B79A-8AE4-69E1-F1D7F0F250AA}"/>
              </a:ext>
            </a:extLst>
          </p:cNvPr>
          <p:cNvSpPr txBox="1"/>
          <p:nvPr userDrawn="1"/>
        </p:nvSpPr>
        <p:spPr>
          <a:xfrm>
            <a:off x="222225" y="6625955"/>
            <a:ext cx="1009675" cy="200055"/>
          </a:xfrm>
          <a:prstGeom prst="rect">
            <a:avLst/>
          </a:prstGeom>
        </p:spPr>
        <p:txBody>
          <a:bodyPr wrap="square" rtlCol="0" anchor="t">
            <a:spAutoFit/>
          </a:bodyPr>
          <a:lstStyle/>
          <a:p>
            <a:pPr marL="0" indent="0" algn="l" defTabSz="914400">
              <a:buNone/>
            </a:pPr>
            <a:r>
              <a:rPr lang="en-US" sz="700" b="1" kern="0">
                <a:solidFill>
                  <a:schemeClr val="tx1"/>
                </a:solidFill>
                <a:latin typeface="+mj-lt"/>
                <a:cs typeface="Arial Narrow" panose="020B0604020202020204" pitchFamily="34" charset="0"/>
              </a:rPr>
              <a:t>PUBLIC</a:t>
            </a:r>
          </a:p>
        </p:txBody>
      </p:sp>
    </p:spTree>
    <p:extLst>
      <p:ext uri="{BB962C8B-B14F-4D97-AF65-F5344CB8AC3E}">
        <p14:creationId xmlns:p14="http://schemas.microsoft.com/office/powerpoint/2010/main" val="1690591548"/>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bg>
      <p:bgPr>
        <a:solidFill>
          <a:srgbClr val="FFFFFF"/>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79CC8E45-557C-2570-B96A-54927082176F}"/>
              </a:ext>
            </a:extLst>
          </p:cNvPr>
          <p:cNvGrpSpPr/>
          <p:nvPr userDrawn="1"/>
        </p:nvGrpSpPr>
        <p:grpSpPr>
          <a:xfrm>
            <a:off x="447265" y="1603356"/>
            <a:ext cx="11341925" cy="4111644"/>
            <a:chOff x="930361" y="1603356"/>
            <a:chExt cx="11481319" cy="4111644"/>
          </a:xfrm>
        </p:grpSpPr>
        <p:sp>
          <p:nvSpPr>
            <p:cNvPr id="5" name="Rectangle 4">
              <a:extLst>
                <a:ext uri="{FF2B5EF4-FFF2-40B4-BE49-F238E27FC236}">
                  <a16:creationId xmlns:a16="http://schemas.microsoft.com/office/drawing/2014/main" id="{D5430690-5C41-19A7-B481-EFBF1407B485}"/>
                </a:ext>
              </a:extLst>
            </p:cNvPr>
            <p:cNvSpPr/>
            <p:nvPr userDrawn="1"/>
          </p:nvSpPr>
          <p:spPr bwMode="auto">
            <a:xfrm>
              <a:off x="930361"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6" name="Rectangle 5">
              <a:extLst>
                <a:ext uri="{FF2B5EF4-FFF2-40B4-BE49-F238E27FC236}">
                  <a16:creationId xmlns:a16="http://schemas.microsoft.com/office/drawing/2014/main" id="{E00AEE73-21B5-3E40-6D46-BA1B38351E6A}"/>
                </a:ext>
              </a:extLst>
            </p:cNvPr>
            <p:cNvSpPr/>
            <p:nvPr userDrawn="1"/>
          </p:nvSpPr>
          <p:spPr bwMode="auto">
            <a:xfrm>
              <a:off x="3236240"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7" name="Rectangle 6">
              <a:extLst>
                <a:ext uri="{FF2B5EF4-FFF2-40B4-BE49-F238E27FC236}">
                  <a16:creationId xmlns:a16="http://schemas.microsoft.com/office/drawing/2014/main" id="{C65A8030-9DA8-8B50-0F63-11C8FB0FD518}"/>
                </a:ext>
              </a:extLst>
            </p:cNvPr>
            <p:cNvSpPr/>
            <p:nvPr userDrawn="1"/>
          </p:nvSpPr>
          <p:spPr bwMode="auto">
            <a:xfrm>
              <a:off x="5542117"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0" name="Rectangle 9">
              <a:extLst>
                <a:ext uri="{FF2B5EF4-FFF2-40B4-BE49-F238E27FC236}">
                  <a16:creationId xmlns:a16="http://schemas.microsoft.com/office/drawing/2014/main" id="{FFEFDC67-2914-3155-1D9F-852F8D482252}"/>
                </a:ext>
              </a:extLst>
            </p:cNvPr>
            <p:cNvSpPr/>
            <p:nvPr userDrawn="1"/>
          </p:nvSpPr>
          <p:spPr bwMode="auto">
            <a:xfrm>
              <a:off x="7847996"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1" name="Rectangle 10">
              <a:extLst>
                <a:ext uri="{FF2B5EF4-FFF2-40B4-BE49-F238E27FC236}">
                  <a16:creationId xmlns:a16="http://schemas.microsoft.com/office/drawing/2014/main" id="{920623B3-E6FD-9695-3530-BF94456717BB}"/>
                </a:ext>
              </a:extLst>
            </p:cNvPr>
            <p:cNvSpPr/>
            <p:nvPr userDrawn="1"/>
          </p:nvSpPr>
          <p:spPr bwMode="auto">
            <a:xfrm>
              <a:off x="10153874"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gr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447266" y="4692848"/>
            <a:ext cx="2230394"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pic>
        <p:nvPicPr>
          <p:cNvPr id="2" name="Picture 1">
            <a:extLst>
              <a:ext uri="{FF2B5EF4-FFF2-40B4-BE49-F238E27FC236}">
                <a16:creationId xmlns:a16="http://schemas.microsoft.com/office/drawing/2014/main" id="{14550506-2990-2ED5-8D62-E5D92A95917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4" name="Straight Connector 3">
            <a:extLst>
              <a:ext uri="{FF2B5EF4-FFF2-40B4-BE49-F238E27FC236}">
                <a16:creationId xmlns:a16="http://schemas.microsoft.com/office/drawing/2014/main" id="{AF444FED-ED41-FF32-2971-3A9729E61D2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13" name="Text Placeholder 2">
            <a:extLst>
              <a:ext uri="{FF2B5EF4-FFF2-40B4-BE49-F238E27FC236}">
                <a16:creationId xmlns:a16="http://schemas.microsoft.com/office/drawing/2014/main" id="{8C3EBD0E-14C8-3FC0-AA11-523D4D21D6A2}"/>
              </a:ext>
            </a:extLst>
          </p:cNvPr>
          <p:cNvSpPr>
            <a:spLocks noGrp="1"/>
          </p:cNvSpPr>
          <p:nvPr>
            <p:ph type="body" sz="quarter" idx="17"/>
          </p:nvPr>
        </p:nvSpPr>
        <p:spPr>
          <a:xfrm>
            <a:off x="2725148" y="4692848"/>
            <a:ext cx="2230394"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4" name="Text Placeholder 2">
            <a:extLst>
              <a:ext uri="{FF2B5EF4-FFF2-40B4-BE49-F238E27FC236}">
                <a16:creationId xmlns:a16="http://schemas.microsoft.com/office/drawing/2014/main" id="{1BD8A462-217F-CBDC-3261-492491BFAEBC}"/>
              </a:ext>
            </a:extLst>
          </p:cNvPr>
          <p:cNvSpPr>
            <a:spLocks noGrp="1"/>
          </p:cNvSpPr>
          <p:nvPr>
            <p:ph type="body" sz="quarter" idx="18"/>
          </p:nvPr>
        </p:nvSpPr>
        <p:spPr>
          <a:xfrm>
            <a:off x="4955541" y="4692848"/>
            <a:ext cx="2274710"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5" name="Text Placeholder 2">
            <a:extLst>
              <a:ext uri="{FF2B5EF4-FFF2-40B4-BE49-F238E27FC236}">
                <a16:creationId xmlns:a16="http://schemas.microsoft.com/office/drawing/2014/main" id="{C17E55E8-7F6C-ECF8-3476-4AD112D65780}"/>
              </a:ext>
            </a:extLst>
          </p:cNvPr>
          <p:cNvSpPr>
            <a:spLocks noGrp="1"/>
          </p:cNvSpPr>
          <p:nvPr>
            <p:ph type="body" sz="quarter" idx="19"/>
          </p:nvPr>
        </p:nvSpPr>
        <p:spPr>
          <a:xfrm>
            <a:off x="7277738" y="4692848"/>
            <a:ext cx="2230393"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6" name="Text Placeholder 2">
            <a:extLst>
              <a:ext uri="{FF2B5EF4-FFF2-40B4-BE49-F238E27FC236}">
                <a16:creationId xmlns:a16="http://schemas.microsoft.com/office/drawing/2014/main" id="{B0DCEAC2-EC32-DA30-BB74-E5EF4DFF2B1E}"/>
              </a:ext>
            </a:extLst>
          </p:cNvPr>
          <p:cNvSpPr>
            <a:spLocks noGrp="1"/>
          </p:cNvSpPr>
          <p:nvPr>
            <p:ph type="body" sz="quarter" idx="20"/>
          </p:nvPr>
        </p:nvSpPr>
        <p:spPr>
          <a:xfrm>
            <a:off x="9558795" y="4692848"/>
            <a:ext cx="2230393"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0" name="Content Placeholder 19">
            <a:extLst>
              <a:ext uri="{FF2B5EF4-FFF2-40B4-BE49-F238E27FC236}">
                <a16:creationId xmlns:a16="http://schemas.microsoft.com/office/drawing/2014/main" id="{AF5244F9-F143-F270-12B0-06E47BEE0219}"/>
              </a:ext>
            </a:extLst>
          </p:cNvPr>
          <p:cNvSpPr>
            <a:spLocks noGrp="1"/>
          </p:cNvSpPr>
          <p:nvPr>
            <p:ph sz="quarter" idx="21" hasCustomPrompt="1"/>
          </p:nvPr>
        </p:nvSpPr>
        <p:spPr>
          <a:xfrm>
            <a:off x="625475"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1</a:t>
            </a:r>
          </a:p>
        </p:txBody>
      </p:sp>
      <p:sp>
        <p:nvSpPr>
          <p:cNvPr id="21" name="Content Placeholder 19">
            <a:extLst>
              <a:ext uri="{FF2B5EF4-FFF2-40B4-BE49-F238E27FC236}">
                <a16:creationId xmlns:a16="http://schemas.microsoft.com/office/drawing/2014/main" id="{156DDBA7-30BA-21BF-1CC4-85D062FA2348}"/>
              </a:ext>
            </a:extLst>
          </p:cNvPr>
          <p:cNvSpPr>
            <a:spLocks noGrp="1"/>
          </p:cNvSpPr>
          <p:nvPr>
            <p:ph sz="quarter" idx="22" hasCustomPrompt="1"/>
          </p:nvPr>
        </p:nvSpPr>
        <p:spPr>
          <a:xfrm>
            <a:off x="2911474"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2</a:t>
            </a:r>
          </a:p>
        </p:txBody>
      </p:sp>
      <p:sp>
        <p:nvSpPr>
          <p:cNvPr id="22" name="Content Placeholder 19">
            <a:extLst>
              <a:ext uri="{FF2B5EF4-FFF2-40B4-BE49-F238E27FC236}">
                <a16:creationId xmlns:a16="http://schemas.microsoft.com/office/drawing/2014/main" id="{EE618733-5874-D073-E561-9A90AC13F4F1}"/>
              </a:ext>
            </a:extLst>
          </p:cNvPr>
          <p:cNvSpPr>
            <a:spLocks noGrp="1"/>
          </p:cNvSpPr>
          <p:nvPr>
            <p:ph sz="quarter" idx="23" hasCustomPrompt="1"/>
          </p:nvPr>
        </p:nvSpPr>
        <p:spPr>
          <a:xfrm>
            <a:off x="5177597"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3</a:t>
            </a:r>
          </a:p>
        </p:txBody>
      </p:sp>
      <p:sp>
        <p:nvSpPr>
          <p:cNvPr id="23" name="Content Placeholder 19">
            <a:extLst>
              <a:ext uri="{FF2B5EF4-FFF2-40B4-BE49-F238E27FC236}">
                <a16:creationId xmlns:a16="http://schemas.microsoft.com/office/drawing/2014/main" id="{8A8F39DC-7C60-7DF6-FE59-7FBB2C1A5961}"/>
              </a:ext>
            </a:extLst>
          </p:cNvPr>
          <p:cNvSpPr>
            <a:spLocks noGrp="1"/>
          </p:cNvSpPr>
          <p:nvPr>
            <p:ph sz="quarter" idx="24" hasCustomPrompt="1"/>
          </p:nvPr>
        </p:nvSpPr>
        <p:spPr>
          <a:xfrm>
            <a:off x="7453658"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4</a:t>
            </a:r>
          </a:p>
        </p:txBody>
      </p:sp>
      <p:sp>
        <p:nvSpPr>
          <p:cNvPr id="24" name="Content Placeholder 19">
            <a:extLst>
              <a:ext uri="{FF2B5EF4-FFF2-40B4-BE49-F238E27FC236}">
                <a16:creationId xmlns:a16="http://schemas.microsoft.com/office/drawing/2014/main" id="{06C092DE-C225-BD31-32AD-0AF6B406617B}"/>
              </a:ext>
            </a:extLst>
          </p:cNvPr>
          <p:cNvSpPr>
            <a:spLocks noGrp="1"/>
          </p:cNvSpPr>
          <p:nvPr>
            <p:ph sz="quarter" idx="25" hasCustomPrompt="1"/>
          </p:nvPr>
        </p:nvSpPr>
        <p:spPr>
          <a:xfrm>
            <a:off x="9689963"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5</a:t>
            </a:r>
          </a:p>
        </p:txBody>
      </p:sp>
      <p:grpSp>
        <p:nvGrpSpPr>
          <p:cNvPr id="31" name="Group 30">
            <a:extLst>
              <a:ext uri="{FF2B5EF4-FFF2-40B4-BE49-F238E27FC236}">
                <a16:creationId xmlns:a16="http://schemas.microsoft.com/office/drawing/2014/main" id="{25F3528B-8DDE-F756-A084-7FCF6F277F8C}"/>
              </a:ext>
            </a:extLst>
          </p:cNvPr>
          <p:cNvGrpSpPr/>
          <p:nvPr userDrawn="1"/>
        </p:nvGrpSpPr>
        <p:grpSpPr>
          <a:xfrm>
            <a:off x="1044205" y="1573954"/>
            <a:ext cx="9094305" cy="841255"/>
            <a:chOff x="1044205" y="2007704"/>
            <a:chExt cx="9094305" cy="407505"/>
          </a:xfrm>
        </p:grpSpPr>
        <p:cxnSp>
          <p:nvCxnSpPr>
            <p:cNvPr id="26" name="Straight Connector 25">
              <a:extLst>
                <a:ext uri="{FF2B5EF4-FFF2-40B4-BE49-F238E27FC236}">
                  <a16:creationId xmlns:a16="http://schemas.microsoft.com/office/drawing/2014/main" id="{E894AC74-2876-C413-E27F-05BC09E57C20}"/>
                </a:ext>
              </a:extLst>
            </p:cNvPr>
            <p:cNvCxnSpPr/>
            <p:nvPr userDrawn="1"/>
          </p:nvCxnSpPr>
          <p:spPr bwMode="auto">
            <a:xfrm>
              <a:off x="1044205" y="2007704"/>
              <a:ext cx="0" cy="407505"/>
            </a:xfrm>
            <a:prstGeom prst="line">
              <a:avLst/>
            </a:prstGeom>
            <a:noFill/>
            <a:ln w="19050" cap="flat" cmpd="sng" algn="ctr">
              <a:solidFill>
                <a:schemeClr val="bg1"/>
              </a:solidFill>
              <a:prstDash val="solid"/>
              <a:round/>
              <a:headEnd type="none" w="med" len="med"/>
              <a:tailEnd type="none" w="med" len="med"/>
            </a:ln>
            <a:effectLst/>
          </p:spPr>
        </p:cxnSp>
        <p:cxnSp>
          <p:nvCxnSpPr>
            <p:cNvPr id="27" name="Straight Connector 26">
              <a:extLst>
                <a:ext uri="{FF2B5EF4-FFF2-40B4-BE49-F238E27FC236}">
                  <a16:creationId xmlns:a16="http://schemas.microsoft.com/office/drawing/2014/main" id="{0F9B4F2C-6131-A0F9-2247-688A9347CC7F}"/>
                </a:ext>
              </a:extLst>
            </p:cNvPr>
            <p:cNvCxnSpPr/>
            <p:nvPr userDrawn="1"/>
          </p:nvCxnSpPr>
          <p:spPr bwMode="auto">
            <a:xfrm>
              <a:off x="3409718" y="2007704"/>
              <a:ext cx="0" cy="407505"/>
            </a:xfrm>
            <a:prstGeom prst="line">
              <a:avLst/>
            </a:prstGeom>
            <a:noFill/>
            <a:ln w="19050" cap="flat" cmpd="sng" algn="ctr">
              <a:solidFill>
                <a:schemeClr val="bg1"/>
              </a:solidFill>
              <a:prstDash val="solid"/>
              <a:round/>
              <a:headEnd type="none" w="med" len="med"/>
              <a:tailEnd type="none" w="med" len="med"/>
            </a:ln>
            <a:effectLst/>
          </p:spPr>
        </p:cxnSp>
        <p:cxnSp>
          <p:nvCxnSpPr>
            <p:cNvPr id="28" name="Straight Connector 27">
              <a:extLst>
                <a:ext uri="{FF2B5EF4-FFF2-40B4-BE49-F238E27FC236}">
                  <a16:creationId xmlns:a16="http://schemas.microsoft.com/office/drawing/2014/main" id="{2146CFD0-08AD-E76C-C52E-E231727CB71A}"/>
                </a:ext>
              </a:extLst>
            </p:cNvPr>
            <p:cNvCxnSpPr/>
            <p:nvPr userDrawn="1"/>
          </p:nvCxnSpPr>
          <p:spPr bwMode="auto">
            <a:xfrm>
              <a:off x="5665901" y="2007704"/>
              <a:ext cx="0" cy="407505"/>
            </a:xfrm>
            <a:prstGeom prst="line">
              <a:avLst/>
            </a:prstGeom>
            <a:noFill/>
            <a:ln w="19050" cap="flat" cmpd="sng" algn="ctr">
              <a:solidFill>
                <a:schemeClr val="bg1"/>
              </a:solidFill>
              <a:prstDash val="solid"/>
              <a:round/>
              <a:headEnd type="none" w="med" len="med"/>
              <a:tailEnd type="none" w="med" len="med"/>
            </a:ln>
            <a:effectLst/>
          </p:spPr>
        </p:cxnSp>
        <p:cxnSp>
          <p:nvCxnSpPr>
            <p:cNvPr id="29" name="Straight Connector 28">
              <a:extLst>
                <a:ext uri="{FF2B5EF4-FFF2-40B4-BE49-F238E27FC236}">
                  <a16:creationId xmlns:a16="http://schemas.microsoft.com/office/drawing/2014/main" id="{1764D819-AF14-5D58-7EC2-553D8572A57D}"/>
                </a:ext>
              </a:extLst>
            </p:cNvPr>
            <p:cNvCxnSpPr/>
            <p:nvPr userDrawn="1"/>
          </p:nvCxnSpPr>
          <p:spPr bwMode="auto">
            <a:xfrm>
              <a:off x="7961840" y="2007704"/>
              <a:ext cx="0" cy="407505"/>
            </a:xfrm>
            <a:prstGeom prst="line">
              <a:avLst/>
            </a:prstGeom>
            <a:noFill/>
            <a:ln w="19050" cap="flat" cmpd="sng" algn="ctr">
              <a:solidFill>
                <a:schemeClr val="bg1"/>
              </a:solidFill>
              <a:prstDash val="solid"/>
              <a:round/>
              <a:headEnd type="none" w="med" len="med"/>
              <a:tailEnd type="none" w="med" len="med"/>
            </a:ln>
            <a:effectLst/>
          </p:spPr>
        </p:cxnSp>
        <p:cxnSp>
          <p:nvCxnSpPr>
            <p:cNvPr id="30" name="Straight Connector 29">
              <a:extLst>
                <a:ext uri="{FF2B5EF4-FFF2-40B4-BE49-F238E27FC236}">
                  <a16:creationId xmlns:a16="http://schemas.microsoft.com/office/drawing/2014/main" id="{65B8583C-E107-873B-A596-96328920D04B}"/>
                </a:ext>
              </a:extLst>
            </p:cNvPr>
            <p:cNvCxnSpPr/>
            <p:nvPr userDrawn="1"/>
          </p:nvCxnSpPr>
          <p:spPr bwMode="auto">
            <a:xfrm>
              <a:off x="10138510" y="2007704"/>
              <a:ext cx="0" cy="407505"/>
            </a:xfrm>
            <a:prstGeom prst="line">
              <a:avLst/>
            </a:prstGeom>
            <a:noFill/>
            <a:ln w="19050" cap="flat" cmpd="sng" algn="ctr">
              <a:solidFill>
                <a:schemeClr val="bg1"/>
              </a:solidFill>
              <a:prstDash val="solid"/>
              <a:round/>
              <a:headEnd type="none" w="med" len="med"/>
              <a:tailEnd type="none" w="med" len="med"/>
            </a:ln>
            <a:effectLst/>
          </p:spPr>
        </p:cxnSp>
      </p:grpSp>
      <p:sp>
        <p:nvSpPr>
          <p:cNvPr id="9" name="Title 1">
            <a:extLst>
              <a:ext uri="{FF2B5EF4-FFF2-40B4-BE49-F238E27FC236}">
                <a16:creationId xmlns:a16="http://schemas.microsoft.com/office/drawing/2014/main" id="{5EE6C912-905A-73F5-BAA7-B16865C1B6FC}"/>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Tree>
    <p:extLst>
      <p:ext uri="{BB962C8B-B14F-4D97-AF65-F5344CB8AC3E}">
        <p14:creationId xmlns:p14="http://schemas.microsoft.com/office/powerpoint/2010/main" val="769498239"/>
      </p:ext>
    </p:extLst>
  </p:cSld>
  <p:clrMapOvr>
    <a:masterClrMapping/>
  </p:clrMapOvr>
  <p:transition spd="med"/>
  <p:extLst>
    <p:ext uri="{DCECCB84-F9BA-43D5-87BE-67443E8EF086}">
      <p15:sldGuideLst xmlns:p15="http://schemas.microsoft.com/office/powerpoint/2012/main">
        <p15:guide id="1" pos="6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Outlines">
    <p:bg>
      <p:bgPr>
        <a:solidFill>
          <a:srgbClr val="FFFFFF"/>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CE88D321-BEB4-EB87-E7D9-3FCF32CDBA39}"/>
              </a:ext>
            </a:extLst>
          </p:cNvPr>
          <p:cNvGrpSpPr/>
          <p:nvPr userDrawn="1"/>
        </p:nvGrpSpPr>
        <p:grpSpPr>
          <a:xfrm>
            <a:off x="447265" y="1603356"/>
            <a:ext cx="11341921" cy="4111644"/>
            <a:chOff x="447266" y="1603356"/>
            <a:chExt cx="11242948" cy="4111644"/>
          </a:xfrm>
        </p:grpSpPr>
        <p:sp>
          <p:nvSpPr>
            <p:cNvPr id="5" name="Rectangle 4">
              <a:extLst>
                <a:ext uri="{FF2B5EF4-FFF2-40B4-BE49-F238E27FC236}">
                  <a16:creationId xmlns:a16="http://schemas.microsoft.com/office/drawing/2014/main" id="{D5430690-5C41-19A7-B481-EFBF1407B485}"/>
                </a:ext>
              </a:extLst>
            </p:cNvPr>
            <p:cNvSpPr/>
            <p:nvPr userDrawn="1"/>
          </p:nvSpPr>
          <p:spPr bwMode="auto">
            <a:xfrm>
              <a:off x="447266" y="1603356"/>
              <a:ext cx="2190950" cy="4111644"/>
            </a:xfrm>
            <a:prstGeom prst="rect">
              <a:avLst/>
            </a:prstGeom>
            <a:noFill/>
            <a:ln w="19050">
              <a:gradFill>
                <a:gsLst>
                  <a:gs pos="0">
                    <a:schemeClr val="accent3"/>
                  </a:gs>
                  <a:gs pos="100000">
                    <a:schemeClr val="accent1"/>
                  </a:gs>
                </a:gsLst>
                <a:lin ang="2700000" scaled="0"/>
              </a:grad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6" name="Rectangle 5">
              <a:extLst>
                <a:ext uri="{FF2B5EF4-FFF2-40B4-BE49-F238E27FC236}">
                  <a16:creationId xmlns:a16="http://schemas.microsoft.com/office/drawing/2014/main" id="{E00AEE73-21B5-3E40-6D46-BA1B38351E6A}"/>
                </a:ext>
              </a:extLst>
            </p:cNvPr>
            <p:cNvSpPr/>
            <p:nvPr userDrawn="1"/>
          </p:nvSpPr>
          <p:spPr bwMode="auto">
            <a:xfrm>
              <a:off x="2710266" y="1603356"/>
              <a:ext cx="2190950" cy="4111644"/>
            </a:xfrm>
            <a:prstGeom prst="rect">
              <a:avLst/>
            </a:prstGeom>
            <a:noFill/>
            <a:ln w="19050">
              <a:gradFill>
                <a:gsLst>
                  <a:gs pos="0">
                    <a:schemeClr val="accent3"/>
                  </a:gs>
                  <a:gs pos="100000">
                    <a:schemeClr val="accent1"/>
                  </a:gs>
                </a:gsLst>
                <a:lin ang="2700000" scaled="0"/>
              </a:grad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7" name="Rectangle 6">
              <a:extLst>
                <a:ext uri="{FF2B5EF4-FFF2-40B4-BE49-F238E27FC236}">
                  <a16:creationId xmlns:a16="http://schemas.microsoft.com/office/drawing/2014/main" id="{C65A8030-9DA8-8B50-0F63-11C8FB0FD518}"/>
                </a:ext>
              </a:extLst>
            </p:cNvPr>
            <p:cNvSpPr/>
            <p:nvPr userDrawn="1"/>
          </p:nvSpPr>
          <p:spPr bwMode="auto">
            <a:xfrm>
              <a:off x="4973264" y="1603356"/>
              <a:ext cx="2190950" cy="4111644"/>
            </a:xfrm>
            <a:prstGeom prst="rect">
              <a:avLst/>
            </a:prstGeom>
            <a:noFill/>
            <a:ln w="19050">
              <a:gradFill>
                <a:gsLst>
                  <a:gs pos="0">
                    <a:schemeClr val="accent3"/>
                  </a:gs>
                  <a:gs pos="100000">
                    <a:schemeClr val="accent1"/>
                  </a:gs>
                </a:gsLst>
                <a:lin ang="2700000" scaled="0"/>
              </a:grad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0" name="Rectangle 9">
              <a:extLst>
                <a:ext uri="{FF2B5EF4-FFF2-40B4-BE49-F238E27FC236}">
                  <a16:creationId xmlns:a16="http://schemas.microsoft.com/office/drawing/2014/main" id="{FFEFDC67-2914-3155-1D9F-852F8D482252}"/>
                </a:ext>
              </a:extLst>
            </p:cNvPr>
            <p:cNvSpPr/>
            <p:nvPr userDrawn="1"/>
          </p:nvSpPr>
          <p:spPr bwMode="auto">
            <a:xfrm>
              <a:off x="7236264" y="1603356"/>
              <a:ext cx="2190950" cy="4111644"/>
            </a:xfrm>
            <a:prstGeom prst="rect">
              <a:avLst/>
            </a:prstGeom>
            <a:noFill/>
            <a:ln w="19050">
              <a:gradFill>
                <a:gsLst>
                  <a:gs pos="0">
                    <a:schemeClr val="accent3"/>
                  </a:gs>
                  <a:gs pos="100000">
                    <a:schemeClr val="accent1"/>
                  </a:gs>
                </a:gsLst>
                <a:lin ang="2700000" scaled="0"/>
              </a:grad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1" name="Rectangle 10">
              <a:extLst>
                <a:ext uri="{FF2B5EF4-FFF2-40B4-BE49-F238E27FC236}">
                  <a16:creationId xmlns:a16="http://schemas.microsoft.com/office/drawing/2014/main" id="{920623B3-E6FD-9695-3530-BF94456717BB}"/>
                </a:ext>
              </a:extLst>
            </p:cNvPr>
            <p:cNvSpPr/>
            <p:nvPr userDrawn="1"/>
          </p:nvSpPr>
          <p:spPr bwMode="auto">
            <a:xfrm>
              <a:off x="9499264" y="1603356"/>
              <a:ext cx="2190950" cy="4111644"/>
            </a:xfrm>
            <a:prstGeom prst="rect">
              <a:avLst/>
            </a:prstGeom>
            <a:noFill/>
            <a:ln w="19050">
              <a:gradFill>
                <a:gsLst>
                  <a:gs pos="0">
                    <a:schemeClr val="accent3"/>
                  </a:gs>
                  <a:gs pos="100000">
                    <a:schemeClr val="accent1"/>
                  </a:gs>
                </a:gsLst>
                <a:lin ang="2700000" scaled="0"/>
              </a:grad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grpSp>
      <p:sp>
        <p:nvSpPr>
          <p:cNvPr id="3" name="Text Placeholder 2">
            <a:extLst>
              <a:ext uri="{FF2B5EF4-FFF2-40B4-BE49-F238E27FC236}">
                <a16:creationId xmlns:a16="http://schemas.microsoft.com/office/drawing/2014/main" id="{793F8A9B-CD25-A04B-9D54-41AE23CF3B32}"/>
              </a:ext>
            </a:extLst>
          </p:cNvPr>
          <p:cNvSpPr>
            <a:spLocks noGrp="1"/>
          </p:cNvSpPr>
          <p:nvPr userDrawn="1">
            <p:ph type="body" sz="quarter" idx="16"/>
          </p:nvPr>
        </p:nvSpPr>
        <p:spPr>
          <a:xfrm>
            <a:off x="447266" y="4692848"/>
            <a:ext cx="2230394"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3" name="Text Placeholder 2">
            <a:extLst>
              <a:ext uri="{FF2B5EF4-FFF2-40B4-BE49-F238E27FC236}">
                <a16:creationId xmlns:a16="http://schemas.microsoft.com/office/drawing/2014/main" id="{8C3EBD0E-14C8-3FC0-AA11-523D4D21D6A2}"/>
              </a:ext>
            </a:extLst>
          </p:cNvPr>
          <p:cNvSpPr>
            <a:spLocks noGrp="1"/>
          </p:cNvSpPr>
          <p:nvPr userDrawn="1">
            <p:ph type="body" sz="quarter" idx="17"/>
          </p:nvPr>
        </p:nvSpPr>
        <p:spPr>
          <a:xfrm>
            <a:off x="2725148" y="4692848"/>
            <a:ext cx="2230394"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4" name="Text Placeholder 2">
            <a:extLst>
              <a:ext uri="{FF2B5EF4-FFF2-40B4-BE49-F238E27FC236}">
                <a16:creationId xmlns:a16="http://schemas.microsoft.com/office/drawing/2014/main" id="{1BD8A462-217F-CBDC-3261-492491BFAEBC}"/>
              </a:ext>
            </a:extLst>
          </p:cNvPr>
          <p:cNvSpPr>
            <a:spLocks noGrp="1"/>
          </p:cNvSpPr>
          <p:nvPr userDrawn="1">
            <p:ph type="body" sz="quarter" idx="18"/>
          </p:nvPr>
        </p:nvSpPr>
        <p:spPr>
          <a:xfrm>
            <a:off x="4955541" y="4692848"/>
            <a:ext cx="2274710"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5" name="Text Placeholder 2">
            <a:extLst>
              <a:ext uri="{FF2B5EF4-FFF2-40B4-BE49-F238E27FC236}">
                <a16:creationId xmlns:a16="http://schemas.microsoft.com/office/drawing/2014/main" id="{C17E55E8-7F6C-ECF8-3476-4AD112D65780}"/>
              </a:ext>
            </a:extLst>
          </p:cNvPr>
          <p:cNvSpPr>
            <a:spLocks noGrp="1"/>
          </p:cNvSpPr>
          <p:nvPr userDrawn="1">
            <p:ph type="body" sz="quarter" idx="19"/>
          </p:nvPr>
        </p:nvSpPr>
        <p:spPr>
          <a:xfrm>
            <a:off x="7277738" y="4692848"/>
            <a:ext cx="2230393"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6" name="Text Placeholder 2">
            <a:extLst>
              <a:ext uri="{FF2B5EF4-FFF2-40B4-BE49-F238E27FC236}">
                <a16:creationId xmlns:a16="http://schemas.microsoft.com/office/drawing/2014/main" id="{B0DCEAC2-EC32-DA30-BB74-E5EF4DFF2B1E}"/>
              </a:ext>
            </a:extLst>
          </p:cNvPr>
          <p:cNvSpPr>
            <a:spLocks noGrp="1"/>
          </p:cNvSpPr>
          <p:nvPr userDrawn="1">
            <p:ph type="body" sz="quarter" idx="20"/>
          </p:nvPr>
        </p:nvSpPr>
        <p:spPr>
          <a:xfrm>
            <a:off x="9558795" y="4692848"/>
            <a:ext cx="2230393"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0" name="Content Placeholder 19">
            <a:extLst>
              <a:ext uri="{FF2B5EF4-FFF2-40B4-BE49-F238E27FC236}">
                <a16:creationId xmlns:a16="http://schemas.microsoft.com/office/drawing/2014/main" id="{AF5244F9-F143-F270-12B0-06E47BEE0219}"/>
              </a:ext>
            </a:extLst>
          </p:cNvPr>
          <p:cNvSpPr>
            <a:spLocks noGrp="1"/>
          </p:cNvSpPr>
          <p:nvPr userDrawn="1">
            <p:ph sz="quarter" idx="21" hasCustomPrompt="1"/>
          </p:nvPr>
        </p:nvSpPr>
        <p:spPr>
          <a:xfrm>
            <a:off x="625475" y="1828800"/>
            <a:ext cx="1898650" cy="1709738"/>
          </a:xfrm>
          <a:prstGeom prst="rect">
            <a:avLst/>
          </a:prstGeom>
        </p:spPr>
        <p:txBody>
          <a:bodyPr/>
          <a:lstStyle>
            <a:lvl1pPr marL="0" indent="0" algn="ctr">
              <a:buNone/>
              <a:defRPr sz="11500" b="0" i="0">
                <a:ln w="19050">
                  <a:gradFill>
                    <a:gsLst>
                      <a:gs pos="0">
                        <a:schemeClr val="accent3"/>
                      </a:gs>
                      <a:gs pos="100000">
                        <a:schemeClr val="accent1"/>
                      </a:gs>
                    </a:gsLst>
                    <a:lin ang="2700000" scaled="0"/>
                  </a:gra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01</a:t>
            </a:r>
          </a:p>
        </p:txBody>
      </p:sp>
      <p:sp>
        <p:nvSpPr>
          <p:cNvPr id="21" name="Content Placeholder 19">
            <a:extLst>
              <a:ext uri="{FF2B5EF4-FFF2-40B4-BE49-F238E27FC236}">
                <a16:creationId xmlns:a16="http://schemas.microsoft.com/office/drawing/2014/main" id="{156DDBA7-30BA-21BF-1CC4-85D062FA2348}"/>
              </a:ext>
            </a:extLst>
          </p:cNvPr>
          <p:cNvSpPr>
            <a:spLocks noGrp="1"/>
          </p:cNvSpPr>
          <p:nvPr userDrawn="1">
            <p:ph sz="quarter" idx="22" hasCustomPrompt="1"/>
          </p:nvPr>
        </p:nvSpPr>
        <p:spPr>
          <a:xfrm>
            <a:off x="2911474" y="1828800"/>
            <a:ext cx="1898650" cy="1709738"/>
          </a:xfrm>
          <a:prstGeom prst="rect">
            <a:avLst/>
          </a:prstGeom>
        </p:spPr>
        <p:txBody>
          <a:bodyPr/>
          <a:lstStyle>
            <a:lvl1pPr marL="0" indent="0" algn="ctr">
              <a:buNone/>
              <a:defRPr sz="11500" b="0" i="0">
                <a:ln w="19050">
                  <a:gradFill>
                    <a:gsLst>
                      <a:gs pos="0">
                        <a:schemeClr val="accent3"/>
                      </a:gs>
                      <a:gs pos="100000">
                        <a:schemeClr val="accent1"/>
                      </a:gs>
                    </a:gsLst>
                    <a:lin ang="2700000" scaled="0"/>
                  </a:gra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02</a:t>
            </a:r>
          </a:p>
        </p:txBody>
      </p:sp>
      <p:sp>
        <p:nvSpPr>
          <p:cNvPr id="22" name="Content Placeholder 19">
            <a:extLst>
              <a:ext uri="{FF2B5EF4-FFF2-40B4-BE49-F238E27FC236}">
                <a16:creationId xmlns:a16="http://schemas.microsoft.com/office/drawing/2014/main" id="{EE618733-5874-D073-E561-9A90AC13F4F1}"/>
              </a:ext>
            </a:extLst>
          </p:cNvPr>
          <p:cNvSpPr>
            <a:spLocks noGrp="1"/>
          </p:cNvSpPr>
          <p:nvPr userDrawn="1">
            <p:ph sz="quarter" idx="23" hasCustomPrompt="1"/>
          </p:nvPr>
        </p:nvSpPr>
        <p:spPr>
          <a:xfrm>
            <a:off x="5177597" y="1828800"/>
            <a:ext cx="1898650" cy="1709738"/>
          </a:xfrm>
          <a:prstGeom prst="rect">
            <a:avLst/>
          </a:prstGeom>
        </p:spPr>
        <p:txBody>
          <a:bodyPr/>
          <a:lstStyle>
            <a:lvl1pPr marL="0" indent="0" algn="ctr">
              <a:buNone/>
              <a:defRPr sz="11500" b="0" i="0">
                <a:ln w="19050">
                  <a:gradFill>
                    <a:gsLst>
                      <a:gs pos="0">
                        <a:schemeClr val="accent3"/>
                      </a:gs>
                      <a:gs pos="100000">
                        <a:schemeClr val="accent1"/>
                      </a:gs>
                    </a:gsLst>
                    <a:lin ang="2700000" scaled="0"/>
                  </a:gra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03</a:t>
            </a:r>
          </a:p>
        </p:txBody>
      </p:sp>
      <p:sp>
        <p:nvSpPr>
          <p:cNvPr id="23" name="Content Placeholder 19">
            <a:extLst>
              <a:ext uri="{FF2B5EF4-FFF2-40B4-BE49-F238E27FC236}">
                <a16:creationId xmlns:a16="http://schemas.microsoft.com/office/drawing/2014/main" id="{8A8F39DC-7C60-7DF6-FE59-7FBB2C1A5961}"/>
              </a:ext>
            </a:extLst>
          </p:cNvPr>
          <p:cNvSpPr>
            <a:spLocks noGrp="1"/>
          </p:cNvSpPr>
          <p:nvPr userDrawn="1">
            <p:ph sz="quarter" idx="24" hasCustomPrompt="1"/>
          </p:nvPr>
        </p:nvSpPr>
        <p:spPr>
          <a:xfrm>
            <a:off x="7453658" y="1828800"/>
            <a:ext cx="1898650" cy="1709738"/>
          </a:xfrm>
          <a:prstGeom prst="rect">
            <a:avLst/>
          </a:prstGeom>
        </p:spPr>
        <p:txBody>
          <a:bodyPr/>
          <a:lstStyle>
            <a:lvl1pPr marL="0" indent="0" algn="ctr">
              <a:buNone/>
              <a:defRPr sz="11500" b="0" i="0">
                <a:ln w="19050">
                  <a:gradFill>
                    <a:gsLst>
                      <a:gs pos="0">
                        <a:schemeClr val="accent3"/>
                      </a:gs>
                      <a:gs pos="100000">
                        <a:schemeClr val="accent1"/>
                      </a:gs>
                    </a:gsLst>
                    <a:lin ang="2700000" scaled="0"/>
                  </a:gra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04</a:t>
            </a:r>
          </a:p>
        </p:txBody>
      </p:sp>
      <p:sp>
        <p:nvSpPr>
          <p:cNvPr id="24" name="Content Placeholder 19">
            <a:extLst>
              <a:ext uri="{FF2B5EF4-FFF2-40B4-BE49-F238E27FC236}">
                <a16:creationId xmlns:a16="http://schemas.microsoft.com/office/drawing/2014/main" id="{06C092DE-C225-BD31-32AD-0AF6B406617B}"/>
              </a:ext>
            </a:extLst>
          </p:cNvPr>
          <p:cNvSpPr>
            <a:spLocks noGrp="1"/>
          </p:cNvSpPr>
          <p:nvPr userDrawn="1">
            <p:ph sz="quarter" idx="25" hasCustomPrompt="1"/>
          </p:nvPr>
        </p:nvSpPr>
        <p:spPr>
          <a:xfrm>
            <a:off x="9689963" y="1828800"/>
            <a:ext cx="1898650" cy="1709738"/>
          </a:xfrm>
          <a:prstGeom prst="rect">
            <a:avLst/>
          </a:prstGeom>
        </p:spPr>
        <p:txBody>
          <a:bodyPr/>
          <a:lstStyle>
            <a:lvl1pPr marL="0" indent="0" algn="ctr">
              <a:buNone/>
              <a:defRPr sz="11500" b="0" i="0">
                <a:ln w="19050">
                  <a:gradFill>
                    <a:gsLst>
                      <a:gs pos="0">
                        <a:schemeClr val="accent3"/>
                      </a:gs>
                      <a:gs pos="100000">
                        <a:schemeClr val="accent1"/>
                      </a:gs>
                    </a:gsLst>
                    <a:lin ang="2700000" scaled="0"/>
                  </a:gra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05</a:t>
            </a:r>
          </a:p>
        </p:txBody>
      </p:sp>
      <p:pic>
        <p:nvPicPr>
          <p:cNvPr id="18" name="Picture 17">
            <a:extLst>
              <a:ext uri="{FF2B5EF4-FFF2-40B4-BE49-F238E27FC236}">
                <a16:creationId xmlns:a16="http://schemas.microsoft.com/office/drawing/2014/main" id="{5A1C0985-D842-860A-B1FC-B9683B52D0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19" name="Straight Connector 18">
            <a:extLst>
              <a:ext uri="{FF2B5EF4-FFF2-40B4-BE49-F238E27FC236}">
                <a16:creationId xmlns:a16="http://schemas.microsoft.com/office/drawing/2014/main" id="{A3B1F656-C622-0556-00B3-F1E0E0FD1B66}"/>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19F1E74D-D433-EF81-34B5-CB111B149418}"/>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Tree>
    <p:extLst>
      <p:ext uri="{BB962C8B-B14F-4D97-AF65-F5344CB8AC3E}">
        <p14:creationId xmlns:p14="http://schemas.microsoft.com/office/powerpoint/2010/main" val="197348808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Colors">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5430690-5C41-19A7-B481-EFBF1407B485}"/>
              </a:ext>
            </a:extLst>
          </p:cNvPr>
          <p:cNvSpPr/>
          <p:nvPr userDrawn="1"/>
        </p:nvSpPr>
        <p:spPr bwMode="auto">
          <a:xfrm>
            <a:off x="447265" y="1603356"/>
            <a:ext cx="2230394"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6" name="Rectangle 5">
            <a:extLst>
              <a:ext uri="{FF2B5EF4-FFF2-40B4-BE49-F238E27FC236}">
                <a16:creationId xmlns:a16="http://schemas.microsoft.com/office/drawing/2014/main" id="{E00AEE73-21B5-3E40-6D46-BA1B38351E6A}"/>
              </a:ext>
            </a:extLst>
          </p:cNvPr>
          <p:cNvSpPr/>
          <p:nvPr userDrawn="1"/>
        </p:nvSpPr>
        <p:spPr bwMode="auto">
          <a:xfrm>
            <a:off x="2725148" y="1603356"/>
            <a:ext cx="2230394" cy="4111644"/>
          </a:xfrm>
          <a:prstGeom prst="rect">
            <a:avLst/>
          </a:prstGeom>
          <a:gradFill flip="none" rotWithShape="1">
            <a:gsLst>
              <a:gs pos="0">
                <a:schemeClr val="accent5"/>
              </a:gs>
              <a:gs pos="51000">
                <a:schemeClr val="accent3"/>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7" name="Rectangle 6">
            <a:extLst>
              <a:ext uri="{FF2B5EF4-FFF2-40B4-BE49-F238E27FC236}">
                <a16:creationId xmlns:a16="http://schemas.microsoft.com/office/drawing/2014/main" id="{C65A8030-9DA8-8B50-0F63-11C8FB0FD518}"/>
              </a:ext>
            </a:extLst>
          </p:cNvPr>
          <p:cNvSpPr/>
          <p:nvPr userDrawn="1"/>
        </p:nvSpPr>
        <p:spPr bwMode="auto">
          <a:xfrm>
            <a:off x="5003030" y="1603356"/>
            <a:ext cx="2230394" cy="4111644"/>
          </a:xfrm>
          <a:prstGeom prst="rect">
            <a:avLst/>
          </a:prstGeom>
          <a:gradFill flip="none" rotWithShape="1">
            <a:gsLst>
              <a:gs pos="0">
                <a:schemeClr val="accent1"/>
              </a:gs>
              <a:gs pos="82000">
                <a:schemeClr val="accent2"/>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0" name="Rectangle 9">
            <a:extLst>
              <a:ext uri="{FF2B5EF4-FFF2-40B4-BE49-F238E27FC236}">
                <a16:creationId xmlns:a16="http://schemas.microsoft.com/office/drawing/2014/main" id="{FFEFDC67-2914-3155-1D9F-852F8D482252}"/>
              </a:ext>
            </a:extLst>
          </p:cNvPr>
          <p:cNvSpPr/>
          <p:nvPr userDrawn="1"/>
        </p:nvSpPr>
        <p:spPr bwMode="auto">
          <a:xfrm>
            <a:off x="7280913" y="1603356"/>
            <a:ext cx="2230394" cy="4111644"/>
          </a:xfrm>
          <a:prstGeom prst="rect">
            <a:avLst/>
          </a:prstGeom>
          <a:gradFill flip="none" rotWithShape="1">
            <a:gsLst>
              <a:gs pos="0">
                <a:schemeClr val="accent4"/>
              </a:gs>
              <a:gs pos="81000">
                <a:schemeClr val="accent2"/>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1" name="Rectangle 10">
            <a:extLst>
              <a:ext uri="{FF2B5EF4-FFF2-40B4-BE49-F238E27FC236}">
                <a16:creationId xmlns:a16="http://schemas.microsoft.com/office/drawing/2014/main" id="{920623B3-E6FD-9695-3530-BF94456717BB}"/>
              </a:ext>
            </a:extLst>
          </p:cNvPr>
          <p:cNvSpPr/>
          <p:nvPr userDrawn="1"/>
        </p:nvSpPr>
        <p:spPr bwMode="auto">
          <a:xfrm>
            <a:off x="9558796" y="1603356"/>
            <a:ext cx="2230394" cy="4111644"/>
          </a:xfrm>
          <a:prstGeom prst="rect">
            <a:avLst/>
          </a:prstGeom>
          <a:gradFill flip="none" rotWithShape="1">
            <a:gsLst>
              <a:gs pos="1000">
                <a:schemeClr val="accent4"/>
              </a:gs>
              <a:gs pos="82000">
                <a:schemeClr val="accent6"/>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userDrawn="1">
            <p:ph type="body" sz="quarter" idx="16"/>
          </p:nvPr>
        </p:nvSpPr>
        <p:spPr>
          <a:xfrm>
            <a:off x="447266" y="4692848"/>
            <a:ext cx="2230394"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3" name="Text Placeholder 2">
            <a:extLst>
              <a:ext uri="{FF2B5EF4-FFF2-40B4-BE49-F238E27FC236}">
                <a16:creationId xmlns:a16="http://schemas.microsoft.com/office/drawing/2014/main" id="{8C3EBD0E-14C8-3FC0-AA11-523D4D21D6A2}"/>
              </a:ext>
            </a:extLst>
          </p:cNvPr>
          <p:cNvSpPr>
            <a:spLocks noGrp="1"/>
          </p:cNvSpPr>
          <p:nvPr userDrawn="1">
            <p:ph type="body" sz="quarter" idx="17"/>
          </p:nvPr>
        </p:nvSpPr>
        <p:spPr>
          <a:xfrm>
            <a:off x="2725148" y="4692848"/>
            <a:ext cx="2230394"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4" name="Text Placeholder 2">
            <a:extLst>
              <a:ext uri="{FF2B5EF4-FFF2-40B4-BE49-F238E27FC236}">
                <a16:creationId xmlns:a16="http://schemas.microsoft.com/office/drawing/2014/main" id="{1BD8A462-217F-CBDC-3261-492491BFAEBC}"/>
              </a:ext>
            </a:extLst>
          </p:cNvPr>
          <p:cNvSpPr>
            <a:spLocks noGrp="1"/>
          </p:cNvSpPr>
          <p:nvPr userDrawn="1">
            <p:ph type="body" sz="quarter" idx="18"/>
          </p:nvPr>
        </p:nvSpPr>
        <p:spPr>
          <a:xfrm>
            <a:off x="4955541" y="4692848"/>
            <a:ext cx="2274710"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5" name="Text Placeholder 2">
            <a:extLst>
              <a:ext uri="{FF2B5EF4-FFF2-40B4-BE49-F238E27FC236}">
                <a16:creationId xmlns:a16="http://schemas.microsoft.com/office/drawing/2014/main" id="{C17E55E8-7F6C-ECF8-3476-4AD112D65780}"/>
              </a:ext>
            </a:extLst>
          </p:cNvPr>
          <p:cNvSpPr>
            <a:spLocks noGrp="1"/>
          </p:cNvSpPr>
          <p:nvPr userDrawn="1">
            <p:ph type="body" sz="quarter" idx="19"/>
          </p:nvPr>
        </p:nvSpPr>
        <p:spPr>
          <a:xfrm>
            <a:off x="7277738" y="4692848"/>
            <a:ext cx="2230393"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6" name="Text Placeholder 2">
            <a:extLst>
              <a:ext uri="{FF2B5EF4-FFF2-40B4-BE49-F238E27FC236}">
                <a16:creationId xmlns:a16="http://schemas.microsoft.com/office/drawing/2014/main" id="{B0DCEAC2-EC32-DA30-BB74-E5EF4DFF2B1E}"/>
              </a:ext>
            </a:extLst>
          </p:cNvPr>
          <p:cNvSpPr>
            <a:spLocks noGrp="1"/>
          </p:cNvSpPr>
          <p:nvPr userDrawn="1">
            <p:ph type="body" sz="quarter" idx="20"/>
          </p:nvPr>
        </p:nvSpPr>
        <p:spPr>
          <a:xfrm>
            <a:off x="9558795" y="4692848"/>
            <a:ext cx="2230393"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0" name="Content Placeholder 19">
            <a:extLst>
              <a:ext uri="{FF2B5EF4-FFF2-40B4-BE49-F238E27FC236}">
                <a16:creationId xmlns:a16="http://schemas.microsoft.com/office/drawing/2014/main" id="{AF5244F9-F143-F270-12B0-06E47BEE0219}"/>
              </a:ext>
            </a:extLst>
          </p:cNvPr>
          <p:cNvSpPr>
            <a:spLocks noGrp="1"/>
          </p:cNvSpPr>
          <p:nvPr userDrawn="1">
            <p:ph sz="quarter" idx="21" hasCustomPrompt="1"/>
          </p:nvPr>
        </p:nvSpPr>
        <p:spPr>
          <a:xfrm>
            <a:off x="625475"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1</a:t>
            </a:r>
          </a:p>
        </p:txBody>
      </p:sp>
      <p:sp>
        <p:nvSpPr>
          <p:cNvPr id="21" name="Content Placeholder 19">
            <a:extLst>
              <a:ext uri="{FF2B5EF4-FFF2-40B4-BE49-F238E27FC236}">
                <a16:creationId xmlns:a16="http://schemas.microsoft.com/office/drawing/2014/main" id="{156DDBA7-30BA-21BF-1CC4-85D062FA2348}"/>
              </a:ext>
            </a:extLst>
          </p:cNvPr>
          <p:cNvSpPr>
            <a:spLocks noGrp="1"/>
          </p:cNvSpPr>
          <p:nvPr userDrawn="1">
            <p:ph sz="quarter" idx="22" hasCustomPrompt="1"/>
          </p:nvPr>
        </p:nvSpPr>
        <p:spPr>
          <a:xfrm>
            <a:off x="2911474"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2</a:t>
            </a:r>
          </a:p>
        </p:txBody>
      </p:sp>
      <p:sp>
        <p:nvSpPr>
          <p:cNvPr id="22" name="Content Placeholder 19">
            <a:extLst>
              <a:ext uri="{FF2B5EF4-FFF2-40B4-BE49-F238E27FC236}">
                <a16:creationId xmlns:a16="http://schemas.microsoft.com/office/drawing/2014/main" id="{EE618733-5874-D073-E561-9A90AC13F4F1}"/>
              </a:ext>
            </a:extLst>
          </p:cNvPr>
          <p:cNvSpPr>
            <a:spLocks noGrp="1"/>
          </p:cNvSpPr>
          <p:nvPr userDrawn="1">
            <p:ph sz="quarter" idx="23" hasCustomPrompt="1"/>
          </p:nvPr>
        </p:nvSpPr>
        <p:spPr>
          <a:xfrm>
            <a:off x="5177597"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3</a:t>
            </a:r>
          </a:p>
        </p:txBody>
      </p:sp>
      <p:sp>
        <p:nvSpPr>
          <p:cNvPr id="23" name="Content Placeholder 19">
            <a:extLst>
              <a:ext uri="{FF2B5EF4-FFF2-40B4-BE49-F238E27FC236}">
                <a16:creationId xmlns:a16="http://schemas.microsoft.com/office/drawing/2014/main" id="{8A8F39DC-7C60-7DF6-FE59-7FBB2C1A5961}"/>
              </a:ext>
            </a:extLst>
          </p:cNvPr>
          <p:cNvSpPr>
            <a:spLocks noGrp="1"/>
          </p:cNvSpPr>
          <p:nvPr userDrawn="1">
            <p:ph sz="quarter" idx="24" hasCustomPrompt="1"/>
          </p:nvPr>
        </p:nvSpPr>
        <p:spPr>
          <a:xfrm>
            <a:off x="7453658"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4</a:t>
            </a:r>
          </a:p>
        </p:txBody>
      </p:sp>
      <p:sp>
        <p:nvSpPr>
          <p:cNvPr id="24" name="Content Placeholder 19">
            <a:extLst>
              <a:ext uri="{FF2B5EF4-FFF2-40B4-BE49-F238E27FC236}">
                <a16:creationId xmlns:a16="http://schemas.microsoft.com/office/drawing/2014/main" id="{06C092DE-C225-BD31-32AD-0AF6B406617B}"/>
              </a:ext>
            </a:extLst>
          </p:cNvPr>
          <p:cNvSpPr>
            <a:spLocks noGrp="1"/>
          </p:cNvSpPr>
          <p:nvPr userDrawn="1">
            <p:ph sz="quarter" idx="25" hasCustomPrompt="1"/>
          </p:nvPr>
        </p:nvSpPr>
        <p:spPr>
          <a:xfrm>
            <a:off x="9689963"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5</a:t>
            </a:r>
          </a:p>
        </p:txBody>
      </p:sp>
      <p:pic>
        <p:nvPicPr>
          <p:cNvPr id="17" name="Picture 16">
            <a:extLst>
              <a:ext uri="{FF2B5EF4-FFF2-40B4-BE49-F238E27FC236}">
                <a16:creationId xmlns:a16="http://schemas.microsoft.com/office/drawing/2014/main" id="{119A7B38-45AE-2291-9EA2-072160E05F2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18" name="Straight Connector 17">
            <a:extLst>
              <a:ext uri="{FF2B5EF4-FFF2-40B4-BE49-F238E27FC236}">
                <a16:creationId xmlns:a16="http://schemas.microsoft.com/office/drawing/2014/main" id="{CE2E81E1-9C05-40B8-809D-F0BFD9956B54}"/>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4" name="Title 1">
            <a:extLst>
              <a:ext uri="{FF2B5EF4-FFF2-40B4-BE49-F238E27FC236}">
                <a16:creationId xmlns:a16="http://schemas.microsoft.com/office/drawing/2014/main" id="{C29C7DC5-D5FC-37A4-1BB4-431660839FF1}"/>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Tree>
    <p:extLst>
      <p:ext uri="{BB962C8B-B14F-4D97-AF65-F5344CB8AC3E}">
        <p14:creationId xmlns:p14="http://schemas.microsoft.com/office/powerpoint/2010/main" val="1429742465"/>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list">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5430690-5C41-19A7-B481-EFBF1407B485}"/>
              </a:ext>
            </a:extLst>
          </p:cNvPr>
          <p:cNvSpPr/>
          <p:nvPr userDrawn="1"/>
        </p:nvSpPr>
        <p:spPr bwMode="auto">
          <a:xfrm rot="16200000">
            <a:off x="78534" y="5334835"/>
            <a:ext cx="752644" cy="951009"/>
          </a:xfrm>
          <a:prstGeom prst="rect">
            <a:avLst/>
          </a:prstGeom>
          <a:gradFill>
            <a:gsLst>
              <a:gs pos="0">
                <a:schemeClr val="accent3"/>
              </a:gs>
              <a:gs pos="100000">
                <a:schemeClr val="accent1"/>
              </a:gs>
            </a:gsLst>
            <a:lin ang="27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6" name="Rectangle 5">
            <a:extLst>
              <a:ext uri="{FF2B5EF4-FFF2-40B4-BE49-F238E27FC236}">
                <a16:creationId xmlns:a16="http://schemas.microsoft.com/office/drawing/2014/main" id="{E00AEE73-21B5-3E40-6D46-BA1B38351E6A}"/>
              </a:ext>
            </a:extLst>
          </p:cNvPr>
          <p:cNvSpPr/>
          <p:nvPr userDrawn="1"/>
        </p:nvSpPr>
        <p:spPr bwMode="auto">
          <a:xfrm rot="16200000">
            <a:off x="78534" y="4280775"/>
            <a:ext cx="752644" cy="951009"/>
          </a:xfrm>
          <a:prstGeom prst="rect">
            <a:avLst/>
          </a:prstGeom>
          <a:gradFill>
            <a:gsLst>
              <a:gs pos="0">
                <a:schemeClr val="accent3"/>
              </a:gs>
              <a:gs pos="100000">
                <a:schemeClr val="accent1"/>
              </a:gs>
            </a:gsLst>
            <a:lin ang="27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7" name="Rectangle 6">
            <a:extLst>
              <a:ext uri="{FF2B5EF4-FFF2-40B4-BE49-F238E27FC236}">
                <a16:creationId xmlns:a16="http://schemas.microsoft.com/office/drawing/2014/main" id="{C65A8030-9DA8-8B50-0F63-11C8FB0FD518}"/>
              </a:ext>
            </a:extLst>
          </p:cNvPr>
          <p:cNvSpPr/>
          <p:nvPr userDrawn="1"/>
        </p:nvSpPr>
        <p:spPr bwMode="auto">
          <a:xfrm rot="16200000">
            <a:off x="78534" y="3226716"/>
            <a:ext cx="752644" cy="951009"/>
          </a:xfrm>
          <a:prstGeom prst="rect">
            <a:avLst/>
          </a:prstGeom>
          <a:gradFill>
            <a:gsLst>
              <a:gs pos="0">
                <a:schemeClr val="accent3"/>
              </a:gs>
              <a:gs pos="100000">
                <a:schemeClr val="accent1"/>
              </a:gs>
            </a:gsLst>
            <a:lin ang="27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0" name="Rectangle 9">
            <a:extLst>
              <a:ext uri="{FF2B5EF4-FFF2-40B4-BE49-F238E27FC236}">
                <a16:creationId xmlns:a16="http://schemas.microsoft.com/office/drawing/2014/main" id="{FFEFDC67-2914-3155-1D9F-852F8D482252}"/>
              </a:ext>
            </a:extLst>
          </p:cNvPr>
          <p:cNvSpPr/>
          <p:nvPr userDrawn="1"/>
        </p:nvSpPr>
        <p:spPr bwMode="auto">
          <a:xfrm rot="16200000">
            <a:off x="78534" y="2172657"/>
            <a:ext cx="752644" cy="951009"/>
          </a:xfrm>
          <a:prstGeom prst="rect">
            <a:avLst/>
          </a:prstGeom>
          <a:gradFill>
            <a:gsLst>
              <a:gs pos="0">
                <a:schemeClr val="accent3"/>
              </a:gs>
              <a:gs pos="100000">
                <a:schemeClr val="accent1"/>
              </a:gs>
            </a:gsLst>
            <a:lin ang="27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1" name="Rectangle 10">
            <a:extLst>
              <a:ext uri="{FF2B5EF4-FFF2-40B4-BE49-F238E27FC236}">
                <a16:creationId xmlns:a16="http://schemas.microsoft.com/office/drawing/2014/main" id="{920623B3-E6FD-9695-3530-BF94456717BB}"/>
              </a:ext>
            </a:extLst>
          </p:cNvPr>
          <p:cNvSpPr/>
          <p:nvPr userDrawn="1"/>
        </p:nvSpPr>
        <p:spPr bwMode="auto">
          <a:xfrm rot="16200000">
            <a:off x="78534" y="1118598"/>
            <a:ext cx="752644" cy="951009"/>
          </a:xfrm>
          <a:prstGeom prst="rect">
            <a:avLst/>
          </a:prstGeom>
          <a:gradFill>
            <a:gsLst>
              <a:gs pos="0">
                <a:schemeClr val="accent3"/>
              </a:gs>
              <a:gs pos="100000">
                <a:schemeClr val="accent1"/>
              </a:gs>
            </a:gsLst>
            <a:lin ang="27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userDrawn="1">
            <p:ph type="body" sz="quarter" idx="16"/>
          </p:nvPr>
        </p:nvSpPr>
        <p:spPr>
          <a:xfrm>
            <a:off x="1044205" y="1295241"/>
            <a:ext cx="10744989" cy="6740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3" name="Text Placeholder 2">
            <a:extLst>
              <a:ext uri="{FF2B5EF4-FFF2-40B4-BE49-F238E27FC236}">
                <a16:creationId xmlns:a16="http://schemas.microsoft.com/office/drawing/2014/main" id="{8C3EBD0E-14C8-3FC0-AA11-523D4D21D6A2}"/>
              </a:ext>
            </a:extLst>
          </p:cNvPr>
          <p:cNvSpPr>
            <a:spLocks noGrp="1"/>
          </p:cNvSpPr>
          <p:nvPr userDrawn="1">
            <p:ph type="body" sz="quarter" idx="17"/>
          </p:nvPr>
        </p:nvSpPr>
        <p:spPr>
          <a:xfrm>
            <a:off x="1044205" y="2360266"/>
            <a:ext cx="10744989" cy="6740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4" name="Text Placeholder 2">
            <a:extLst>
              <a:ext uri="{FF2B5EF4-FFF2-40B4-BE49-F238E27FC236}">
                <a16:creationId xmlns:a16="http://schemas.microsoft.com/office/drawing/2014/main" id="{1BD8A462-217F-CBDC-3261-492491BFAEBC}"/>
              </a:ext>
            </a:extLst>
          </p:cNvPr>
          <p:cNvSpPr>
            <a:spLocks noGrp="1"/>
          </p:cNvSpPr>
          <p:nvPr userDrawn="1">
            <p:ph type="body" sz="quarter" idx="18"/>
          </p:nvPr>
        </p:nvSpPr>
        <p:spPr>
          <a:xfrm>
            <a:off x="1044205" y="3425291"/>
            <a:ext cx="10744985" cy="6740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5" name="Text Placeholder 2">
            <a:extLst>
              <a:ext uri="{FF2B5EF4-FFF2-40B4-BE49-F238E27FC236}">
                <a16:creationId xmlns:a16="http://schemas.microsoft.com/office/drawing/2014/main" id="{C17E55E8-7F6C-ECF8-3476-4AD112D65780}"/>
              </a:ext>
            </a:extLst>
          </p:cNvPr>
          <p:cNvSpPr>
            <a:spLocks noGrp="1"/>
          </p:cNvSpPr>
          <p:nvPr userDrawn="1">
            <p:ph type="body" sz="quarter" idx="19"/>
          </p:nvPr>
        </p:nvSpPr>
        <p:spPr>
          <a:xfrm>
            <a:off x="1044206" y="4490316"/>
            <a:ext cx="10744984" cy="6740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6" name="Text Placeholder 2">
            <a:extLst>
              <a:ext uri="{FF2B5EF4-FFF2-40B4-BE49-F238E27FC236}">
                <a16:creationId xmlns:a16="http://schemas.microsoft.com/office/drawing/2014/main" id="{B0DCEAC2-EC32-DA30-BB74-E5EF4DFF2B1E}"/>
              </a:ext>
            </a:extLst>
          </p:cNvPr>
          <p:cNvSpPr>
            <a:spLocks noGrp="1"/>
          </p:cNvSpPr>
          <p:nvPr userDrawn="1">
            <p:ph type="body" sz="quarter" idx="20"/>
          </p:nvPr>
        </p:nvSpPr>
        <p:spPr>
          <a:xfrm>
            <a:off x="1044206" y="5555341"/>
            <a:ext cx="10744984" cy="6740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0" name="Content Placeholder 19">
            <a:extLst>
              <a:ext uri="{FF2B5EF4-FFF2-40B4-BE49-F238E27FC236}">
                <a16:creationId xmlns:a16="http://schemas.microsoft.com/office/drawing/2014/main" id="{AF5244F9-F143-F270-12B0-06E47BEE0219}"/>
              </a:ext>
            </a:extLst>
          </p:cNvPr>
          <p:cNvSpPr>
            <a:spLocks noGrp="1"/>
          </p:cNvSpPr>
          <p:nvPr userDrawn="1">
            <p:ph sz="quarter" idx="21" hasCustomPrompt="1"/>
          </p:nvPr>
        </p:nvSpPr>
        <p:spPr>
          <a:xfrm>
            <a:off x="-521119" y="1153655"/>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01</a:t>
            </a:r>
          </a:p>
        </p:txBody>
      </p:sp>
      <p:sp>
        <p:nvSpPr>
          <p:cNvPr id="21" name="Content Placeholder 19">
            <a:extLst>
              <a:ext uri="{FF2B5EF4-FFF2-40B4-BE49-F238E27FC236}">
                <a16:creationId xmlns:a16="http://schemas.microsoft.com/office/drawing/2014/main" id="{156DDBA7-30BA-21BF-1CC4-85D062FA2348}"/>
              </a:ext>
            </a:extLst>
          </p:cNvPr>
          <p:cNvSpPr>
            <a:spLocks noGrp="1"/>
          </p:cNvSpPr>
          <p:nvPr userDrawn="1">
            <p:ph sz="quarter" idx="22" hasCustomPrompt="1"/>
          </p:nvPr>
        </p:nvSpPr>
        <p:spPr>
          <a:xfrm>
            <a:off x="-521119" y="2180635"/>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02</a:t>
            </a:r>
          </a:p>
        </p:txBody>
      </p:sp>
      <p:sp>
        <p:nvSpPr>
          <p:cNvPr id="22" name="Content Placeholder 19">
            <a:extLst>
              <a:ext uri="{FF2B5EF4-FFF2-40B4-BE49-F238E27FC236}">
                <a16:creationId xmlns:a16="http://schemas.microsoft.com/office/drawing/2014/main" id="{EE618733-5874-D073-E561-9A90AC13F4F1}"/>
              </a:ext>
            </a:extLst>
          </p:cNvPr>
          <p:cNvSpPr>
            <a:spLocks noGrp="1"/>
          </p:cNvSpPr>
          <p:nvPr userDrawn="1">
            <p:ph sz="quarter" idx="23" hasCustomPrompt="1"/>
          </p:nvPr>
        </p:nvSpPr>
        <p:spPr>
          <a:xfrm>
            <a:off x="-521115" y="3270592"/>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03</a:t>
            </a:r>
          </a:p>
        </p:txBody>
      </p:sp>
      <p:sp>
        <p:nvSpPr>
          <p:cNvPr id="23" name="Content Placeholder 19">
            <a:extLst>
              <a:ext uri="{FF2B5EF4-FFF2-40B4-BE49-F238E27FC236}">
                <a16:creationId xmlns:a16="http://schemas.microsoft.com/office/drawing/2014/main" id="{8A8F39DC-7C60-7DF6-FE59-7FBB2C1A5961}"/>
              </a:ext>
            </a:extLst>
          </p:cNvPr>
          <p:cNvSpPr>
            <a:spLocks noGrp="1"/>
          </p:cNvSpPr>
          <p:nvPr userDrawn="1">
            <p:ph sz="quarter" idx="24" hasCustomPrompt="1"/>
          </p:nvPr>
        </p:nvSpPr>
        <p:spPr>
          <a:xfrm>
            <a:off x="-510021" y="4300548"/>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04</a:t>
            </a:r>
          </a:p>
        </p:txBody>
      </p:sp>
      <p:sp>
        <p:nvSpPr>
          <p:cNvPr id="24" name="Content Placeholder 19">
            <a:extLst>
              <a:ext uri="{FF2B5EF4-FFF2-40B4-BE49-F238E27FC236}">
                <a16:creationId xmlns:a16="http://schemas.microsoft.com/office/drawing/2014/main" id="{06C092DE-C225-BD31-32AD-0AF6B406617B}"/>
              </a:ext>
            </a:extLst>
          </p:cNvPr>
          <p:cNvSpPr>
            <a:spLocks noGrp="1"/>
          </p:cNvSpPr>
          <p:nvPr userDrawn="1">
            <p:ph sz="quarter" idx="25" hasCustomPrompt="1"/>
          </p:nvPr>
        </p:nvSpPr>
        <p:spPr>
          <a:xfrm>
            <a:off x="-498927" y="5393482"/>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05</a:t>
            </a:r>
          </a:p>
        </p:txBody>
      </p:sp>
      <p:pic>
        <p:nvPicPr>
          <p:cNvPr id="9" name="Picture 8">
            <a:extLst>
              <a:ext uri="{FF2B5EF4-FFF2-40B4-BE49-F238E27FC236}">
                <a16:creationId xmlns:a16="http://schemas.microsoft.com/office/drawing/2014/main" id="{01AD8891-8906-AE0F-F34A-16FACC8D50C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12" name="Straight Connector 11">
            <a:extLst>
              <a:ext uri="{FF2B5EF4-FFF2-40B4-BE49-F238E27FC236}">
                <a16:creationId xmlns:a16="http://schemas.microsoft.com/office/drawing/2014/main" id="{340F3CD0-B2A9-3E1D-C106-08B30BF7FD2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4" name="Title 1">
            <a:extLst>
              <a:ext uri="{FF2B5EF4-FFF2-40B4-BE49-F238E27FC236}">
                <a16:creationId xmlns:a16="http://schemas.microsoft.com/office/drawing/2014/main" id="{61F1521B-E99A-BE90-5FA5-B16038BBC8C7}"/>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Tree>
    <p:extLst>
      <p:ext uri="{BB962C8B-B14F-4D97-AF65-F5344CB8AC3E}">
        <p14:creationId xmlns:p14="http://schemas.microsoft.com/office/powerpoint/2010/main" val="1020431277"/>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a list 2 columns">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5430690-5C41-19A7-B481-EFBF1407B485}"/>
              </a:ext>
            </a:extLst>
          </p:cNvPr>
          <p:cNvSpPr/>
          <p:nvPr userDrawn="1"/>
        </p:nvSpPr>
        <p:spPr bwMode="auto">
          <a:xfrm rot="16200000">
            <a:off x="78534" y="5334835"/>
            <a:ext cx="752644" cy="951009"/>
          </a:xfrm>
          <a:prstGeom prst="rect">
            <a:avLst/>
          </a:prstGeom>
          <a:gradFill>
            <a:gsLst>
              <a:gs pos="0">
                <a:schemeClr val="accent3"/>
              </a:gs>
              <a:gs pos="100000">
                <a:schemeClr val="accent1"/>
              </a:gs>
            </a:gsLst>
            <a:lin ang="27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6" name="Rectangle 5">
            <a:extLst>
              <a:ext uri="{FF2B5EF4-FFF2-40B4-BE49-F238E27FC236}">
                <a16:creationId xmlns:a16="http://schemas.microsoft.com/office/drawing/2014/main" id="{E00AEE73-21B5-3E40-6D46-BA1B38351E6A}"/>
              </a:ext>
            </a:extLst>
          </p:cNvPr>
          <p:cNvSpPr/>
          <p:nvPr userDrawn="1"/>
        </p:nvSpPr>
        <p:spPr bwMode="auto">
          <a:xfrm rot="16200000">
            <a:off x="78534" y="4280775"/>
            <a:ext cx="752644" cy="951009"/>
          </a:xfrm>
          <a:prstGeom prst="rect">
            <a:avLst/>
          </a:prstGeom>
          <a:gradFill>
            <a:gsLst>
              <a:gs pos="0">
                <a:schemeClr val="accent3"/>
              </a:gs>
              <a:gs pos="100000">
                <a:schemeClr val="accent1"/>
              </a:gs>
            </a:gsLst>
            <a:lin ang="27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7" name="Rectangle 6">
            <a:extLst>
              <a:ext uri="{FF2B5EF4-FFF2-40B4-BE49-F238E27FC236}">
                <a16:creationId xmlns:a16="http://schemas.microsoft.com/office/drawing/2014/main" id="{C65A8030-9DA8-8B50-0F63-11C8FB0FD518}"/>
              </a:ext>
            </a:extLst>
          </p:cNvPr>
          <p:cNvSpPr/>
          <p:nvPr userDrawn="1"/>
        </p:nvSpPr>
        <p:spPr bwMode="auto">
          <a:xfrm rot="16200000">
            <a:off x="78534" y="3226716"/>
            <a:ext cx="752644" cy="951009"/>
          </a:xfrm>
          <a:prstGeom prst="rect">
            <a:avLst/>
          </a:prstGeom>
          <a:gradFill>
            <a:gsLst>
              <a:gs pos="0">
                <a:schemeClr val="accent3"/>
              </a:gs>
              <a:gs pos="100000">
                <a:schemeClr val="accent1"/>
              </a:gs>
            </a:gsLst>
            <a:lin ang="27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0" name="Rectangle 9">
            <a:extLst>
              <a:ext uri="{FF2B5EF4-FFF2-40B4-BE49-F238E27FC236}">
                <a16:creationId xmlns:a16="http://schemas.microsoft.com/office/drawing/2014/main" id="{FFEFDC67-2914-3155-1D9F-852F8D482252}"/>
              </a:ext>
            </a:extLst>
          </p:cNvPr>
          <p:cNvSpPr/>
          <p:nvPr userDrawn="1"/>
        </p:nvSpPr>
        <p:spPr bwMode="auto">
          <a:xfrm rot="16200000">
            <a:off x="78534" y="2172657"/>
            <a:ext cx="752644" cy="951009"/>
          </a:xfrm>
          <a:prstGeom prst="rect">
            <a:avLst/>
          </a:prstGeom>
          <a:gradFill>
            <a:gsLst>
              <a:gs pos="0">
                <a:schemeClr val="accent3"/>
              </a:gs>
              <a:gs pos="100000">
                <a:schemeClr val="accent1"/>
              </a:gs>
            </a:gsLst>
            <a:lin ang="27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1" name="Rectangle 10">
            <a:extLst>
              <a:ext uri="{FF2B5EF4-FFF2-40B4-BE49-F238E27FC236}">
                <a16:creationId xmlns:a16="http://schemas.microsoft.com/office/drawing/2014/main" id="{920623B3-E6FD-9695-3530-BF94456717BB}"/>
              </a:ext>
            </a:extLst>
          </p:cNvPr>
          <p:cNvSpPr/>
          <p:nvPr userDrawn="1"/>
        </p:nvSpPr>
        <p:spPr bwMode="auto">
          <a:xfrm rot="16200000">
            <a:off x="78534" y="1118598"/>
            <a:ext cx="752644" cy="951009"/>
          </a:xfrm>
          <a:prstGeom prst="rect">
            <a:avLst/>
          </a:prstGeom>
          <a:gradFill>
            <a:gsLst>
              <a:gs pos="0">
                <a:schemeClr val="accent3"/>
              </a:gs>
              <a:gs pos="100000">
                <a:schemeClr val="accent1"/>
              </a:gs>
            </a:gsLst>
            <a:lin ang="27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userDrawn="1">
            <p:ph type="body" sz="quarter" idx="16"/>
          </p:nvPr>
        </p:nvSpPr>
        <p:spPr>
          <a:xfrm>
            <a:off x="1044205" y="1336791"/>
            <a:ext cx="4594595"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3" name="Text Placeholder 2">
            <a:extLst>
              <a:ext uri="{FF2B5EF4-FFF2-40B4-BE49-F238E27FC236}">
                <a16:creationId xmlns:a16="http://schemas.microsoft.com/office/drawing/2014/main" id="{8C3EBD0E-14C8-3FC0-AA11-523D4D21D6A2}"/>
              </a:ext>
            </a:extLst>
          </p:cNvPr>
          <p:cNvSpPr>
            <a:spLocks noGrp="1"/>
          </p:cNvSpPr>
          <p:nvPr userDrawn="1">
            <p:ph type="body" sz="quarter" idx="17"/>
          </p:nvPr>
        </p:nvSpPr>
        <p:spPr>
          <a:xfrm>
            <a:off x="1044205" y="2401816"/>
            <a:ext cx="4594595"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4" name="Text Placeholder 2">
            <a:extLst>
              <a:ext uri="{FF2B5EF4-FFF2-40B4-BE49-F238E27FC236}">
                <a16:creationId xmlns:a16="http://schemas.microsoft.com/office/drawing/2014/main" id="{1BD8A462-217F-CBDC-3261-492491BFAEBC}"/>
              </a:ext>
            </a:extLst>
          </p:cNvPr>
          <p:cNvSpPr>
            <a:spLocks noGrp="1"/>
          </p:cNvSpPr>
          <p:nvPr userDrawn="1">
            <p:ph type="body" sz="quarter" idx="18"/>
          </p:nvPr>
        </p:nvSpPr>
        <p:spPr>
          <a:xfrm>
            <a:off x="1044205" y="3466841"/>
            <a:ext cx="4594593"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5" name="Text Placeholder 2">
            <a:extLst>
              <a:ext uri="{FF2B5EF4-FFF2-40B4-BE49-F238E27FC236}">
                <a16:creationId xmlns:a16="http://schemas.microsoft.com/office/drawing/2014/main" id="{C17E55E8-7F6C-ECF8-3476-4AD112D65780}"/>
              </a:ext>
            </a:extLst>
          </p:cNvPr>
          <p:cNvSpPr>
            <a:spLocks noGrp="1"/>
          </p:cNvSpPr>
          <p:nvPr userDrawn="1">
            <p:ph type="body" sz="quarter" idx="19"/>
          </p:nvPr>
        </p:nvSpPr>
        <p:spPr>
          <a:xfrm>
            <a:off x="1044206" y="4531866"/>
            <a:ext cx="4594593"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6" name="Text Placeholder 2">
            <a:extLst>
              <a:ext uri="{FF2B5EF4-FFF2-40B4-BE49-F238E27FC236}">
                <a16:creationId xmlns:a16="http://schemas.microsoft.com/office/drawing/2014/main" id="{B0DCEAC2-EC32-DA30-BB74-E5EF4DFF2B1E}"/>
              </a:ext>
            </a:extLst>
          </p:cNvPr>
          <p:cNvSpPr>
            <a:spLocks noGrp="1"/>
          </p:cNvSpPr>
          <p:nvPr userDrawn="1">
            <p:ph type="body" sz="quarter" idx="20"/>
          </p:nvPr>
        </p:nvSpPr>
        <p:spPr>
          <a:xfrm>
            <a:off x="1044206" y="5596891"/>
            <a:ext cx="4594593"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0" name="Content Placeholder 19">
            <a:extLst>
              <a:ext uri="{FF2B5EF4-FFF2-40B4-BE49-F238E27FC236}">
                <a16:creationId xmlns:a16="http://schemas.microsoft.com/office/drawing/2014/main" id="{AF5244F9-F143-F270-12B0-06E47BEE0219}"/>
              </a:ext>
            </a:extLst>
          </p:cNvPr>
          <p:cNvSpPr>
            <a:spLocks noGrp="1"/>
          </p:cNvSpPr>
          <p:nvPr userDrawn="1">
            <p:ph sz="quarter" idx="21" hasCustomPrompt="1"/>
          </p:nvPr>
        </p:nvSpPr>
        <p:spPr>
          <a:xfrm>
            <a:off x="-521119" y="1153655"/>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01</a:t>
            </a:r>
          </a:p>
        </p:txBody>
      </p:sp>
      <p:sp>
        <p:nvSpPr>
          <p:cNvPr id="21" name="Content Placeholder 19">
            <a:extLst>
              <a:ext uri="{FF2B5EF4-FFF2-40B4-BE49-F238E27FC236}">
                <a16:creationId xmlns:a16="http://schemas.microsoft.com/office/drawing/2014/main" id="{156DDBA7-30BA-21BF-1CC4-85D062FA2348}"/>
              </a:ext>
            </a:extLst>
          </p:cNvPr>
          <p:cNvSpPr>
            <a:spLocks noGrp="1"/>
          </p:cNvSpPr>
          <p:nvPr userDrawn="1">
            <p:ph sz="quarter" idx="22" hasCustomPrompt="1"/>
          </p:nvPr>
        </p:nvSpPr>
        <p:spPr>
          <a:xfrm>
            <a:off x="-521119" y="2180635"/>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02</a:t>
            </a:r>
          </a:p>
        </p:txBody>
      </p:sp>
      <p:sp>
        <p:nvSpPr>
          <p:cNvPr id="22" name="Content Placeholder 19">
            <a:extLst>
              <a:ext uri="{FF2B5EF4-FFF2-40B4-BE49-F238E27FC236}">
                <a16:creationId xmlns:a16="http://schemas.microsoft.com/office/drawing/2014/main" id="{EE618733-5874-D073-E561-9A90AC13F4F1}"/>
              </a:ext>
            </a:extLst>
          </p:cNvPr>
          <p:cNvSpPr>
            <a:spLocks noGrp="1"/>
          </p:cNvSpPr>
          <p:nvPr userDrawn="1">
            <p:ph sz="quarter" idx="23" hasCustomPrompt="1"/>
          </p:nvPr>
        </p:nvSpPr>
        <p:spPr>
          <a:xfrm>
            <a:off x="-521115" y="3270592"/>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03</a:t>
            </a:r>
          </a:p>
        </p:txBody>
      </p:sp>
      <p:sp>
        <p:nvSpPr>
          <p:cNvPr id="23" name="Content Placeholder 19">
            <a:extLst>
              <a:ext uri="{FF2B5EF4-FFF2-40B4-BE49-F238E27FC236}">
                <a16:creationId xmlns:a16="http://schemas.microsoft.com/office/drawing/2014/main" id="{8A8F39DC-7C60-7DF6-FE59-7FBB2C1A5961}"/>
              </a:ext>
            </a:extLst>
          </p:cNvPr>
          <p:cNvSpPr>
            <a:spLocks noGrp="1"/>
          </p:cNvSpPr>
          <p:nvPr userDrawn="1">
            <p:ph sz="quarter" idx="24" hasCustomPrompt="1"/>
          </p:nvPr>
        </p:nvSpPr>
        <p:spPr>
          <a:xfrm>
            <a:off x="-510021" y="4300548"/>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04</a:t>
            </a:r>
          </a:p>
        </p:txBody>
      </p:sp>
      <p:sp>
        <p:nvSpPr>
          <p:cNvPr id="24" name="Content Placeholder 19">
            <a:extLst>
              <a:ext uri="{FF2B5EF4-FFF2-40B4-BE49-F238E27FC236}">
                <a16:creationId xmlns:a16="http://schemas.microsoft.com/office/drawing/2014/main" id="{06C092DE-C225-BD31-32AD-0AF6B406617B}"/>
              </a:ext>
            </a:extLst>
          </p:cNvPr>
          <p:cNvSpPr>
            <a:spLocks noGrp="1"/>
          </p:cNvSpPr>
          <p:nvPr userDrawn="1">
            <p:ph sz="quarter" idx="25" hasCustomPrompt="1"/>
          </p:nvPr>
        </p:nvSpPr>
        <p:spPr>
          <a:xfrm>
            <a:off x="-498927" y="5393482"/>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05</a:t>
            </a:r>
          </a:p>
        </p:txBody>
      </p:sp>
      <p:sp>
        <p:nvSpPr>
          <p:cNvPr id="9" name="Rectangle 8">
            <a:extLst>
              <a:ext uri="{FF2B5EF4-FFF2-40B4-BE49-F238E27FC236}">
                <a16:creationId xmlns:a16="http://schemas.microsoft.com/office/drawing/2014/main" id="{ACF37157-9D5C-371C-3D39-451B6BFA9F27}"/>
              </a:ext>
            </a:extLst>
          </p:cNvPr>
          <p:cNvSpPr/>
          <p:nvPr userDrawn="1"/>
        </p:nvSpPr>
        <p:spPr bwMode="auto">
          <a:xfrm rot="16200000">
            <a:off x="6225334" y="5334835"/>
            <a:ext cx="752644" cy="951009"/>
          </a:xfrm>
          <a:prstGeom prst="rect">
            <a:avLst/>
          </a:prstGeom>
          <a:gradFill>
            <a:gsLst>
              <a:gs pos="0">
                <a:schemeClr val="accent3"/>
              </a:gs>
              <a:gs pos="100000">
                <a:schemeClr val="accent1"/>
              </a:gs>
            </a:gsLst>
            <a:lin ang="27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2" name="Rectangle 11">
            <a:extLst>
              <a:ext uri="{FF2B5EF4-FFF2-40B4-BE49-F238E27FC236}">
                <a16:creationId xmlns:a16="http://schemas.microsoft.com/office/drawing/2014/main" id="{F5C2CEDC-B41E-1663-31E6-659568EEA82D}"/>
              </a:ext>
            </a:extLst>
          </p:cNvPr>
          <p:cNvSpPr/>
          <p:nvPr userDrawn="1"/>
        </p:nvSpPr>
        <p:spPr bwMode="auto">
          <a:xfrm rot="16200000">
            <a:off x="6225334" y="4280775"/>
            <a:ext cx="752644" cy="951009"/>
          </a:xfrm>
          <a:prstGeom prst="rect">
            <a:avLst/>
          </a:prstGeom>
          <a:gradFill>
            <a:gsLst>
              <a:gs pos="0">
                <a:schemeClr val="accent3"/>
              </a:gs>
              <a:gs pos="100000">
                <a:schemeClr val="accent1"/>
              </a:gs>
            </a:gsLst>
            <a:lin ang="27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7" name="Rectangle 16">
            <a:extLst>
              <a:ext uri="{FF2B5EF4-FFF2-40B4-BE49-F238E27FC236}">
                <a16:creationId xmlns:a16="http://schemas.microsoft.com/office/drawing/2014/main" id="{1F523286-AFA0-6B94-69D3-14752C94404B}"/>
              </a:ext>
            </a:extLst>
          </p:cNvPr>
          <p:cNvSpPr/>
          <p:nvPr userDrawn="1"/>
        </p:nvSpPr>
        <p:spPr bwMode="auto">
          <a:xfrm rot="16200000">
            <a:off x="6225334" y="3226716"/>
            <a:ext cx="752644" cy="951009"/>
          </a:xfrm>
          <a:prstGeom prst="rect">
            <a:avLst/>
          </a:prstGeom>
          <a:gradFill>
            <a:gsLst>
              <a:gs pos="0">
                <a:schemeClr val="accent3"/>
              </a:gs>
              <a:gs pos="100000">
                <a:schemeClr val="accent1"/>
              </a:gs>
            </a:gsLst>
            <a:lin ang="27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8" name="Rectangle 17">
            <a:extLst>
              <a:ext uri="{FF2B5EF4-FFF2-40B4-BE49-F238E27FC236}">
                <a16:creationId xmlns:a16="http://schemas.microsoft.com/office/drawing/2014/main" id="{CE2875A6-EBC7-7D37-F847-4C4757434ECE}"/>
              </a:ext>
            </a:extLst>
          </p:cNvPr>
          <p:cNvSpPr/>
          <p:nvPr userDrawn="1"/>
        </p:nvSpPr>
        <p:spPr bwMode="auto">
          <a:xfrm rot="16200000">
            <a:off x="6225334" y="2172657"/>
            <a:ext cx="752644" cy="951009"/>
          </a:xfrm>
          <a:prstGeom prst="rect">
            <a:avLst/>
          </a:prstGeom>
          <a:gradFill>
            <a:gsLst>
              <a:gs pos="0">
                <a:schemeClr val="accent3"/>
              </a:gs>
              <a:gs pos="100000">
                <a:schemeClr val="accent1"/>
              </a:gs>
            </a:gsLst>
            <a:lin ang="27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9" name="Rectangle 18">
            <a:extLst>
              <a:ext uri="{FF2B5EF4-FFF2-40B4-BE49-F238E27FC236}">
                <a16:creationId xmlns:a16="http://schemas.microsoft.com/office/drawing/2014/main" id="{1229E952-D06D-9D1C-8E97-1CA7371E3E19}"/>
              </a:ext>
            </a:extLst>
          </p:cNvPr>
          <p:cNvSpPr/>
          <p:nvPr userDrawn="1"/>
        </p:nvSpPr>
        <p:spPr bwMode="auto">
          <a:xfrm rot="16200000">
            <a:off x="6225334" y="1118598"/>
            <a:ext cx="752644" cy="951009"/>
          </a:xfrm>
          <a:prstGeom prst="rect">
            <a:avLst/>
          </a:prstGeom>
          <a:gradFill>
            <a:gsLst>
              <a:gs pos="0">
                <a:schemeClr val="accent3"/>
              </a:gs>
              <a:gs pos="100000">
                <a:schemeClr val="accent1"/>
              </a:gs>
            </a:gsLst>
            <a:lin ang="27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25" name="Text Placeholder 2">
            <a:extLst>
              <a:ext uri="{FF2B5EF4-FFF2-40B4-BE49-F238E27FC236}">
                <a16:creationId xmlns:a16="http://schemas.microsoft.com/office/drawing/2014/main" id="{76486324-29EA-9423-926C-5B99C75D5F48}"/>
              </a:ext>
            </a:extLst>
          </p:cNvPr>
          <p:cNvSpPr>
            <a:spLocks noGrp="1"/>
          </p:cNvSpPr>
          <p:nvPr>
            <p:ph type="body" sz="quarter" idx="26"/>
          </p:nvPr>
        </p:nvSpPr>
        <p:spPr>
          <a:xfrm>
            <a:off x="7191005" y="1336791"/>
            <a:ext cx="4594595"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6" name="Text Placeholder 2">
            <a:extLst>
              <a:ext uri="{FF2B5EF4-FFF2-40B4-BE49-F238E27FC236}">
                <a16:creationId xmlns:a16="http://schemas.microsoft.com/office/drawing/2014/main" id="{EE685F01-2B90-EB05-A6ED-67226C8A91C5}"/>
              </a:ext>
            </a:extLst>
          </p:cNvPr>
          <p:cNvSpPr>
            <a:spLocks noGrp="1"/>
          </p:cNvSpPr>
          <p:nvPr>
            <p:ph type="body" sz="quarter" idx="27"/>
          </p:nvPr>
        </p:nvSpPr>
        <p:spPr>
          <a:xfrm>
            <a:off x="7191005" y="2401816"/>
            <a:ext cx="4594595"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7" name="Text Placeholder 2">
            <a:extLst>
              <a:ext uri="{FF2B5EF4-FFF2-40B4-BE49-F238E27FC236}">
                <a16:creationId xmlns:a16="http://schemas.microsoft.com/office/drawing/2014/main" id="{878886AD-05C9-F1AA-1C4B-C3BFF80C528A}"/>
              </a:ext>
            </a:extLst>
          </p:cNvPr>
          <p:cNvSpPr>
            <a:spLocks noGrp="1"/>
          </p:cNvSpPr>
          <p:nvPr>
            <p:ph type="body" sz="quarter" idx="28"/>
          </p:nvPr>
        </p:nvSpPr>
        <p:spPr>
          <a:xfrm>
            <a:off x="7191005" y="3466841"/>
            <a:ext cx="4594593"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8" name="Text Placeholder 2">
            <a:extLst>
              <a:ext uri="{FF2B5EF4-FFF2-40B4-BE49-F238E27FC236}">
                <a16:creationId xmlns:a16="http://schemas.microsoft.com/office/drawing/2014/main" id="{8AA9D7C6-FB85-1340-655B-11595CBC7ACA}"/>
              </a:ext>
            </a:extLst>
          </p:cNvPr>
          <p:cNvSpPr>
            <a:spLocks noGrp="1"/>
          </p:cNvSpPr>
          <p:nvPr>
            <p:ph type="body" sz="quarter" idx="29"/>
          </p:nvPr>
        </p:nvSpPr>
        <p:spPr>
          <a:xfrm>
            <a:off x="7191006" y="4531866"/>
            <a:ext cx="4594593"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9" name="Text Placeholder 2">
            <a:extLst>
              <a:ext uri="{FF2B5EF4-FFF2-40B4-BE49-F238E27FC236}">
                <a16:creationId xmlns:a16="http://schemas.microsoft.com/office/drawing/2014/main" id="{6407E569-9548-FBE4-8E25-877847ECFEB8}"/>
              </a:ext>
            </a:extLst>
          </p:cNvPr>
          <p:cNvSpPr>
            <a:spLocks noGrp="1"/>
          </p:cNvSpPr>
          <p:nvPr>
            <p:ph type="body" sz="quarter" idx="30"/>
          </p:nvPr>
        </p:nvSpPr>
        <p:spPr>
          <a:xfrm>
            <a:off x="7191006" y="5596891"/>
            <a:ext cx="4594593"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30" name="Content Placeholder 19">
            <a:extLst>
              <a:ext uri="{FF2B5EF4-FFF2-40B4-BE49-F238E27FC236}">
                <a16:creationId xmlns:a16="http://schemas.microsoft.com/office/drawing/2014/main" id="{F90BE522-E4EC-63B8-390D-E576F3F5012A}"/>
              </a:ext>
            </a:extLst>
          </p:cNvPr>
          <p:cNvSpPr>
            <a:spLocks noGrp="1"/>
          </p:cNvSpPr>
          <p:nvPr>
            <p:ph sz="quarter" idx="31" hasCustomPrompt="1"/>
          </p:nvPr>
        </p:nvSpPr>
        <p:spPr>
          <a:xfrm>
            <a:off x="5625681" y="1153655"/>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06</a:t>
            </a:r>
          </a:p>
        </p:txBody>
      </p:sp>
      <p:sp>
        <p:nvSpPr>
          <p:cNvPr id="31" name="Content Placeholder 19">
            <a:extLst>
              <a:ext uri="{FF2B5EF4-FFF2-40B4-BE49-F238E27FC236}">
                <a16:creationId xmlns:a16="http://schemas.microsoft.com/office/drawing/2014/main" id="{5B43E6E4-C5BA-2A2C-4AD1-FCCC5E3C43D4}"/>
              </a:ext>
            </a:extLst>
          </p:cNvPr>
          <p:cNvSpPr>
            <a:spLocks noGrp="1"/>
          </p:cNvSpPr>
          <p:nvPr>
            <p:ph sz="quarter" idx="32" hasCustomPrompt="1"/>
          </p:nvPr>
        </p:nvSpPr>
        <p:spPr>
          <a:xfrm>
            <a:off x="5625681" y="2180635"/>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07</a:t>
            </a:r>
          </a:p>
        </p:txBody>
      </p:sp>
      <p:sp>
        <p:nvSpPr>
          <p:cNvPr id="32" name="Content Placeholder 19">
            <a:extLst>
              <a:ext uri="{FF2B5EF4-FFF2-40B4-BE49-F238E27FC236}">
                <a16:creationId xmlns:a16="http://schemas.microsoft.com/office/drawing/2014/main" id="{66ADF6C3-4885-0A37-45BD-3CF44EF58EE8}"/>
              </a:ext>
            </a:extLst>
          </p:cNvPr>
          <p:cNvSpPr>
            <a:spLocks noGrp="1"/>
          </p:cNvSpPr>
          <p:nvPr>
            <p:ph sz="quarter" idx="33" hasCustomPrompt="1"/>
          </p:nvPr>
        </p:nvSpPr>
        <p:spPr>
          <a:xfrm>
            <a:off x="5625685" y="3270592"/>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08</a:t>
            </a:r>
          </a:p>
        </p:txBody>
      </p:sp>
      <p:sp>
        <p:nvSpPr>
          <p:cNvPr id="33" name="Content Placeholder 19">
            <a:extLst>
              <a:ext uri="{FF2B5EF4-FFF2-40B4-BE49-F238E27FC236}">
                <a16:creationId xmlns:a16="http://schemas.microsoft.com/office/drawing/2014/main" id="{41705D1B-3717-240B-C1A7-D529BAC4CED9}"/>
              </a:ext>
            </a:extLst>
          </p:cNvPr>
          <p:cNvSpPr>
            <a:spLocks noGrp="1"/>
          </p:cNvSpPr>
          <p:nvPr>
            <p:ph sz="quarter" idx="34" hasCustomPrompt="1"/>
          </p:nvPr>
        </p:nvSpPr>
        <p:spPr>
          <a:xfrm>
            <a:off x="5636779" y="4300548"/>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09</a:t>
            </a:r>
          </a:p>
        </p:txBody>
      </p:sp>
      <p:sp>
        <p:nvSpPr>
          <p:cNvPr id="34" name="Content Placeholder 19">
            <a:extLst>
              <a:ext uri="{FF2B5EF4-FFF2-40B4-BE49-F238E27FC236}">
                <a16:creationId xmlns:a16="http://schemas.microsoft.com/office/drawing/2014/main" id="{45F0BE7C-AD1D-CBE1-BB9F-8F09808E0847}"/>
              </a:ext>
            </a:extLst>
          </p:cNvPr>
          <p:cNvSpPr>
            <a:spLocks noGrp="1"/>
          </p:cNvSpPr>
          <p:nvPr>
            <p:ph sz="quarter" idx="35" hasCustomPrompt="1"/>
          </p:nvPr>
        </p:nvSpPr>
        <p:spPr>
          <a:xfrm>
            <a:off x="5647873" y="5393482"/>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10</a:t>
            </a:r>
          </a:p>
        </p:txBody>
      </p:sp>
      <p:pic>
        <p:nvPicPr>
          <p:cNvPr id="37" name="Picture 36">
            <a:extLst>
              <a:ext uri="{FF2B5EF4-FFF2-40B4-BE49-F238E27FC236}">
                <a16:creationId xmlns:a16="http://schemas.microsoft.com/office/drawing/2014/main" id="{BE876E0C-4852-3AD6-1C26-4F78C284B54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38" name="Straight Connector 37">
            <a:extLst>
              <a:ext uri="{FF2B5EF4-FFF2-40B4-BE49-F238E27FC236}">
                <a16:creationId xmlns:a16="http://schemas.microsoft.com/office/drawing/2014/main" id="{8033E04A-D198-2F16-1A6F-0473A626E3C5}"/>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4" name="Title 1">
            <a:extLst>
              <a:ext uri="{FF2B5EF4-FFF2-40B4-BE49-F238E27FC236}">
                <a16:creationId xmlns:a16="http://schemas.microsoft.com/office/drawing/2014/main" id="{B697B694-A1BD-6AD6-E340-B0102E28903E}"/>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Tree>
    <p:extLst>
      <p:ext uri="{BB962C8B-B14F-4D97-AF65-F5344CB8AC3E}">
        <p14:creationId xmlns:p14="http://schemas.microsoft.com/office/powerpoint/2010/main" val="2645303131"/>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3 items staggere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20623B3-E6FD-9695-3530-BF94456717BB}"/>
              </a:ext>
            </a:extLst>
          </p:cNvPr>
          <p:cNvSpPr/>
          <p:nvPr userDrawn="1"/>
        </p:nvSpPr>
        <p:spPr bwMode="auto">
          <a:xfrm rot="16200000">
            <a:off x="2433930" y="557020"/>
            <a:ext cx="75481" cy="4078102"/>
          </a:xfrm>
          <a:prstGeom prst="rect">
            <a:avLst/>
          </a:prstGeom>
          <a:gradFill>
            <a:gsLst>
              <a:gs pos="0">
                <a:schemeClr val="accent3"/>
              </a:gs>
              <a:gs pos="100000">
                <a:schemeClr val="accent1"/>
              </a:gs>
            </a:gsLst>
            <a:lin ang="27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userDrawn="1">
            <p:ph type="body" sz="quarter" idx="16"/>
          </p:nvPr>
        </p:nvSpPr>
        <p:spPr>
          <a:xfrm>
            <a:off x="341773" y="2112186"/>
            <a:ext cx="4188195" cy="369332"/>
          </a:xfrm>
          <a:prstGeom prst="rect">
            <a:avLst/>
          </a:prstGeom>
        </p:spPr>
        <p:txBody>
          <a:bodyPr wrap="square" anchor="b">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a:solidFill>
                  <a:schemeClr val="bg2"/>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13" name="Text Placeholder 2">
            <a:extLst>
              <a:ext uri="{FF2B5EF4-FFF2-40B4-BE49-F238E27FC236}">
                <a16:creationId xmlns:a16="http://schemas.microsoft.com/office/drawing/2014/main" id="{8C3EBD0E-14C8-3FC0-AA11-523D4D21D6A2}"/>
              </a:ext>
            </a:extLst>
          </p:cNvPr>
          <p:cNvSpPr>
            <a:spLocks noGrp="1"/>
          </p:cNvSpPr>
          <p:nvPr userDrawn="1">
            <p:ph type="body" sz="quarter" idx="17"/>
          </p:nvPr>
        </p:nvSpPr>
        <p:spPr>
          <a:xfrm>
            <a:off x="4001902" y="3236465"/>
            <a:ext cx="4188195" cy="369332"/>
          </a:xfrm>
          <a:prstGeom prst="rect">
            <a:avLst/>
          </a:prstGeom>
        </p:spPr>
        <p:txBody>
          <a:bodyPr wrap="square" anchor="b">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a:solidFill>
                  <a:schemeClr val="bg2"/>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14" name="Text Placeholder 2">
            <a:extLst>
              <a:ext uri="{FF2B5EF4-FFF2-40B4-BE49-F238E27FC236}">
                <a16:creationId xmlns:a16="http://schemas.microsoft.com/office/drawing/2014/main" id="{1BD8A462-217F-CBDC-3261-492491BFAEBC}"/>
              </a:ext>
            </a:extLst>
          </p:cNvPr>
          <p:cNvSpPr>
            <a:spLocks noGrp="1"/>
          </p:cNvSpPr>
          <p:nvPr userDrawn="1">
            <p:ph type="body" sz="quarter" idx="18"/>
          </p:nvPr>
        </p:nvSpPr>
        <p:spPr>
          <a:xfrm>
            <a:off x="7600998" y="4301490"/>
            <a:ext cx="4188193" cy="369332"/>
          </a:xfrm>
          <a:prstGeom prst="rect">
            <a:avLst/>
          </a:prstGeom>
        </p:spPr>
        <p:txBody>
          <a:bodyPr wrap="square" anchor="b">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a:solidFill>
                  <a:schemeClr val="bg2"/>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9" name="Rectangle 8">
            <a:extLst>
              <a:ext uri="{FF2B5EF4-FFF2-40B4-BE49-F238E27FC236}">
                <a16:creationId xmlns:a16="http://schemas.microsoft.com/office/drawing/2014/main" id="{31923C44-E737-F802-E2EA-3E1693727967}"/>
              </a:ext>
            </a:extLst>
          </p:cNvPr>
          <p:cNvSpPr/>
          <p:nvPr userDrawn="1"/>
        </p:nvSpPr>
        <p:spPr bwMode="auto">
          <a:xfrm rot="16200000">
            <a:off x="6130760" y="1659601"/>
            <a:ext cx="75476" cy="4078102"/>
          </a:xfrm>
          <a:prstGeom prst="rect">
            <a:avLst/>
          </a:prstGeom>
          <a:gradFill>
            <a:gsLst>
              <a:gs pos="0">
                <a:schemeClr val="accent3"/>
              </a:gs>
              <a:gs pos="100000">
                <a:schemeClr val="accent1"/>
              </a:gs>
            </a:gsLst>
            <a:lin ang="27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2" name="Rectangle 11">
            <a:extLst>
              <a:ext uri="{FF2B5EF4-FFF2-40B4-BE49-F238E27FC236}">
                <a16:creationId xmlns:a16="http://schemas.microsoft.com/office/drawing/2014/main" id="{DB5AF96E-7D94-1599-0E8B-F65B79291503}"/>
              </a:ext>
            </a:extLst>
          </p:cNvPr>
          <p:cNvSpPr/>
          <p:nvPr userDrawn="1"/>
        </p:nvSpPr>
        <p:spPr bwMode="auto">
          <a:xfrm rot="16200000">
            <a:off x="9712403" y="2728885"/>
            <a:ext cx="75480" cy="4078101"/>
          </a:xfrm>
          <a:prstGeom prst="rect">
            <a:avLst/>
          </a:prstGeom>
          <a:gradFill>
            <a:gsLst>
              <a:gs pos="0">
                <a:schemeClr val="accent3"/>
              </a:gs>
              <a:gs pos="100000">
                <a:schemeClr val="accent1"/>
              </a:gs>
            </a:gsLst>
            <a:lin ang="27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pic>
        <p:nvPicPr>
          <p:cNvPr id="25" name="Picture 24">
            <a:extLst>
              <a:ext uri="{FF2B5EF4-FFF2-40B4-BE49-F238E27FC236}">
                <a16:creationId xmlns:a16="http://schemas.microsoft.com/office/drawing/2014/main" id="{73B0C493-D8FD-B8B0-A27C-8B4B3359060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26" name="Straight Connector 25">
            <a:extLst>
              <a:ext uri="{FF2B5EF4-FFF2-40B4-BE49-F238E27FC236}">
                <a16:creationId xmlns:a16="http://schemas.microsoft.com/office/drawing/2014/main" id="{62EFAC38-F6D5-6623-79B6-B4B7F031BC93}"/>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56B7AD00-9149-AA43-6BB5-9CC22F6F20BE}"/>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Tree>
    <p:extLst>
      <p:ext uri="{BB962C8B-B14F-4D97-AF65-F5344CB8AC3E}">
        <p14:creationId xmlns:p14="http://schemas.microsoft.com/office/powerpoint/2010/main" val="656618686"/>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eadshot Full Photo">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2B6771DB-E18B-9612-A2AD-43B2BA0933B8}"/>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9" name="Picture Placeholder 8">
            <a:extLst>
              <a:ext uri="{FF2B5EF4-FFF2-40B4-BE49-F238E27FC236}">
                <a16:creationId xmlns:a16="http://schemas.microsoft.com/office/drawing/2014/main" id="{ADB0F5C8-B370-53E5-C819-03C32860557B}"/>
              </a:ext>
            </a:extLst>
          </p:cNvPr>
          <p:cNvSpPr>
            <a:spLocks noGrp="1"/>
          </p:cNvSpPr>
          <p:nvPr>
            <p:ph type="pic" sz="quarter" idx="18"/>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4046400 h 6858000"/>
              <a:gd name="connsiteX5" fmla="*/ 733260 w 12192000"/>
              <a:gd name="connsiteY5" fmla="*/ 3467397 h 6858000"/>
              <a:gd name="connsiteX6" fmla="*/ 733260 w 12192000"/>
              <a:gd name="connsiteY6" fmla="*/ 3467397 h 6858000"/>
              <a:gd name="connsiteX7" fmla="*/ 733260 w 12192000"/>
              <a:gd name="connsiteY7" fmla="*/ 3467397 h 6858000"/>
              <a:gd name="connsiteX8" fmla="*/ 733260 w 12192000"/>
              <a:gd name="connsiteY8" fmla="*/ 3056270 h 6858000"/>
              <a:gd name="connsiteX9" fmla="*/ 0 w 12192000"/>
              <a:gd name="connsiteY9" fmla="*/ 247726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6858000">
                <a:moveTo>
                  <a:pt x="0" y="0"/>
                </a:moveTo>
                <a:lnTo>
                  <a:pt x="12192000" y="0"/>
                </a:lnTo>
                <a:lnTo>
                  <a:pt x="12192000" y="6858000"/>
                </a:lnTo>
                <a:lnTo>
                  <a:pt x="0" y="6858000"/>
                </a:lnTo>
                <a:lnTo>
                  <a:pt x="0" y="4046400"/>
                </a:lnTo>
                <a:lnTo>
                  <a:pt x="733260" y="3467397"/>
                </a:lnTo>
                <a:lnTo>
                  <a:pt x="733260" y="3467397"/>
                </a:lnTo>
                <a:lnTo>
                  <a:pt x="733260" y="3467397"/>
                </a:lnTo>
                <a:lnTo>
                  <a:pt x="733260" y="3056270"/>
                </a:lnTo>
                <a:lnTo>
                  <a:pt x="0" y="2477266"/>
                </a:lnTo>
                <a:close/>
              </a:path>
            </a:pathLst>
          </a:custGeom>
          <a:gradFill>
            <a:gsLst>
              <a:gs pos="15000">
                <a:schemeClr val="accent3"/>
              </a:gs>
              <a:gs pos="61000">
                <a:schemeClr val="accent1"/>
              </a:gs>
            </a:gsLst>
            <a:lin ang="2700000" scaled="0"/>
          </a:gradFill>
        </p:spPr>
        <p:txBody>
          <a:bodyPr wrap="square" anchor="ctr">
            <a:noAutofit/>
          </a:bodyPr>
          <a:lstStyle>
            <a:lvl1pPr marL="0" indent="0" algn="ctr">
              <a:buNone/>
              <a:defRPr sz="4400" b="0" i="0">
                <a:solidFill>
                  <a:schemeClr val="bg1"/>
                </a:solidFill>
                <a:latin typeface="Barlow Light" pitchFamily="2" charset="77"/>
              </a:defRPr>
            </a:lvl1pPr>
          </a:lstStyle>
          <a:p>
            <a:endParaRPr lang="en-US"/>
          </a:p>
        </p:txBody>
      </p:sp>
      <p:pic>
        <p:nvPicPr>
          <p:cNvPr id="14" name="Picture 13">
            <a:extLst>
              <a:ext uri="{FF2B5EF4-FFF2-40B4-BE49-F238E27FC236}">
                <a16:creationId xmlns:a16="http://schemas.microsoft.com/office/drawing/2014/main" id="{BEF0715D-B5EC-DE4E-1823-F3853F1C928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296" y="3017054"/>
            <a:ext cx="477785" cy="523264"/>
          </a:xfrm>
          <a:prstGeom prst="rect">
            <a:avLst/>
          </a:prstGeom>
        </p:spPr>
      </p:pic>
      <p:sp>
        <p:nvSpPr>
          <p:cNvPr id="2" name="Text Placeholder 2">
            <a:extLst>
              <a:ext uri="{FF2B5EF4-FFF2-40B4-BE49-F238E27FC236}">
                <a16:creationId xmlns:a16="http://schemas.microsoft.com/office/drawing/2014/main" id="{6250C76E-D614-52D3-D0A0-9B6FDC42C4F0}"/>
              </a:ext>
            </a:extLst>
          </p:cNvPr>
          <p:cNvSpPr>
            <a:spLocks noGrp="1"/>
          </p:cNvSpPr>
          <p:nvPr>
            <p:ph type="body" sz="quarter" idx="16"/>
          </p:nvPr>
        </p:nvSpPr>
        <p:spPr>
          <a:xfrm>
            <a:off x="6349736" y="2828022"/>
            <a:ext cx="4770548" cy="923330"/>
          </a:xfrm>
          <a:prstGeom prst="rect">
            <a:avLst/>
          </a:prstGeom>
        </p:spPr>
        <p:txBody>
          <a:bodyPr wrap="square" anchor="b">
            <a:spAutoFit/>
          </a:bodyPr>
          <a:lstStyle>
            <a:lvl1pPr marL="9525" indent="0" algn="l">
              <a:lnSpc>
                <a:spcPct val="90000"/>
              </a:lnSpc>
              <a:spcAft>
                <a:spcPts val="0"/>
              </a:spcAft>
              <a:buClr>
                <a:schemeClr val="bg2"/>
              </a:buClr>
              <a:buFont typeface="Arial" panose="020B0604020202020204" pitchFamily="34" charset="0"/>
              <a:buNone/>
              <a:tabLst/>
              <a:defRPr sz="6000" b="1" i="0">
                <a:solidFill>
                  <a:schemeClr val="bg1"/>
                </a:solidFill>
                <a:effectLst>
                  <a:outerShdw blurRad="260481" sx="102000" sy="102000" algn="ctr" rotWithShape="0">
                    <a:prstClr val="black">
                      <a:alpha val="86110"/>
                    </a:prstClr>
                  </a:outerShdw>
                </a:effectLst>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3" name="Text Placeholder 2">
            <a:extLst>
              <a:ext uri="{FF2B5EF4-FFF2-40B4-BE49-F238E27FC236}">
                <a16:creationId xmlns:a16="http://schemas.microsoft.com/office/drawing/2014/main" id="{9ACAA5A8-4156-6C72-089D-C06E0C333EF0}"/>
              </a:ext>
            </a:extLst>
          </p:cNvPr>
          <p:cNvSpPr>
            <a:spLocks noGrp="1"/>
          </p:cNvSpPr>
          <p:nvPr>
            <p:ph type="body" sz="quarter" idx="17"/>
          </p:nvPr>
        </p:nvSpPr>
        <p:spPr>
          <a:xfrm>
            <a:off x="6349736" y="3802719"/>
            <a:ext cx="4915164" cy="535531"/>
          </a:xfrm>
          <a:prstGeom prst="rect">
            <a:avLst/>
          </a:prstGeom>
        </p:spPr>
        <p:txBody>
          <a:bodyPr wrap="square" anchor="t">
            <a:spAutoFit/>
          </a:bodyPr>
          <a:lstStyle>
            <a:lvl1pPr marL="9525" indent="0" algn="l">
              <a:lnSpc>
                <a:spcPct val="90000"/>
              </a:lnSpc>
              <a:spcAft>
                <a:spcPts val="0"/>
              </a:spcAft>
              <a:buClr>
                <a:schemeClr val="bg2"/>
              </a:buClr>
              <a:buFont typeface="Arial" panose="020B0604020202020204" pitchFamily="34" charset="0"/>
              <a:buNone/>
              <a:tabLst/>
              <a:defRPr sz="3200" b="0" i="0">
                <a:solidFill>
                  <a:schemeClr val="bg1"/>
                </a:solidFill>
                <a:effectLst>
                  <a:outerShdw blurRad="260481" sx="102000" sy="102000" algn="ctr" rotWithShape="0">
                    <a:prstClr val="black">
                      <a:alpha val="86110"/>
                    </a:prstClr>
                  </a:outerShdw>
                </a:effectLst>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2400">
                <a:solidFill>
                  <a:schemeClr val="bg1"/>
                </a:solidFill>
                <a:effectLst>
                  <a:outerShdw blurRad="260481" sx="102000" sy="102000" algn="ctr" rotWithShape="0">
                    <a:prstClr val="black">
                      <a:alpha val="86110"/>
                    </a:prstClr>
                  </a:outerShdw>
                </a:effectLst>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Tree>
    <p:extLst>
      <p:ext uri="{BB962C8B-B14F-4D97-AF65-F5344CB8AC3E}">
        <p14:creationId xmlns:p14="http://schemas.microsoft.com/office/powerpoint/2010/main" val="1302235568"/>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eadshot 1 person blue">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C51E7BE7-1D91-3B85-5106-80174FFA08E5}"/>
              </a:ext>
            </a:extLst>
          </p:cNvPr>
          <p:cNvSpPr/>
          <p:nvPr userDrawn="1"/>
        </p:nvSpPr>
        <p:spPr>
          <a:xfrm rot="5400000" flipH="1">
            <a:off x="5641731" y="-517840"/>
            <a:ext cx="908538" cy="1944219"/>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4" name="Rectangle 3">
            <a:extLst>
              <a:ext uri="{FF2B5EF4-FFF2-40B4-BE49-F238E27FC236}">
                <a16:creationId xmlns:a16="http://schemas.microsoft.com/office/drawing/2014/main" id="{A170D0DF-8E7F-323E-E4F2-2E232E81781A}"/>
              </a:ext>
            </a:extLst>
          </p:cNvPr>
          <p:cNvSpPr/>
          <p:nvPr userDrawn="1"/>
        </p:nvSpPr>
        <p:spPr>
          <a:xfrm rot="5400000">
            <a:off x="4747043" y="-860007"/>
            <a:ext cx="2679700" cy="8273214"/>
          </a:xfrm>
          <a:prstGeom prst="rect">
            <a:avLst/>
          </a:prstGeom>
          <a:gradFill flip="none" rotWithShape="1">
            <a:gsLst>
              <a:gs pos="0">
                <a:schemeClr val="accent2">
                  <a:lumMod val="60000"/>
                  <a:lumOff val="40000"/>
                </a:schemeClr>
              </a:gs>
              <a:gs pos="100000">
                <a:schemeClr val="accent2"/>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20" name="Picture Placeholder 19">
            <a:extLst>
              <a:ext uri="{FF2B5EF4-FFF2-40B4-BE49-F238E27FC236}">
                <a16:creationId xmlns:a16="http://schemas.microsoft.com/office/drawing/2014/main" id="{0DEEA39D-5AF7-C3CD-448C-18CFE8E259BE}"/>
              </a:ext>
            </a:extLst>
          </p:cNvPr>
          <p:cNvSpPr>
            <a:spLocks noGrp="1"/>
          </p:cNvSpPr>
          <p:nvPr>
            <p:ph type="pic" sz="quarter" idx="10"/>
          </p:nvPr>
        </p:nvSpPr>
        <p:spPr>
          <a:xfrm>
            <a:off x="2270572" y="1936748"/>
            <a:ext cx="3212778" cy="2679700"/>
          </a:xfrm>
          <a:prstGeom prst="rect">
            <a:avLst/>
          </a:prstGeom>
          <a:solidFill>
            <a:schemeClr val="tx2"/>
          </a:solidFill>
          <a:ln w="19050">
            <a:noFill/>
          </a:ln>
          <a:effectLst/>
        </p:spPr>
        <p:txBody>
          <a:bodyPr anchor="ctr"/>
          <a:lstStyle>
            <a:lvl1pPr marL="0" indent="0" algn="ctr">
              <a:buNone/>
              <a:defRPr b="0" i="0">
                <a:solidFill>
                  <a:schemeClr val="bg1"/>
                </a:solidFill>
                <a:latin typeface="Barlow Light" pitchFamily="2" charset="77"/>
              </a:defRPr>
            </a:lvl1pPr>
          </a:lstStyle>
          <a:p>
            <a:endParaRPr lang="en-US"/>
          </a:p>
        </p:txBody>
      </p:sp>
      <p:pic>
        <p:nvPicPr>
          <p:cNvPr id="3" name="Picture 2">
            <a:extLst>
              <a:ext uri="{FF2B5EF4-FFF2-40B4-BE49-F238E27FC236}">
                <a16:creationId xmlns:a16="http://schemas.microsoft.com/office/drawing/2014/main" id="{4ADECE4F-A891-CF9B-B481-BCABE76765F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666733" y="1355"/>
            <a:ext cx="784481" cy="859154"/>
          </a:xfrm>
          <a:prstGeom prst="rect">
            <a:avLst/>
          </a:prstGeom>
        </p:spPr>
      </p:pic>
      <p:sp>
        <p:nvSpPr>
          <p:cNvPr id="5" name="Text Placeholder 2">
            <a:extLst>
              <a:ext uri="{FF2B5EF4-FFF2-40B4-BE49-F238E27FC236}">
                <a16:creationId xmlns:a16="http://schemas.microsoft.com/office/drawing/2014/main" id="{F4740B2F-7CA4-F522-F2F5-7827C622543E}"/>
              </a:ext>
            </a:extLst>
          </p:cNvPr>
          <p:cNvSpPr>
            <a:spLocks noGrp="1"/>
          </p:cNvSpPr>
          <p:nvPr>
            <p:ph type="body" sz="quarter" idx="16"/>
          </p:nvPr>
        </p:nvSpPr>
        <p:spPr>
          <a:xfrm>
            <a:off x="5803636" y="3046627"/>
            <a:ext cx="4117792" cy="563231"/>
          </a:xfrm>
          <a:prstGeom prst="rect">
            <a:avLst/>
          </a:prstGeom>
        </p:spPr>
        <p:txBody>
          <a:bodyPr wrap="square" anchor="b">
            <a:spAutoFit/>
          </a:bodyPr>
          <a:lstStyle>
            <a:lvl1pPr marL="9525" indent="0" algn="l">
              <a:lnSpc>
                <a:spcPct val="90000"/>
              </a:lnSpc>
              <a:spcAft>
                <a:spcPts val="0"/>
              </a:spcAft>
              <a:buClr>
                <a:schemeClr val="bg2"/>
              </a:buClr>
              <a:buFont typeface="Arial" panose="020B0604020202020204" pitchFamily="34" charset="0"/>
              <a:buNone/>
              <a:tabLst/>
              <a:defRPr sz="34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6" name="Text Placeholder 2">
            <a:extLst>
              <a:ext uri="{FF2B5EF4-FFF2-40B4-BE49-F238E27FC236}">
                <a16:creationId xmlns:a16="http://schemas.microsoft.com/office/drawing/2014/main" id="{11AF6608-C7DF-A82B-9334-B95CF4BBA85E}"/>
              </a:ext>
            </a:extLst>
          </p:cNvPr>
          <p:cNvSpPr>
            <a:spLocks noGrp="1"/>
          </p:cNvSpPr>
          <p:nvPr>
            <p:ph type="body" sz="quarter" idx="17"/>
          </p:nvPr>
        </p:nvSpPr>
        <p:spPr>
          <a:xfrm>
            <a:off x="5803636" y="3654542"/>
            <a:ext cx="4117792" cy="590931"/>
          </a:xfrm>
          <a:prstGeom prst="rect">
            <a:avLst/>
          </a:prstGeom>
        </p:spPr>
        <p:txBody>
          <a:bodyPr wrap="square" anchor="t">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Tree>
    <p:extLst>
      <p:ext uri="{BB962C8B-B14F-4D97-AF65-F5344CB8AC3E}">
        <p14:creationId xmlns:p14="http://schemas.microsoft.com/office/powerpoint/2010/main" val="2450154585"/>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shot 1 person re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170D0DF-8E7F-323E-E4F2-2E232E81781A}"/>
              </a:ext>
            </a:extLst>
          </p:cNvPr>
          <p:cNvSpPr/>
          <p:nvPr userDrawn="1"/>
        </p:nvSpPr>
        <p:spPr>
          <a:xfrm rot="16200000" flipH="1">
            <a:off x="4747043" y="-860007"/>
            <a:ext cx="2679700" cy="8273214"/>
          </a:xfrm>
          <a:prstGeom prst="rect">
            <a:avLst/>
          </a:prstGeom>
          <a:gradFill flip="none" rotWithShape="1">
            <a:gsLst>
              <a:gs pos="0">
                <a:schemeClr val="accent3"/>
              </a:gs>
              <a:gs pos="78000">
                <a:schemeClr val="accent1"/>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20" name="Picture Placeholder 19">
            <a:extLst>
              <a:ext uri="{FF2B5EF4-FFF2-40B4-BE49-F238E27FC236}">
                <a16:creationId xmlns:a16="http://schemas.microsoft.com/office/drawing/2014/main" id="{0DEEA39D-5AF7-C3CD-448C-18CFE8E259BE}"/>
              </a:ext>
            </a:extLst>
          </p:cNvPr>
          <p:cNvSpPr>
            <a:spLocks noGrp="1"/>
          </p:cNvSpPr>
          <p:nvPr>
            <p:ph type="pic" sz="quarter" idx="10"/>
          </p:nvPr>
        </p:nvSpPr>
        <p:spPr>
          <a:xfrm>
            <a:off x="2270572" y="1936748"/>
            <a:ext cx="3212778" cy="2679700"/>
          </a:xfrm>
          <a:prstGeom prst="rect">
            <a:avLst/>
          </a:prstGeom>
          <a:solidFill>
            <a:schemeClr val="tx2"/>
          </a:solidFill>
          <a:ln w="19050">
            <a:solidFill>
              <a:schemeClr val="bg1"/>
            </a:solid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5" name="Text Placeholder 2">
            <a:extLst>
              <a:ext uri="{FF2B5EF4-FFF2-40B4-BE49-F238E27FC236}">
                <a16:creationId xmlns:a16="http://schemas.microsoft.com/office/drawing/2014/main" id="{F4740B2F-7CA4-F522-F2F5-7827C622543E}"/>
              </a:ext>
            </a:extLst>
          </p:cNvPr>
          <p:cNvSpPr>
            <a:spLocks noGrp="1"/>
          </p:cNvSpPr>
          <p:nvPr>
            <p:ph type="body" sz="quarter" idx="16"/>
          </p:nvPr>
        </p:nvSpPr>
        <p:spPr>
          <a:xfrm>
            <a:off x="5803636" y="3046627"/>
            <a:ext cx="4117792" cy="563231"/>
          </a:xfrm>
          <a:prstGeom prst="rect">
            <a:avLst/>
          </a:prstGeom>
        </p:spPr>
        <p:txBody>
          <a:bodyPr wrap="square" anchor="b">
            <a:spAutoFit/>
          </a:bodyPr>
          <a:lstStyle>
            <a:lvl1pPr marL="9525" indent="0" algn="l">
              <a:lnSpc>
                <a:spcPct val="90000"/>
              </a:lnSpc>
              <a:spcAft>
                <a:spcPts val="0"/>
              </a:spcAft>
              <a:buClr>
                <a:schemeClr val="bg2"/>
              </a:buClr>
              <a:buFont typeface="Arial" panose="020B0604020202020204" pitchFamily="34" charset="0"/>
              <a:buNone/>
              <a:tabLst/>
              <a:defRPr sz="34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6" name="Text Placeholder 2">
            <a:extLst>
              <a:ext uri="{FF2B5EF4-FFF2-40B4-BE49-F238E27FC236}">
                <a16:creationId xmlns:a16="http://schemas.microsoft.com/office/drawing/2014/main" id="{11AF6608-C7DF-A82B-9334-B95CF4BBA85E}"/>
              </a:ext>
            </a:extLst>
          </p:cNvPr>
          <p:cNvSpPr>
            <a:spLocks noGrp="1"/>
          </p:cNvSpPr>
          <p:nvPr>
            <p:ph type="body" sz="quarter" idx="17"/>
          </p:nvPr>
        </p:nvSpPr>
        <p:spPr>
          <a:xfrm>
            <a:off x="5803636" y="3654542"/>
            <a:ext cx="4117792" cy="590931"/>
          </a:xfrm>
          <a:prstGeom prst="rect">
            <a:avLst/>
          </a:prstGeom>
        </p:spPr>
        <p:txBody>
          <a:bodyPr wrap="square" anchor="t">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7" name="Freeform 6">
            <a:extLst>
              <a:ext uri="{FF2B5EF4-FFF2-40B4-BE49-F238E27FC236}">
                <a16:creationId xmlns:a16="http://schemas.microsoft.com/office/drawing/2014/main" id="{7B0DBA7B-D46A-C001-0C0E-428CBBA6AF2D}"/>
              </a:ext>
            </a:extLst>
          </p:cNvPr>
          <p:cNvSpPr/>
          <p:nvPr userDrawn="1"/>
        </p:nvSpPr>
        <p:spPr>
          <a:xfrm rot="5400000" flipH="1">
            <a:off x="5641731" y="-517840"/>
            <a:ext cx="908538" cy="1944219"/>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8" name="Picture 7">
            <a:extLst>
              <a:ext uri="{FF2B5EF4-FFF2-40B4-BE49-F238E27FC236}">
                <a16:creationId xmlns:a16="http://schemas.microsoft.com/office/drawing/2014/main" id="{9FF1B562-412B-D2BD-9A85-D56977A5373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666733" y="1355"/>
            <a:ext cx="784481" cy="859154"/>
          </a:xfrm>
          <a:prstGeom prst="rect">
            <a:avLst/>
          </a:prstGeom>
        </p:spPr>
      </p:pic>
    </p:spTree>
    <p:extLst>
      <p:ext uri="{BB962C8B-B14F-4D97-AF65-F5344CB8AC3E}">
        <p14:creationId xmlns:p14="http://schemas.microsoft.com/office/powerpoint/2010/main" val="2838704868"/>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shot 2 peop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170D0DF-8E7F-323E-E4F2-2E232E81781A}"/>
              </a:ext>
            </a:extLst>
          </p:cNvPr>
          <p:cNvSpPr/>
          <p:nvPr userDrawn="1"/>
        </p:nvSpPr>
        <p:spPr>
          <a:xfrm rot="16200000" flipH="1">
            <a:off x="3727868" y="-1727651"/>
            <a:ext cx="2432050" cy="8273214"/>
          </a:xfrm>
          <a:prstGeom prst="rect">
            <a:avLst/>
          </a:prstGeom>
          <a:gradFill flip="none" rotWithShape="1">
            <a:gsLst>
              <a:gs pos="0">
                <a:schemeClr val="accent3"/>
              </a:gs>
              <a:gs pos="78000">
                <a:schemeClr val="accent1"/>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20" name="Picture Placeholder 19">
            <a:extLst>
              <a:ext uri="{FF2B5EF4-FFF2-40B4-BE49-F238E27FC236}">
                <a16:creationId xmlns:a16="http://schemas.microsoft.com/office/drawing/2014/main" id="{0DEEA39D-5AF7-C3CD-448C-18CFE8E259BE}"/>
              </a:ext>
            </a:extLst>
          </p:cNvPr>
          <p:cNvSpPr>
            <a:spLocks noGrp="1"/>
          </p:cNvSpPr>
          <p:nvPr>
            <p:ph type="pic" sz="quarter" idx="10"/>
          </p:nvPr>
        </p:nvSpPr>
        <p:spPr>
          <a:xfrm>
            <a:off x="1127572" y="1198505"/>
            <a:ext cx="3212778" cy="2392188"/>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5" name="Text Placeholder 2">
            <a:extLst>
              <a:ext uri="{FF2B5EF4-FFF2-40B4-BE49-F238E27FC236}">
                <a16:creationId xmlns:a16="http://schemas.microsoft.com/office/drawing/2014/main" id="{F4740B2F-7CA4-F522-F2F5-7827C622543E}"/>
              </a:ext>
            </a:extLst>
          </p:cNvPr>
          <p:cNvSpPr>
            <a:spLocks noGrp="1"/>
          </p:cNvSpPr>
          <p:nvPr>
            <p:ph type="body" sz="quarter" idx="16"/>
          </p:nvPr>
        </p:nvSpPr>
        <p:spPr>
          <a:xfrm>
            <a:off x="4660636" y="2171076"/>
            <a:ext cx="3861064" cy="563231"/>
          </a:xfrm>
          <a:prstGeom prst="rect">
            <a:avLst/>
          </a:prstGeom>
        </p:spPr>
        <p:txBody>
          <a:bodyPr wrap="square" anchor="b">
            <a:spAutoFit/>
          </a:bodyPr>
          <a:lstStyle>
            <a:lvl1pPr marL="9525" indent="0" algn="l">
              <a:lnSpc>
                <a:spcPct val="90000"/>
              </a:lnSpc>
              <a:spcAft>
                <a:spcPts val="0"/>
              </a:spcAft>
              <a:buClr>
                <a:schemeClr val="bg2"/>
              </a:buClr>
              <a:buFont typeface="Arial" panose="020B0604020202020204" pitchFamily="34" charset="0"/>
              <a:buNone/>
              <a:tabLst/>
              <a:defRPr sz="34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6" name="Text Placeholder 2">
            <a:extLst>
              <a:ext uri="{FF2B5EF4-FFF2-40B4-BE49-F238E27FC236}">
                <a16:creationId xmlns:a16="http://schemas.microsoft.com/office/drawing/2014/main" id="{11AF6608-C7DF-A82B-9334-B95CF4BBA85E}"/>
              </a:ext>
            </a:extLst>
          </p:cNvPr>
          <p:cNvSpPr>
            <a:spLocks noGrp="1"/>
          </p:cNvSpPr>
          <p:nvPr>
            <p:ph type="body" sz="quarter" idx="17"/>
          </p:nvPr>
        </p:nvSpPr>
        <p:spPr>
          <a:xfrm>
            <a:off x="4660636" y="2692046"/>
            <a:ext cx="3861064" cy="590931"/>
          </a:xfrm>
          <a:prstGeom prst="rect">
            <a:avLst/>
          </a:prstGeom>
        </p:spPr>
        <p:txBody>
          <a:bodyPr wrap="square" anchor="t">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7" name="Rectangle 6">
            <a:extLst>
              <a:ext uri="{FF2B5EF4-FFF2-40B4-BE49-F238E27FC236}">
                <a16:creationId xmlns:a16="http://schemas.microsoft.com/office/drawing/2014/main" id="{BF6C097D-BD2D-BA4B-0334-DE56A7030151}"/>
              </a:ext>
            </a:extLst>
          </p:cNvPr>
          <p:cNvSpPr/>
          <p:nvPr userDrawn="1"/>
        </p:nvSpPr>
        <p:spPr>
          <a:xfrm rot="16200000" flipH="1">
            <a:off x="6267868" y="704397"/>
            <a:ext cx="2432050" cy="8273214"/>
          </a:xfrm>
          <a:prstGeom prst="rect">
            <a:avLst/>
          </a:prstGeom>
          <a:gradFill flip="none" rotWithShape="1">
            <a:gsLst>
              <a:gs pos="0">
                <a:schemeClr val="accent3"/>
              </a:gs>
              <a:gs pos="78000">
                <a:schemeClr val="accent1"/>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8" name="Picture Placeholder 19">
            <a:extLst>
              <a:ext uri="{FF2B5EF4-FFF2-40B4-BE49-F238E27FC236}">
                <a16:creationId xmlns:a16="http://schemas.microsoft.com/office/drawing/2014/main" id="{DC68A78C-AC66-6B5D-92AE-A7C9F0B655CE}"/>
              </a:ext>
            </a:extLst>
          </p:cNvPr>
          <p:cNvSpPr>
            <a:spLocks noGrp="1"/>
          </p:cNvSpPr>
          <p:nvPr>
            <p:ph type="pic" sz="quarter" idx="18"/>
          </p:nvPr>
        </p:nvSpPr>
        <p:spPr>
          <a:xfrm>
            <a:off x="8105650" y="3624977"/>
            <a:ext cx="3212778" cy="2432050"/>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9" name="Text Placeholder 2">
            <a:extLst>
              <a:ext uri="{FF2B5EF4-FFF2-40B4-BE49-F238E27FC236}">
                <a16:creationId xmlns:a16="http://schemas.microsoft.com/office/drawing/2014/main" id="{5686A4CB-2930-2DB1-3FE3-49F664BB3DA4}"/>
              </a:ext>
            </a:extLst>
          </p:cNvPr>
          <p:cNvSpPr>
            <a:spLocks noGrp="1"/>
          </p:cNvSpPr>
          <p:nvPr>
            <p:ph type="body" sz="quarter" idx="19"/>
          </p:nvPr>
        </p:nvSpPr>
        <p:spPr>
          <a:xfrm>
            <a:off x="3797036" y="4617612"/>
            <a:ext cx="4117792" cy="563231"/>
          </a:xfrm>
          <a:prstGeom prst="rect">
            <a:avLst/>
          </a:prstGeom>
        </p:spPr>
        <p:txBody>
          <a:bodyPr wrap="square" anchor="b">
            <a:spAutoFit/>
          </a:bodyPr>
          <a:lstStyle>
            <a:lvl1pPr marL="9525" indent="0" algn="r">
              <a:lnSpc>
                <a:spcPct val="90000"/>
              </a:lnSpc>
              <a:spcAft>
                <a:spcPts val="0"/>
              </a:spcAft>
              <a:buClr>
                <a:schemeClr val="bg2"/>
              </a:buClr>
              <a:buFont typeface="Arial" panose="020B0604020202020204" pitchFamily="34" charset="0"/>
              <a:buNone/>
              <a:tabLst/>
              <a:defRPr sz="34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10" name="Text Placeholder 2">
            <a:extLst>
              <a:ext uri="{FF2B5EF4-FFF2-40B4-BE49-F238E27FC236}">
                <a16:creationId xmlns:a16="http://schemas.microsoft.com/office/drawing/2014/main" id="{DF1EBAE6-C58D-47D8-7308-203F4510B344}"/>
              </a:ext>
            </a:extLst>
          </p:cNvPr>
          <p:cNvSpPr>
            <a:spLocks noGrp="1"/>
          </p:cNvSpPr>
          <p:nvPr>
            <p:ph type="body" sz="quarter" idx="20"/>
          </p:nvPr>
        </p:nvSpPr>
        <p:spPr>
          <a:xfrm>
            <a:off x="3797036" y="5124094"/>
            <a:ext cx="4117792" cy="590931"/>
          </a:xfrm>
          <a:prstGeom prst="rect">
            <a:avLst/>
          </a:prstGeom>
        </p:spPr>
        <p:txBody>
          <a:bodyPr wrap="square" anchor="t">
            <a:spAutoFit/>
          </a:bodyPr>
          <a:lstStyle>
            <a:lvl1pPr marL="9525" indent="0" algn="r">
              <a:lnSpc>
                <a:spcPct val="90000"/>
              </a:lnSpc>
              <a:spcAft>
                <a:spcPts val="0"/>
              </a:spcAft>
              <a:buClr>
                <a:schemeClr val="bg2"/>
              </a:buClr>
              <a:buFont typeface="Arial" panose="020B0604020202020204" pitchFamily="34" charset="0"/>
              <a:buNone/>
              <a:tabLst/>
              <a:defRPr sz="2000" b="0" i="0">
                <a:solidFill>
                  <a:schemeClr val="bg1"/>
                </a:solidFill>
                <a:latin typeface="Barlow Light" pitchFamily="2" charset="77"/>
              </a:defRPr>
            </a:lvl1pPr>
            <a:lvl2pPr marL="9525" indent="0" algn="r">
              <a:lnSpc>
                <a:spcPct val="90000"/>
              </a:lnSpc>
              <a:spcAft>
                <a:spcPts val="0"/>
              </a:spcAft>
              <a:buClr>
                <a:schemeClr val="bg2"/>
              </a:buClr>
              <a:buSzPct val="100000"/>
              <a:buFont typeface="Arial" panose="020B0604020202020204" pitchFamily="34" charset="0"/>
              <a:buNone/>
              <a:tabLst/>
              <a:defRPr sz="16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cxnSp>
        <p:nvCxnSpPr>
          <p:cNvPr id="12" name="Straight Connector 11">
            <a:extLst>
              <a:ext uri="{FF2B5EF4-FFF2-40B4-BE49-F238E27FC236}">
                <a16:creationId xmlns:a16="http://schemas.microsoft.com/office/drawing/2014/main" id="{0FA1A5DC-0E75-3669-950A-942732CFE935}"/>
              </a:ext>
            </a:extLst>
          </p:cNvPr>
          <p:cNvCxnSpPr>
            <a:cxnSpLocks/>
          </p:cNvCxnSpPr>
          <p:nvPr userDrawn="1"/>
        </p:nvCxnSpPr>
        <p:spPr bwMode="auto">
          <a:xfrm>
            <a:off x="808463" y="3612995"/>
            <a:ext cx="10816683" cy="0"/>
          </a:xfrm>
          <a:prstGeom prst="line">
            <a:avLst/>
          </a:prstGeom>
          <a:noFill/>
          <a:ln w="25400" cap="flat" cmpd="sng" algn="ctr">
            <a:solidFill>
              <a:schemeClr val="bg1"/>
            </a:solidFill>
            <a:prstDash val="solid"/>
            <a:round/>
            <a:headEnd type="none" w="med" len="med"/>
            <a:tailEnd type="none" w="med" len="med"/>
          </a:ln>
          <a:effectLst/>
        </p:spPr>
      </p:cxnSp>
      <p:sp>
        <p:nvSpPr>
          <p:cNvPr id="11" name="Freeform 10">
            <a:extLst>
              <a:ext uri="{FF2B5EF4-FFF2-40B4-BE49-F238E27FC236}">
                <a16:creationId xmlns:a16="http://schemas.microsoft.com/office/drawing/2014/main" id="{53B7A7C3-D641-0B3B-2968-7FF439346D6E}"/>
              </a:ext>
            </a:extLst>
          </p:cNvPr>
          <p:cNvSpPr/>
          <p:nvPr userDrawn="1"/>
        </p:nvSpPr>
        <p:spPr>
          <a:xfrm rot="5400000" flipH="1">
            <a:off x="5641731" y="-517840"/>
            <a:ext cx="908538" cy="1944219"/>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13" name="Picture 12">
            <a:extLst>
              <a:ext uri="{FF2B5EF4-FFF2-40B4-BE49-F238E27FC236}">
                <a16:creationId xmlns:a16="http://schemas.microsoft.com/office/drawing/2014/main" id="{BB1AA7EC-8964-CA3A-3E66-B5C2B21F7C4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666733" y="1355"/>
            <a:ext cx="784481" cy="859154"/>
          </a:xfrm>
          <a:prstGeom prst="rect">
            <a:avLst/>
          </a:prstGeom>
        </p:spPr>
      </p:pic>
    </p:spTree>
    <p:extLst>
      <p:ext uri="{BB962C8B-B14F-4D97-AF65-F5344CB8AC3E}">
        <p14:creationId xmlns:p14="http://schemas.microsoft.com/office/powerpoint/2010/main" val="646395324"/>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FFFFF"/>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7" name="Picture 6">
            <a:extLst>
              <a:ext uri="{FF2B5EF4-FFF2-40B4-BE49-F238E27FC236}">
                <a16:creationId xmlns:a16="http://schemas.microsoft.com/office/drawing/2014/main" id="{937F3F8B-7ECA-9D7C-2F3F-82F8C03B623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1291814386"/>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 Bullets">
    <p:bg>
      <p:bgPr>
        <a:solidFill>
          <a:srgbClr val="FFFFFF"/>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1044204" y="1967039"/>
            <a:ext cx="10744985"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937F3F8B-7ECA-9D7C-2F3F-82F8C03B623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4221012992"/>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Line Title + Bullets ">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EB44D587-4FB6-2934-5221-87C49F5048FA}"/>
              </a:ext>
            </a:extLst>
          </p:cNvPr>
          <p:cNvCxnSpPr>
            <a:cxnSpLocks/>
          </p:cNvCxnSpPr>
          <p:nvPr userDrawn="1"/>
        </p:nvCxnSpPr>
        <p:spPr bwMode="auto">
          <a:xfrm flipV="1">
            <a:off x="930361" y="393761"/>
            <a:ext cx="0" cy="767527"/>
          </a:xfrm>
          <a:prstGeom prst="line">
            <a:avLst/>
          </a:prstGeom>
          <a:noFill/>
          <a:ln w="15875" cap="flat" cmpd="sng" algn="ctr">
            <a:solidFill>
              <a:schemeClr val="tx1"/>
            </a:solidFill>
            <a:prstDash val="solid"/>
            <a:round/>
            <a:headEnd type="none" w="med" len="med"/>
            <a:tailEnd type="none" w="med" len="med"/>
          </a:ln>
          <a:effectLst/>
        </p:spPr>
      </p:cxnSp>
      <p:sp>
        <p:nvSpPr>
          <p:cNvPr id="10" name="Title 1">
            <a:extLst>
              <a:ext uri="{FF2B5EF4-FFF2-40B4-BE49-F238E27FC236}">
                <a16:creationId xmlns:a16="http://schemas.microsoft.com/office/drawing/2014/main" id="{7921B36E-15F1-CF09-5E5F-204D4911775C}"/>
              </a:ext>
            </a:extLst>
          </p:cNvPr>
          <p:cNvSpPr>
            <a:spLocks noGrp="1"/>
          </p:cNvSpPr>
          <p:nvPr>
            <p:ph type="title" hasCustomPrompt="1"/>
          </p:nvPr>
        </p:nvSpPr>
        <p:spPr>
          <a:xfrm>
            <a:off x="1044205" y="240431"/>
            <a:ext cx="10744985" cy="1034129"/>
          </a:xfrm>
          <a:prstGeom prst="rect">
            <a:avLst/>
          </a:prstGeom>
        </p:spPr>
        <p:txBody>
          <a:bodyPr wrap="square" anchor="b">
            <a:spAutoFit/>
          </a:bodyPr>
          <a:lstStyle>
            <a:lvl1pPr>
              <a:lnSpc>
                <a:spcPct val="90000"/>
              </a:lnSpc>
              <a:defRPr sz="3400" b="0" i="0">
                <a:latin typeface="Barlow Light" pitchFamily="2" charset="77"/>
              </a:defRPr>
            </a:lvl1pPr>
          </a:lstStyle>
          <a:p>
            <a:r>
              <a:rPr lang="en-US"/>
              <a:t>Click to edit</a:t>
            </a:r>
            <a:br>
              <a:rPr lang="en-US"/>
            </a:br>
            <a:r>
              <a:rPr lang="en-US"/>
              <a:t>two line title</a:t>
            </a: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1044204" y="1967039"/>
            <a:ext cx="10744985"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4" name="Text Placeholder 6">
            <a:extLst>
              <a:ext uri="{FF2B5EF4-FFF2-40B4-BE49-F238E27FC236}">
                <a16:creationId xmlns:a16="http://schemas.microsoft.com/office/drawing/2014/main" id="{4F6AC76B-2869-98E3-7299-3F862A29595E}"/>
              </a:ext>
            </a:extLst>
          </p:cNvPr>
          <p:cNvSpPr>
            <a:spLocks noGrp="1"/>
          </p:cNvSpPr>
          <p:nvPr>
            <p:ph type="body" sz="quarter" idx="10" hasCustomPrompt="1"/>
          </p:nvPr>
        </p:nvSpPr>
        <p:spPr>
          <a:xfrm>
            <a:off x="1044205" y="1252690"/>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15" name="Picture 14">
            <a:extLst>
              <a:ext uri="{FF2B5EF4-FFF2-40B4-BE49-F238E27FC236}">
                <a16:creationId xmlns:a16="http://schemas.microsoft.com/office/drawing/2014/main" id="{C37B4374-B64B-61AE-56D7-1543B11A106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spTree>
    <p:extLst>
      <p:ext uri="{BB962C8B-B14F-4D97-AF65-F5344CB8AC3E}">
        <p14:creationId xmlns:p14="http://schemas.microsoft.com/office/powerpoint/2010/main" val="4063576247"/>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s black headin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723899" y="2500439"/>
            <a:ext cx="4954501"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5" name="Text Placeholder 2">
            <a:extLst>
              <a:ext uri="{FF2B5EF4-FFF2-40B4-BE49-F238E27FC236}">
                <a16:creationId xmlns:a16="http://schemas.microsoft.com/office/drawing/2014/main" id="{1B4D7A96-C0AA-BAFE-B8DE-6FB1E36FC70E}"/>
              </a:ext>
            </a:extLst>
          </p:cNvPr>
          <p:cNvSpPr>
            <a:spLocks noGrp="1"/>
          </p:cNvSpPr>
          <p:nvPr>
            <p:ph type="body" sz="quarter" idx="17"/>
          </p:nvPr>
        </p:nvSpPr>
        <p:spPr>
          <a:xfrm>
            <a:off x="6513603" y="2500439"/>
            <a:ext cx="5106897"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6" name="Text Placeholder 2">
            <a:extLst>
              <a:ext uri="{FF2B5EF4-FFF2-40B4-BE49-F238E27FC236}">
                <a16:creationId xmlns:a16="http://schemas.microsoft.com/office/drawing/2014/main" id="{9DC5E415-09BB-2A36-2B27-2795E44886F8}"/>
              </a:ext>
            </a:extLst>
          </p:cNvPr>
          <p:cNvSpPr>
            <a:spLocks noGrp="1"/>
          </p:cNvSpPr>
          <p:nvPr>
            <p:ph type="body" sz="quarter" idx="18"/>
          </p:nvPr>
        </p:nvSpPr>
        <p:spPr>
          <a:xfrm>
            <a:off x="723899" y="2030539"/>
            <a:ext cx="4954501"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7" name="Text Placeholder 2">
            <a:extLst>
              <a:ext uri="{FF2B5EF4-FFF2-40B4-BE49-F238E27FC236}">
                <a16:creationId xmlns:a16="http://schemas.microsoft.com/office/drawing/2014/main" id="{E9E85716-54C9-AEEF-8D42-0F442EE7C86D}"/>
              </a:ext>
            </a:extLst>
          </p:cNvPr>
          <p:cNvSpPr>
            <a:spLocks noGrp="1"/>
          </p:cNvSpPr>
          <p:nvPr>
            <p:ph type="body" sz="quarter" idx="19"/>
          </p:nvPr>
        </p:nvSpPr>
        <p:spPr>
          <a:xfrm>
            <a:off x="6513603" y="2030539"/>
            <a:ext cx="5106897"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pic>
        <p:nvPicPr>
          <p:cNvPr id="10" name="Picture 9">
            <a:extLst>
              <a:ext uri="{FF2B5EF4-FFF2-40B4-BE49-F238E27FC236}">
                <a16:creationId xmlns:a16="http://schemas.microsoft.com/office/drawing/2014/main" id="{4B37FD47-D492-020B-B5EF-BB5627749DC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11" name="Straight Connector 10">
            <a:extLst>
              <a:ext uri="{FF2B5EF4-FFF2-40B4-BE49-F238E27FC236}">
                <a16:creationId xmlns:a16="http://schemas.microsoft.com/office/drawing/2014/main" id="{DAAB6617-586B-351A-F206-AEC07C2A37B3}"/>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924AF1EB-0D34-A7F6-CAB1-1EFBE3C12818}"/>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E557E2D3-B73E-9A55-7DDC-59D13362BC24}"/>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323681386"/>
      </p:ext>
    </p:extLst>
  </p:cSld>
  <p:clrMapOvr>
    <a:masterClrMapping/>
  </p:clrMapOvr>
  <p:transition spd="med"/>
  <p:extLst>
    <p:ext uri="{DCECCB84-F9BA-43D5-87BE-67443E8EF086}">
      <p15:sldGuideLst xmlns:p15="http://schemas.microsoft.com/office/powerpoint/2012/main">
        <p15:guide id="1" pos="3840" userDrawn="1">
          <p15:clr>
            <a:srgbClr val="FBAE40"/>
          </p15:clr>
        </p15:guide>
        <p15:guide id="2" pos="7320" userDrawn="1">
          <p15:clr>
            <a:srgbClr val="FBAE40"/>
          </p15:clr>
        </p15:guide>
        <p15:guide id="3" pos="456"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lumns black headin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723900" y="2500439"/>
            <a:ext cx="365760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5" name="Text Placeholder 2">
            <a:extLst>
              <a:ext uri="{FF2B5EF4-FFF2-40B4-BE49-F238E27FC236}">
                <a16:creationId xmlns:a16="http://schemas.microsoft.com/office/drawing/2014/main" id="{1B4D7A96-C0AA-BAFE-B8DE-6FB1E36FC70E}"/>
              </a:ext>
            </a:extLst>
          </p:cNvPr>
          <p:cNvSpPr>
            <a:spLocks noGrp="1"/>
          </p:cNvSpPr>
          <p:nvPr>
            <p:ph type="body" sz="quarter" idx="17"/>
          </p:nvPr>
        </p:nvSpPr>
        <p:spPr>
          <a:xfrm>
            <a:off x="7962900" y="2500439"/>
            <a:ext cx="365760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6" name="Text Placeholder 2">
            <a:extLst>
              <a:ext uri="{FF2B5EF4-FFF2-40B4-BE49-F238E27FC236}">
                <a16:creationId xmlns:a16="http://schemas.microsoft.com/office/drawing/2014/main" id="{43094444-02CB-83E1-7F96-3464CB5A0B2A}"/>
              </a:ext>
            </a:extLst>
          </p:cNvPr>
          <p:cNvSpPr>
            <a:spLocks noGrp="1"/>
          </p:cNvSpPr>
          <p:nvPr>
            <p:ph type="body" sz="quarter" idx="18"/>
          </p:nvPr>
        </p:nvSpPr>
        <p:spPr>
          <a:xfrm>
            <a:off x="4343400" y="2500439"/>
            <a:ext cx="365760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6454257A-988F-11BD-9BED-16CECA09F918}"/>
              </a:ext>
            </a:extLst>
          </p:cNvPr>
          <p:cNvSpPr>
            <a:spLocks noGrp="1"/>
          </p:cNvSpPr>
          <p:nvPr>
            <p:ph type="body" sz="quarter" idx="19"/>
          </p:nvPr>
        </p:nvSpPr>
        <p:spPr>
          <a:xfrm>
            <a:off x="723900" y="2035310"/>
            <a:ext cx="3619498"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10" name="Text Placeholder 2">
            <a:extLst>
              <a:ext uri="{FF2B5EF4-FFF2-40B4-BE49-F238E27FC236}">
                <a16:creationId xmlns:a16="http://schemas.microsoft.com/office/drawing/2014/main" id="{66C8F56F-30DC-4B58-F50E-EB97D263E422}"/>
              </a:ext>
            </a:extLst>
          </p:cNvPr>
          <p:cNvSpPr>
            <a:spLocks noGrp="1"/>
          </p:cNvSpPr>
          <p:nvPr>
            <p:ph type="body" sz="quarter" idx="20"/>
          </p:nvPr>
        </p:nvSpPr>
        <p:spPr>
          <a:xfrm>
            <a:off x="4381501" y="2035310"/>
            <a:ext cx="3581400"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11" name="Text Placeholder 2">
            <a:extLst>
              <a:ext uri="{FF2B5EF4-FFF2-40B4-BE49-F238E27FC236}">
                <a16:creationId xmlns:a16="http://schemas.microsoft.com/office/drawing/2014/main" id="{06A49F06-C1F6-841B-05E0-4800B08CF4AF}"/>
              </a:ext>
            </a:extLst>
          </p:cNvPr>
          <p:cNvSpPr>
            <a:spLocks noGrp="1"/>
          </p:cNvSpPr>
          <p:nvPr>
            <p:ph type="body" sz="quarter" idx="21"/>
          </p:nvPr>
        </p:nvSpPr>
        <p:spPr>
          <a:xfrm>
            <a:off x="8001000" y="2035310"/>
            <a:ext cx="3619499"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pic>
        <p:nvPicPr>
          <p:cNvPr id="12" name="Picture 11">
            <a:extLst>
              <a:ext uri="{FF2B5EF4-FFF2-40B4-BE49-F238E27FC236}">
                <a16:creationId xmlns:a16="http://schemas.microsoft.com/office/drawing/2014/main" id="{C403882F-8C85-31A6-3138-86273BDFDB3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13" name="Straight Connector 12">
            <a:extLst>
              <a:ext uri="{FF2B5EF4-FFF2-40B4-BE49-F238E27FC236}">
                <a16:creationId xmlns:a16="http://schemas.microsoft.com/office/drawing/2014/main" id="{C8474A0D-237D-0680-2B25-1FA17B34D9E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B3A5E78E-EAAF-15A2-3D8D-077A9BBE54F5}"/>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D655B6A2-D9DA-BBAC-906B-1FFC12FCB833}"/>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1558657048"/>
      </p:ext>
    </p:extLst>
  </p:cSld>
  <p:clrMapOvr>
    <a:masterClrMapping/>
  </p:clrMapOvr>
  <p:transition spd="med"/>
  <p:extLst>
    <p:ext uri="{DCECCB84-F9BA-43D5-87BE-67443E8EF086}">
      <p15:sldGuideLst xmlns:p15="http://schemas.microsoft.com/office/powerpoint/2012/main">
        <p15:guide id="1" pos="3840" userDrawn="1">
          <p15:clr>
            <a:srgbClr val="FBAE40"/>
          </p15:clr>
        </p15:guide>
        <p15:guide id="2" pos="7320" userDrawn="1">
          <p15:clr>
            <a:srgbClr val="FBAE40"/>
          </p15:clr>
        </p15:guide>
        <p15:guide id="3" pos="456"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ur columns black headin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D13939F5-E05A-2CE2-8CDB-3CEB1DD9BD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15" name="Straight Connector 14">
            <a:extLst>
              <a:ext uri="{FF2B5EF4-FFF2-40B4-BE49-F238E27FC236}">
                <a16:creationId xmlns:a16="http://schemas.microsoft.com/office/drawing/2014/main" id="{8A701299-E15C-F8A6-BF69-2A12D2D88CBE}"/>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12" name="Text Placeholder 2">
            <a:extLst>
              <a:ext uri="{FF2B5EF4-FFF2-40B4-BE49-F238E27FC236}">
                <a16:creationId xmlns:a16="http://schemas.microsoft.com/office/drawing/2014/main" id="{8FECFC75-80A2-6281-9F37-4DBBEED35AC7}"/>
              </a:ext>
            </a:extLst>
          </p:cNvPr>
          <p:cNvSpPr>
            <a:spLocks noGrp="1"/>
          </p:cNvSpPr>
          <p:nvPr>
            <p:ph type="body" sz="quarter" idx="22"/>
          </p:nvPr>
        </p:nvSpPr>
        <p:spPr>
          <a:xfrm>
            <a:off x="510540" y="2523299"/>
            <a:ext cx="275082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1897DB20-863F-53F7-D9ED-98BDD9C49422}"/>
              </a:ext>
            </a:extLst>
          </p:cNvPr>
          <p:cNvSpPr>
            <a:spLocks noGrp="1"/>
          </p:cNvSpPr>
          <p:nvPr>
            <p:ph type="body" sz="quarter" idx="23"/>
          </p:nvPr>
        </p:nvSpPr>
        <p:spPr>
          <a:xfrm>
            <a:off x="8976360" y="2523299"/>
            <a:ext cx="275082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6" name="Text Placeholder 2">
            <a:extLst>
              <a:ext uri="{FF2B5EF4-FFF2-40B4-BE49-F238E27FC236}">
                <a16:creationId xmlns:a16="http://schemas.microsoft.com/office/drawing/2014/main" id="{27AC55C0-95A4-3555-CCA3-1B9077A12297}"/>
              </a:ext>
            </a:extLst>
          </p:cNvPr>
          <p:cNvSpPr>
            <a:spLocks noGrp="1"/>
          </p:cNvSpPr>
          <p:nvPr>
            <p:ph type="body" sz="quarter" idx="24"/>
          </p:nvPr>
        </p:nvSpPr>
        <p:spPr>
          <a:xfrm>
            <a:off x="3342132" y="2523299"/>
            <a:ext cx="275082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7" name="Text Placeholder 2">
            <a:extLst>
              <a:ext uri="{FF2B5EF4-FFF2-40B4-BE49-F238E27FC236}">
                <a16:creationId xmlns:a16="http://schemas.microsoft.com/office/drawing/2014/main" id="{4F2DBFAF-3714-B65E-41F3-4D12BAF7A6F4}"/>
              </a:ext>
            </a:extLst>
          </p:cNvPr>
          <p:cNvSpPr>
            <a:spLocks noGrp="1"/>
          </p:cNvSpPr>
          <p:nvPr>
            <p:ph type="body" sz="quarter" idx="25"/>
          </p:nvPr>
        </p:nvSpPr>
        <p:spPr>
          <a:xfrm>
            <a:off x="6173724" y="2523299"/>
            <a:ext cx="275082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8" name="Text Placeholder 2">
            <a:extLst>
              <a:ext uri="{FF2B5EF4-FFF2-40B4-BE49-F238E27FC236}">
                <a16:creationId xmlns:a16="http://schemas.microsoft.com/office/drawing/2014/main" id="{29AB863D-C1EB-DB6A-F67B-7E428FE8306E}"/>
              </a:ext>
            </a:extLst>
          </p:cNvPr>
          <p:cNvSpPr>
            <a:spLocks noGrp="1"/>
          </p:cNvSpPr>
          <p:nvPr>
            <p:ph type="body" sz="quarter" idx="26"/>
          </p:nvPr>
        </p:nvSpPr>
        <p:spPr>
          <a:xfrm>
            <a:off x="510540" y="2042930"/>
            <a:ext cx="2743199"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19" name="Text Placeholder 2">
            <a:extLst>
              <a:ext uri="{FF2B5EF4-FFF2-40B4-BE49-F238E27FC236}">
                <a16:creationId xmlns:a16="http://schemas.microsoft.com/office/drawing/2014/main" id="{35D5D651-936C-414A-69C8-0D6DA740FFCD}"/>
              </a:ext>
            </a:extLst>
          </p:cNvPr>
          <p:cNvSpPr>
            <a:spLocks noGrp="1"/>
          </p:cNvSpPr>
          <p:nvPr>
            <p:ph type="body" sz="quarter" idx="27"/>
          </p:nvPr>
        </p:nvSpPr>
        <p:spPr>
          <a:xfrm>
            <a:off x="3342132" y="2042930"/>
            <a:ext cx="2750819"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20" name="Text Placeholder 2">
            <a:extLst>
              <a:ext uri="{FF2B5EF4-FFF2-40B4-BE49-F238E27FC236}">
                <a16:creationId xmlns:a16="http://schemas.microsoft.com/office/drawing/2014/main" id="{AD108612-B614-0530-2FB2-8967975D23FD}"/>
              </a:ext>
            </a:extLst>
          </p:cNvPr>
          <p:cNvSpPr>
            <a:spLocks noGrp="1"/>
          </p:cNvSpPr>
          <p:nvPr>
            <p:ph type="body" sz="quarter" idx="28"/>
          </p:nvPr>
        </p:nvSpPr>
        <p:spPr>
          <a:xfrm>
            <a:off x="6173724" y="2042930"/>
            <a:ext cx="2743200"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21" name="Text Placeholder 2">
            <a:extLst>
              <a:ext uri="{FF2B5EF4-FFF2-40B4-BE49-F238E27FC236}">
                <a16:creationId xmlns:a16="http://schemas.microsoft.com/office/drawing/2014/main" id="{ED5F2C16-C788-0FA6-08F9-1AFE2219A7BD}"/>
              </a:ext>
            </a:extLst>
          </p:cNvPr>
          <p:cNvSpPr>
            <a:spLocks noGrp="1"/>
          </p:cNvSpPr>
          <p:nvPr>
            <p:ph type="body" sz="quarter" idx="29"/>
          </p:nvPr>
        </p:nvSpPr>
        <p:spPr>
          <a:xfrm>
            <a:off x="8976360" y="2042930"/>
            <a:ext cx="2743200"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2" name="Title 1">
            <a:extLst>
              <a:ext uri="{FF2B5EF4-FFF2-40B4-BE49-F238E27FC236}">
                <a16:creationId xmlns:a16="http://schemas.microsoft.com/office/drawing/2014/main" id="{1EDA1FEC-0275-0C08-20D5-975DB9F2A68E}"/>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FE4A2E6A-F4F7-8BD1-1197-10E8234EE719}"/>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335972791"/>
      </p:ext>
    </p:extLst>
  </p:cSld>
  <p:clrMapOvr>
    <a:masterClrMapping/>
  </p:clrMapOvr>
  <p:transition spd="med"/>
  <p:extLst>
    <p:ext uri="{DCECCB84-F9BA-43D5-87BE-67443E8EF086}">
      <p15:sldGuideLst xmlns:p15="http://schemas.microsoft.com/office/powerpoint/2012/main">
        <p15:guide id="1" pos="3840" userDrawn="1">
          <p15:clr>
            <a:srgbClr val="FBAE40"/>
          </p15:clr>
        </p15:guide>
        <p15:guide id="2" pos="7320" userDrawn="1">
          <p15:clr>
            <a:srgbClr val="FBAE40"/>
          </p15:clr>
        </p15:guide>
        <p15:guide id="3" pos="456"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Half and half - text and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C7C4B6A-3EC9-8B35-4011-397761BBFE27}"/>
              </a:ext>
            </a:extLst>
          </p:cNvPr>
          <p:cNvSpPr>
            <a:spLocks noGrp="1"/>
          </p:cNvSpPr>
          <p:nvPr>
            <p:ph type="pic" sz="quarter" idx="18"/>
          </p:nvPr>
        </p:nvSpPr>
        <p:spPr>
          <a:xfrm>
            <a:off x="6513602" y="1371600"/>
            <a:ext cx="5106897" cy="4876800"/>
          </a:xfrm>
          <a:prstGeom prst="rect">
            <a:avLst/>
          </a:prstGeom>
          <a:solidFill>
            <a:schemeClr val="tx2"/>
          </a:solidFill>
        </p:spPr>
        <p:txBody>
          <a:bodyPr anchor="ctr"/>
          <a:lstStyle>
            <a:lvl1pPr marL="0" indent="0" algn="ctr">
              <a:buFont typeface="Arial" panose="020B0604020202020204" pitchFamily="34" charset="0"/>
              <a:buNone/>
              <a:defRPr sz="2800" b="0" i="0">
                <a:latin typeface="Barlow Light" pitchFamily="2" charset="77"/>
              </a:defRPr>
            </a:lvl1pPr>
          </a:lstStyle>
          <a:p>
            <a:endParaRPr lang="en-US"/>
          </a:p>
        </p:txBody>
      </p:sp>
      <p:pic>
        <p:nvPicPr>
          <p:cNvPr id="3" name="Picture 2">
            <a:extLst>
              <a:ext uri="{FF2B5EF4-FFF2-40B4-BE49-F238E27FC236}">
                <a16:creationId xmlns:a16="http://schemas.microsoft.com/office/drawing/2014/main" id="{B3CE956C-0AD6-6DC3-D9BF-A1D2C454003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6" name="Straight Connector 5">
            <a:extLst>
              <a:ext uri="{FF2B5EF4-FFF2-40B4-BE49-F238E27FC236}">
                <a16:creationId xmlns:a16="http://schemas.microsoft.com/office/drawing/2014/main" id="{8243EE58-DA37-A5C6-B77B-EBD8A8B9EDA0}"/>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543D6CCF-4594-DC5E-EF3D-B9865C9BDE4D}"/>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77D88CEB-6D86-876B-553E-A12F18094096}"/>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10" name="Text Placeholder 2">
            <a:extLst>
              <a:ext uri="{FF2B5EF4-FFF2-40B4-BE49-F238E27FC236}">
                <a16:creationId xmlns:a16="http://schemas.microsoft.com/office/drawing/2014/main" id="{3AD746EA-F253-9309-E658-C01AD378A11D}"/>
              </a:ext>
            </a:extLst>
          </p:cNvPr>
          <p:cNvSpPr>
            <a:spLocks noGrp="1"/>
          </p:cNvSpPr>
          <p:nvPr>
            <p:ph type="body" sz="quarter" idx="22"/>
          </p:nvPr>
        </p:nvSpPr>
        <p:spPr>
          <a:xfrm>
            <a:off x="1044205" y="2711931"/>
            <a:ext cx="4634194"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1" name="Text Placeholder 2">
            <a:extLst>
              <a:ext uri="{FF2B5EF4-FFF2-40B4-BE49-F238E27FC236}">
                <a16:creationId xmlns:a16="http://schemas.microsoft.com/office/drawing/2014/main" id="{AFA3F884-06DB-D939-634B-2C95170AE45C}"/>
              </a:ext>
            </a:extLst>
          </p:cNvPr>
          <p:cNvSpPr>
            <a:spLocks noGrp="1"/>
          </p:cNvSpPr>
          <p:nvPr>
            <p:ph type="body" sz="quarter" idx="26"/>
          </p:nvPr>
        </p:nvSpPr>
        <p:spPr>
          <a:xfrm>
            <a:off x="1044205" y="2042930"/>
            <a:ext cx="4621355"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0" i="0">
                <a:solidFill>
                  <a:schemeClr val="tx1"/>
                </a:solidFill>
                <a:latin typeface="Barlow Light" pitchFamily="2" charset="77"/>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Tree>
    <p:extLst>
      <p:ext uri="{BB962C8B-B14F-4D97-AF65-F5344CB8AC3E}">
        <p14:creationId xmlns:p14="http://schemas.microsoft.com/office/powerpoint/2010/main" val="1618373362"/>
      </p:ext>
    </p:extLst>
  </p:cSld>
  <p:clrMapOvr>
    <a:masterClrMapping/>
  </p:clrMapOvr>
  <p:transition spd="med"/>
  <p:extLst>
    <p:ext uri="{DCECCB84-F9BA-43D5-87BE-67443E8EF086}">
      <p15:sldGuideLst xmlns:p15="http://schemas.microsoft.com/office/powerpoint/2012/main">
        <p15:guide id="1" pos="3840" userDrawn="1">
          <p15:clr>
            <a:srgbClr val="FBAE40"/>
          </p15:clr>
        </p15:guide>
        <p15:guide id="2" pos="7320" userDrawn="1">
          <p15:clr>
            <a:srgbClr val="FBAE40"/>
          </p15:clr>
        </p15:guide>
        <p15:guide id="3" pos="456"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alf and half photo and tex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C7C4B6A-3EC9-8B35-4011-397761BBFE27}"/>
              </a:ext>
            </a:extLst>
          </p:cNvPr>
          <p:cNvSpPr>
            <a:spLocks noGrp="1"/>
          </p:cNvSpPr>
          <p:nvPr>
            <p:ph type="pic" sz="quarter" idx="18"/>
          </p:nvPr>
        </p:nvSpPr>
        <p:spPr>
          <a:xfrm>
            <a:off x="930361" y="1371600"/>
            <a:ext cx="4748038" cy="4876800"/>
          </a:xfrm>
          <a:prstGeom prst="rect">
            <a:avLst/>
          </a:prstGeom>
          <a:solidFill>
            <a:schemeClr val="tx2"/>
          </a:solidFill>
        </p:spPr>
        <p:txBody>
          <a:bodyPr anchor="ctr"/>
          <a:lstStyle>
            <a:lvl1pPr marL="0" indent="0" algn="ctr">
              <a:buFont typeface="Arial" panose="020B0604020202020204" pitchFamily="34" charset="0"/>
              <a:buNone/>
              <a:defRPr sz="2800" b="0" i="0">
                <a:latin typeface="Barlow Light" pitchFamily="2" charset="77"/>
              </a:defRPr>
            </a:lvl1pPr>
          </a:lstStyle>
          <a:p>
            <a:endParaRPr lang="en-US"/>
          </a:p>
        </p:txBody>
      </p:sp>
      <p:pic>
        <p:nvPicPr>
          <p:cNvPr id="10" name="Picture 9">
            <a:extLst>
              <a:ext uri="{FF2B5EF4-FFF2-40B4-BE49-F238E27FC236}">
                <a16:creationId xmlns:a16="http://schemas.microsoft.com/office/drawing/2014/main" id="{4272134E-C99A-C5A8-AF53-10FA0D24ED7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11" name="Straight Connector 10">
            <a:extLst>
              <a:ext uri="{FF2B5EF4-FFF2-40B4-BE49-F238E27FC236}">
                <a16:creationId xmlns:a16="http://schemas.microsoft.com/office/drawing/2014/main" id="{45CF24BF-6C34-CBED-7E23-E7216D5F20C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E84C55A1-DB54-1B07-6E8B-AE1E726968A5}"/>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8C8A6623-AB9C-95B1-47EC-9A69E4A4E8B3}"/>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4" name="Text Placeholder 2">
            <a:extLst>
              <a:ext uri="{FF2B5EF4-FFF2-40B4-BE49-F238E27FC236}">
                <a16:creationId xmlns:a16="http://schemas.microsoft.com/office/drawing/2014/main" id="{15133D54-A173-073C-0272-11B74D062C13}"/>
              </a:ext>
            </a:extLst>
          </p:cNvPr>
          <p:cNvSpPr>
            <a:spLocks noGrp="1"/>
          </p:cNvSpPr>
          <p:nvPr>
            <p:ph type="body" sz="quarter" idx="22"/>
          </p:nvPr>
        </p:nvSpPr>
        <p:spPr>
          <a:xfrm>
            <a:off x="6513603" y="2711931"/>
            <a:ext cx="47480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6" name="Text Placeholder 2">
            <a:extLst>
              <a:ext uri="{FF2B5EF4-FFF2-40B4-BE49-F238E27FC236}">
                <a16:creationId xmlns:a16="http://schemas.microsoft.com/office/drawing/2014/main" id="{108B6FD4-169E-CBBE-D64C-A2376F48F0C6}"/>
              </a:ext>
            </a:extLst>
          </p:cNvPr>
          <p:cNvSpPr>
            <a:spLocks noGrp="1"/>
          </p:cNvSpPr>
          <p:nvPr>
            <p:ph type="body" sz="quarter" idx="26"/>
          </p:nvPr>
        </p:nvSpPr>
        <p:spPr>
          <a:xfrm>
            <a:off x="6513603" y="2042930"/>
            <a:ext cx="4734882"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0" i="0">
                <a:solidFill>
                  <a:schemeClr val="tx1"/>
                </a:solidFill>
                <a:latin typeface="Barlow Light" pitchFamily="2" charset="77"/>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Tree>
    <p:extLst>
      <p:ext uri="{BB962C8B-B14F-4D97-AF65-F5344CB8AC3E}">
        <p14:creationId xmlns:p14="http://schemas.microsoft.com/office/powerpoint/2010/main" val="50564229"/>
      </p:ext>
    </p:extLst>
  </p:cSld>
  <p:clrMapOvr>
    <a:masterClrMapping/>
  </p:clrMapOvr>
  <p:transition spd="med"/>
  <p:extLst>
    <p:ext uri="{DCECCB84-F9BA-43D5-87BE-67443E8EF086}">
      <p15:sldGuideLst xmlns:p15="http://schemas.microsoft.com/office/powerpoint/2012/main">
        <p15:guide id="1" pos="3840" userDrawn="1">
          <p15:clr>
            <a:srgbClr val="FBAE40"/>
          </p15:clr>
        </p15:guide>
        <p15:guide id="2" pos="7320" userDrawn="1">
          <p15:clr>
            <a:srgbClr val="FBAE40"/>
          </p15:clr>
        </p15:guide>
        <p15:guide id="3" pos="456"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alf and half with callouts">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BB4700F3-A4E1-D1DA-53D1-CC466185B364}"/>
              </a:ext>
            </a:extLst>
          </p:cNvPr>
          <p:cNvSpPr/>
          <p:nvPr userDrawn="1"/>
        </p:nvSpPr>
        <p:spPr>
          <a:xfrm>
            <a:off x="193289" y="1313665"/>
            <a:ext cx="5716858" cy="4204419"/>
          </a:xfrm>
          <a:prstGeom prst="roundRect">
            <a:avLst>
              <a:gd name="adj" fmla="val 1956"/>
            </a:avLst>
          </a:prstGeom>
          <a:gradFill flip="none" rotWithShape="1">
            <a:gsLst>
              <a:gs pos="100000">
                <a:schemeClr val="bg1"/>
              </a:gs>
              <a:gs pos="0">
                <a:schemeClr val="bg1">
                  <a:lumMod val="85000"/>
                </a:schemeClr>
              </a:gs>
            </a:gsLst>
            <a:lin ang="7200000" scaled="0"/>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2" name="Rounded Rectangle 11">
            <a:extLst>
              <a:ext uri="{FF2B5EF4-FFF2-40B4-BE49-F238E27FC236}">
                <a16:creationId xmlns:a16="http://schemas.microsoft.com/office/drawing/2014/main" id="{5B4AB126-E01D-1C16-E128-B28970EA2CEA}"/>
              </a:ext>
            </a:extLst>
          </p:cNvPr>
          <p:cNvSpPr/>
          <p:nvPr userDrawn="1"/>
        </p:nvSpPr>
        <p:spPr>
          <a:xfrm>
            <a:off x="6257992" y="1313665"/>
            <a:ext cx="5716857" cy="4204419"/>
          </a:xfrm>
          <a:prstGeom prst="roundRect">
            <a:avLst>
              <a:gd name="adj" fmla="val 1758"/>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6" name="Content Placeholder 15">
            <a:extLst>
              <a:ext uri="{FF2B5EF4-FFF2-40B4-BE49-F238E27FC236}">
                <a16:creationId xmlns:a16="http://schemas.microsoft.com/office/drawing/2014/main" id="{F99A3351-98BE-0278-75EF-F4026509FE22}"/>
              </a:ext>
            </a:extLst>
          </p:cNvPr>
          <p:cNvSpPr>
            <a:spLocks noGrp="1"/>
          </p:cNvSpPr>
          <p:nvPr>
            <p:ph sz="quarter" idx="18"/>
          </p:nvPr>
        </p:nvSpPr>
        <p:spPr>
          <a:xfrm>
            <a:off x="6276109" y="1317163"/>
            <a:ext cx="5698738" cy="3964842"/>
          </a:xfrm>
          <a:prstGeom prst="roundRect">
            <a:avLst>
              <a:gd name="adj" fmla="val 1934"/>
            </a:avLst>
          </a:prstGeom>
        </p:spPr>
        <p:txBody>
          <a:bodyPr>
            <a:noAutofit/>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15">
            <a:extLst>
              <a:ext uri="{FF2B5EF4-FFF2-40B4-BE49-F238E27FC236}">
                <a16:creationId xmlns:a16="http://schemas.microsoft.com/office/drawing/2014/main" id="{37F3176B-AD92-6C31-51CE-B9163792755C}"/>
              </a:ext>
            </a:extLst>
          </p:cNvPr>
          <p:cNvSpPr>
            <a:spLocks noGrp="1"/>
          </p:cNvSpPr>
          <p:nvPr>
            <p:ph sz="quarter" idx="19"/>
          </p:nvPr>
        </p:nvSpPr>
        <p:spPr>
          <a:xfrm>
            <a:off x="191193" y="1344707"/>
            <a:ext cx="5673192" cy="3926540"/>
          </a:xfrm>
          <a:prstGeom prst="roundRect">
            <a:avLst>
              <a:gd name="adj" fmla="val 2132"/>
            </a:avLst>
          </a:prstGeom>
        </p:spPr>
        <p:txBody>
          <a:bodyPr>
            <a:noAutofit/>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2" name="Straight Connector 21">
            <a:extLst>
              <a:ext uri="{FF2B5EF4-FFF2-40B4-BE49-F238E27FC236}">
                <a16:creationId xmlns:a16="http://schemas.microsoft.com/office/drawing/2014/main" id="{91E95DBA-4C25-2402-58EF-E5244AE58E02}"/>
              </a:ext>
            </a:extLst>
          </p:cNvPr>
          <p:cNvCxnSpPr>
            <a:cxnSpLocks/>
          </p:cNvCxnSpPr>
          <p:nvPr userDrawn="1"/>
        </p:nvCxnSpPr>
        <p:spPr bwMode="auto">
          <a:xfrm flipV="1">
            <a:off x="6062356" y="1799063"/>
            <a:ext cx="0" cy="3189249"/>
          </a:xfrm>
          <a:prstGeom prst="line">
            <a:avLst/>
          </a:prstGeom>
          <a:noFill/>
          <a:ln w="19050" cap="flat" cmpd="sng" algn="ctr">
            <a:solidFill>
              <a:schemeClr val="bg1">
                <a:lumMod val="75000"/>
              </a:schemeClr>
            </a:solidFill>
            <a:prstDash val="sysDot"/>
            <a:round/>
            <a:headEnd type="none" w="med" len="med"/>
            <a:tailEnd type="none" w="med" len="med"/>
          </a:ln>
          <a:effectLst/>
        </p:spPr>
      </p:cxnSp>
      <p:sp>
        <p:nvSpPr>
          <p:cNvPr id="26" name="Round Same Side Corner Rectangle 25">
            <a:extLst>
              <a:ext uri="{FF2B5EF4-FFF2-40B4-BE49-F238E27FC236}">
                <a16:creationId xmlns:a16="http://schemas.microsoft.com/office/drawing/2014/main" id="{E9CA11EF-87BE-E3EA-5B0A-A1FFE766CC8B}"/>
              </a:ext>
            </a:extLst>
          </p:cNvPr>
          <p:cNvSpPr/>
          <p:nvPr userDrawn="1"/>
        </p:nvSpPr>
        <p:spPr>
          <a:xfrm>
            <a:off x="4528" y="5402831"/>
            <a:ext cx="6029155" cy="1012838"/>
          </a:xfrm>
          <a:prstGeom prst="round2SameRect">
            <a:avLst>
              <a:gd name="adj1" fmla="val 6575"/>
              <a:gd name="adj2" fmla="val 0"/>
            </a:avLst>
          </a:prstGeom>
          <a:gradFill flip="none" rotWithShape="1">
            <a:gsLst>
              <a:gs pos="0">
                <a:schemeClr val="accent3"/>
              </a:gs>
              <a:gs pos="100000">
                <a:schemeClr val="accent1"/>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27" name="Round Same Side Corner Rectangle 26">
            <a:extLst>
              <a:ext uri="{FF2B5EF4-FFF2-40B4-BE49-F238E27FC236}">
                <a16:creationId xmlns:a16="http://schemas.microsoft.com/office/drawing/2014/main" id="{B589F7AB-621C-87B2-9ADD-92DF4E3F9EF1}"/>
              </a:ext>
            </a:extLst>
          </p:cNvPr>
          <p:cNvSpPr/>
          <p:nvPr userDrawn="1"/>
        </p:nvSpPr>
        <p:spPr>
          <a:xfrm>
            <a:off x="6062357" y="5402831"/>
            <a:ext cx="6126736" cy="1012838"/>
          </a:xfrm>
          <a:prstGeom prst="round2SameRect">
            <a:avLst>
              <a:gd name="adj1" fmla="val 6575"/>
              <a:gd name="adj2" fmla="val 0"/>
            </a:avLst>
          </a:prstGeom>
          <a:gradFill flip="none" rotWithShape="1">
            <a:gsLst>
              <a:gs pos="0">
                <a:schemeClr val="accent3"/>
              </a:gs>
              <a:gs pos="100000">
                <a:schemeClr val="accent1"/>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28" name="Text Placeholder 2">
            <a:extLst>
              <a:ext uri="{FF2B5EF4-FFF2-40B4-BE49-F238E27FC236}">
                <a16:creationId xmlns:a16="http://schemas.microsoft.com/office/drawing/2014/main" id="{9CE4D86C-373B-2888-4CCE-4DF0D0DC3227}"/>
              </a:ext>
            </a:extLst>
          </p:cNvPr>
          <p:cNvSpPr>
            <a:spLocks noGrp="1"/>
          </p:cNvSpPr>
          <p:nvPr>
            <p:ph type="body" sz="quarter" idx="17"/>
          </p:nvPr>
        </p:nvSpPr>
        <p:spPr>
          <a:xfrm>
            <a:off x="19395" y="5637137"/>
            <a:ext cx="6042959" cy="590931"/>
          </a:xfrm>
          <a:prstGeom prst="rect">
            <a:avLst/>
          </a:prstGeom>
        </p:spPr>
        <p:txBody>
          <a:bodyPr wrap="square">
            <a:spAutoFit/>
          </a:bodyPr>
          <a:lstStyle>
            <a:lvl1pPr marL="0" indent="0" algn="ctr">
              <a:lnSpc>
                <a:spcPct val="90000"/>
              </a:lnSpc>
              <a:spcAft>
                <a:spcPts val="0"/>
              </a:spcAft>
              <a:buClr>
                <a:schemeClr val="bg2"/>
              </a:buClr>
              <a:buFont typeface="Arial" panose="020B0604020202020204" pitchFamily="34" charset="0"/>
              <a:buNone/>
              <a:tabLst/>
              <a:defRPr b="1" i="0">
                <a:solidFill>
                  <a:schemeClr val="bg1"/>
                </a:solidFill>
                <a:latin typeface="+mj-lt"/>
              </a:defRPr>
            </a:lvl1pPr>
            <a:lvl2pPr marL="6350" indent="0" algn="ctr">
              <a:lnSpc>
                <a:spcPct val="90000"/>
              </a:lnSpc>
              <a:spcAft>
                <a:spcPts val="0"/>
              </a:spcAft>
              <a:buClr>
                <a:schemeClr val="bg2"/>
              </a:buClr>
              <a:buSzPct val="100000"/>
              <a:buFont typeface="Arial" panose="020B0604020202020204" pitchFamily="34" charset="0"/>
              <a:buNone/>
              <a:tabLst/>
              <a:defRPr b="0" i="0">
                <a:solidFill>
                  <a:schemeClr val="bg1"/>
                </a:solidFill>
                <a:latin typeface="Barlow Light" pitchFamily="2" charset="77"/>
              </a:defRPr>
            </a:lvl2pPr>
            <a:lvl3pPr marL="342900" indent="0">
              <a:buClr>
                <a:schemeClr val="bg2"/>
              </a:buClr>
              <a:buSzPct val="100000"/>
              <a:buFont typeface="Arial" panose="020B0604020202020204" pitchFamily="34" charset="0"/>
              <a:buNone/>
              <a:tabLst/>
              <a:defRPr b="0">
                <a:solidFill>
                  <a:schemeClr val="bg1"/>
                </a:solidFill>
                <a:latin typeface="+mn-lt"/>
              </a:defRPr>
            </a:lvl3pPr>
            <a:lvl4pPr marL="460375" indent="0">
              <a:buClr>
                <a:schemeClr val="bg2"/>
              </a:buClr>
              <a:buFont typeface="Arial" panose="020B0604020202020204" pitchFamily="34" charset="0"/>
              <a:buNone/>
              <a:tabLst/>
              <a:defRPr b="0">
                <a:solidFill>
                  <a:schemeClr val="bg1"/>
                </a:solidFill>
                <a:latin typeface="+mn-lt"/>
              </a:defRPr>
            </a:lvl4pPr>
            <a:lvl5pPr marL="576263" indent="0">
              <a:buClr>
                <a:schemeClr val="bg2"/>
              </a:buClr>
              <a:buFont typeface="Arial" panose="020B0604020202020204" pitchFamily="34" charset="0"/>
              <a:buNone/>
              <a:tabLst/>
              <a:defRPr b="0">
                <a:solidFill>
                  <a:schemeClr val="bg1"/>
                </a:solidFill>
                <a:latin typeface="+mn-lt"/>
              </a:defRPr>
            </a:lvl5pPr>
          </a:lstStyle>
          <a:p>
            <a:pPr lvl="0"/>
            <a:r>
              <a:rPr lang="en-US"/>
              <a:t>Click to edit</a:t>
            </a:r>
          </a:p>
          <a:p>
            <a:pPr lvl="1"/>
            <a:r>
              <a:rPr lang="en-US"/>
              <a:t>Second level</a:t>
            </a:r>
          </a:p>
        </p:txBody>
      </p:sp>
      <p:sp>
        <p:nvSpPr>
          <p:cNvPr id="29" name="Text Placeholder 2">
            <a:extLst>
              <a:ext uri="{FF2B5EF4-FFF2-40B4-BE49-F238E27FC236}">
                <a16:creationId xmlns:a16="http://schemas.microsoft.com/office/drawing/2014/main" id="{5BF8DE91-82EF-8EA1-FFD7-9B5CA1D1FB69}"/>
              </a:ext>
            </a:extLst>
          </p:cNvPr>
          <p:cNvSpPr>
            <a:spLocks noGrp="1"/>
          </p:cNvSpPr>
          <p:nvPr>
            <p:ph type="body" sz="quarter" idx="20"/>
          </p:nvPr>
        </p:nvSpPr>
        <p:spPr>
          <a:xfrm>
            <a:off x="6077221" y="5637137"/>
            <a:ext cx="6095384" cy="590931"/>
          </a:xfrm>
          <a:prstGeom prst="rect">
            <a:avLst/>
          </a:prstGeom>
        </p:spPr>
        <p:txBody>
          <a:bodyPr wrap="square">
            <a:spAutoFit/>
          </a:bodyPr>
          <a:lstStyle>
            <a:lvl1pPr marL="0" indent="0" algn="ctr">
              <a:lnSpc>
                <a:spcPct val="90000"/>
              </a:lnSpc>
              <a:spcAft>
                <a:spcPts val="0"/>
              </a:spcAft>
              <a:buClr>
                <a:schemeClr val="bg2"/>
              </a:buClr>
              <a:buFont typeface="Arial" panose="020B0604020202020204" pitchFamily="34" charset="0"/>
              <a:buNone/>
              <a:tabLst/>
              <a:defRPr b="1" i="0">
                <a:solidFill>
                  <a:schemeClr val="bg1"/>
                </a:solidFill>
                <a:latin typeface="+mj-lt"/>
              </a:defRPr>
            </a:lvl1pPr>
            <a:lvl2pPr marL="6350" indent="0" algn="ctr">
              <a:lnSpc>
                <a:spcPct val="90000"/>
              </a:lnSpc>
              <a:spcAft>
                <a:spcPts val="0"/>
              </a:spcAft>
              <a:buClr>
                <a:schemeClr val="bg2"/>
              </a:buClr>
              <a:buSzPct val="100000"/>
              <a:buFont typeface="Arial" panose="020B0604020202020204" pitchFamily="34" charset="0"/>
              <a:buNone/>
              <a:tabLst/>
              <a:defRPr b="0" i="0">
                <a:solidFill>
                  <a:schemeClr val="bg1"/>
                </a:solidFill>
                <a:latin typeface="Barlow Light" pitchFamily="2" charset="77"/>
              </a:defRPr>
            </a:lvl2pPr>
            <a:lvl3pPr marL="342900" indent="0">
              <a:buClr>
                <a:schemeClr val="bg2"/>
              </a:buClr>
              <a:buSzPct val="100000"/>
              <a:buFont typeface="Arial" panose="020B0604020202020204" pitchFamily="34" charset="0"/>
              <a:buNone/>
              <a:tabLst/>
              <a:defRPr b="0">
                <a:solidFill>
                  <a:schemeClr val="bg1"/>
                </a:solidFill>
                <a:latin typeface="+mn-lt"/>
              </a:defRPr>
            </a:lvl3pPr>
            <a:lvl4pPr marL="460375" indent="0">
              <a:buClr>
                <a:schemeClr val="bg2"/>
              </a:buClr>
              <a:buFont typeface="Arial" panose="020B0604020202020204" pitchFamily="34" charset="0"/>
              <a:buNone/>
              <a:tabLst/>
              <a:defRPr b="0">
                <a:solidFill>
                  <a:schemeClr val="bg1"/>
                </a:solidFill>
                <a:latin typeface="+mn-lt"/>
              </a:defRPr>
            </a:lvl4pPr>
            <a:lvl5pPr marL="576263" indent="0">
              <a:buClr>
                <a:schemeClr val="bg2"/>
              </a:buClr>
              <a:buFont typeface="Arial" panose="020B0604020202020204" pitchFamily="34" charset="0"/>
              <a:buNone/>
              <a:tabLst/>
              <a:defRPr b="0">
                <a:solidFill>
                  <a:schemeClr val="bg1"/>
                </a:solidFill>
                <a:latin typeface="+mn-lt"/>
              </a:defRPr>
            </a:lvl5pPr>
          </a:lstStyle>
          <a:p>
            <a:pPr lvl="0"/>
            <a:r>
              <a:rPr lang="en-US"/>
              <a:t>Click to edit</a:t>
            </a:r>
          </a:p>
          <a:p>
            <a:pPr lvl="1"/>
            <a:r>
              <a:rPr lang="en-US"/>
              <a:t>Second level</a:t>
            </a:r>
          </a:p>
        </p:txBody>
      </p:sp>
      <p:pic>
        <p:nvPicPr>
          <p:cNvPr id="30" name="Picture 29">
            <a:extLst>
              <a:ext uri="{FF2B5EF4-FFF2-40B4-BE49-F238E27FC236}">
                <a16:creationId xmlns:a16="http://schemas.microsoft.com/office/drawing/2014/main" id="{4060C8AF-37C1-34EE-64A6-EB92CF1AB5A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31" name="Straight Connector 30">
            <a:extLst>
              <a:ext uri="{FF2B5EF4-FFF2-40B4-BE49-F238E27FC236}">
                <a16:creationId xmlns:a16="http://schemas.microsoft.com/office/drawing/2014/main" id="{065A0F29-89EB-8721-DD4C-57CB3BBB6D58}"/>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08307E5F-0DB4-5FB6-6279-C975951AA156}"/>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C217C7FE-F525-CB10-18B0-BFA0A00A9083}"/>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4111310053"/>
      </p:ext>
    </p:extLst>
  </p:cSld>
  <p:clrMapOvr>
    <a:masterClrMapping/>
  </p:clrMapOvr>
  <p:transition spd="med"/>
  <p:extLst>
    <p:ext uri="{DCECCB84-F9BA-43D5-87BE-67443E8EF086}">
      <p15:sldGuideLst xmlns:p15="http://schemas.microsoft.com/office/powerpoint/2012/main">
        <p15:guide id="1" pos="3840" userDrawn="1">
          <p15:clr>
            <a:srgbClr val="FBAE40"/>
          </p15:clr>
        </p15:guide>
        <p15:guide id="2" pos="7320" userDrawn="1">
          <p15:clr>
            <a:srgbClr val="FBAE40"/>
          </p15:clr>
        </p15:guide>
        <p15:guide id="3" pos="456"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irds with heading in first column">
    <p:spTree>
      <p:nvGrpSpPr>
        <p:cNvPr id="1" name=""/>
        <p:cNvGrpSpPr/>
        <p:nvPr/>
      </p:nvGrpSpPr>
      <p:grpSpPr>
        <a:xfrm>
          <a:off x="0" y="0"/>
          <a:ext cx="0" cy="0"/>
          <a:chOff x="0" y="0"/>
          <a:chExt cx="0" cy="0"/>
        </a:xfrm>
      </p:grpSpPr>
      <p:sp>
        <p:nvSpPr>
          <p:cNvPr id="6" name="Round Same Side Corner Rectangle 5">
            <a:extLst>
              <a:ext uri="{FF2B5EF4-FFF2-40B4-BE49-F238E27FC236}">
                <a16:creationId xmlns:a16="http://schemas.microsoft.com/office/drawing/2014/main" id="{F4374A66-0E92-3A62-F17B-C2B949339A14}"/>
              </a:ext>
            </a:extLst>
          </p:cNvPr>
          <p:cNvSpPr/>
          <p:nvPr userDrawn="1"/>
        </p:nvSpPr>
        <p:spPr>
          <a:xfrm rot="5400000">
            <a:off x="-757533" y="2068794"/>
            <a:ext cx="5097850" cy="3582786"/>
          </a:xfrm>
          <a:prstGeom prst="round2SameRect">
            <a:avLst>
              <a:gd name="adj1" fmla="val 2531"/>
              <a:gd name="adj2" fmla="val 0"/>
            </a:avLst>
          </a:prstGeom>
          <a:gradFill flip="none" rotWithShape="1">
            <a:gsLst>
              <a:gs pos="0">
                <a:schemeClr val="accent3"/>
              </a:gs>
              <a:gs pos="100000">
                <a:schemeClr val="accent1"/>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5" name="Text Placeholder 2">
            <a:extLst>
              <a:ext uri="{FF2B5EF4-FFF2-40B4-BE49-F238E27FC236}">
                <a16:creationId xmlns:a16="http://schemas.microsoft.com/office/drawing/2014/main" id="{1B4D7A96-C0AA-BAFE-B8DE-6FB1E36FC70E}"/>
              </a:ext>
            </a:extLst>
          </p:cNvPr>
          <p:cNvSpPr>
            <a:spLocks noGrp="1"/>
          </p:cNvSpPr>
          <p:nvPr>
            <p:ph type="body" sz="quarter" idx="17"/>
          </p:nvPr>
        </p:nvSpPr>
        <p:spPr>
          <a:xfrm>
            <a:off x="425244" y="1600280"/>
            <a:ext cx="2924785" cy="1641475"/>
          </a:xfrm>
          <a:prstGeom prst="rect">
            <a:avLst/>
          </a:prstGeom>
        </p:spPr>
        <p:txBody>
          <a:bodyPr wrap="square">
            <a:spAutoFit/>
          </a:bodyPr>
          <a:lstStyle>
            <a:lvl1pPr marL="0" indent="0">
              <a:buClr>
                <a:schemeClr val="bg2"/>
              </a:buClr>
              <a:buFont typeface="Arial" panose="020B0604020202020204" pitchFamily="34" charset="0"/>
              <a:buNone/>
              <a:tabLst/>
              <a:defRPr b="1"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b="1" i="0">
                <a:solidFill>
                  <a:schemeClr val="bg1"/>
                </a:solidFill>
                <a:latin typeface="Barlow Light" pitchFamily="2" charset="77"/>
              </a:defRPr>
            </a:lvl2pPr>
            <a:lvl3pPr marL="342900" indent="0">
              <a:buClr>
                <a:schemeClr val="bg2"/>
              </a:buClr>
              <a:buSzPct val="100000"/>
              <a:buFont typeface="Arial" panose="020B0604020202020204" pitchFamily="34" charset="0"/>
              <a:buNone/>
              <a:tabLst/>
              <a:defRPr b="1" i="0">
                <a:solidFill>
                  <a:schemeClr val="bg1"/>
                </a:solidFill>
                <a:latin typeface="Barlow Light" pitchFamily="2" charset="77"/>
              </a:defRPr>
            </a:lvl3pPr>
            <a:lvl4pPr marL="460375" indent="0">
              <a:buClr>
                <a:schemeClr val="bg2"/>
              </a:buClr>
              <a:buFont typeface="Arial" panose="020B0604020202020204" pitchFamily="34" charset="0"/>
              <a:buNone/>
              <a:tabLst/>
              <a:defRPr b="1" i="0">
                <a:solidFill>
                  <a:schemeClr val="bg1"/>
                </a:solidFill>
                <a:latin typeface="Barlow Light" pitchFamily="2" charset="77"/>
              </a:defRPr>
            </a:lvl4pPr>
            <a:lvl5pPr marL="576263" indent="0">
              <a:buClr>
                <a:schemeClr val="bg2"/>
              </a:buClr>
              <a:buFont typeface="Arial" panose="020B0604020202020204" pitchFamily="34" charset="0"/>
              <a:buNone/>
              <a:tabLst/>
              <a:defRPr b="1" i="0">
                <a:solidFill>
                  <a:schemeClr val="bg1"/>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1" name="Rounded Rectangle 10">
            <a:extLst>
              <a:ext uri="{FF2B5EF4-FFF2-40B4-BE49-F238E27FC236}">
                <a16:creationId xmlns:a16="http://schemas.microsoft.com/office/drawing/2014/main" id="{BB4700F3-A4E1-D1DA-53D1-CC466185B364}"/>
              </a:ext>
            </a:extLst>
          </p:cNvPr>
          <p:cNvSpPr/>
          <p:nvPr userDrawn="1"/>
        </p:nvSpPr>
        <p:spPr>
          <a:xfrm>
            <a:off x="3666501" y="1313665"/>
            <a:ext cx="4147462" cy="5095439"/>
          </a:xfrm>
          <a:prstGeom prst="roundRect">
            <a:avLst>
              <a:gd name="adj" fmla="val 1737"/>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2" name="Rounded Rectangle 11">
            <a:extLst>
              <a:ext uri="{FF2B5EF4-FFF2-40B4-BE49-F238E27FC236}">
                <a16:creationId xmlns:a16="http://schemas.microsoft.com/office/drawing/2014/main" id="{5B4AB126-E01D-1C16-E128-B28970EA2CEA}"/>
              </a:ext>
            </a:extLst>
          </p:cNvPr>
          <p:cNvSpPr/>
          <p:nvPr userDrawn="1"/>
        </p:nvSpPr>
        <p:spPr>
          <a:xfrm>
            <a:off x="7930931" y="1313665"/>
            <a:ext cx="4147462" cy="5095439"/>
          </a:xfrm>
          <a:prstGeom prst="roundRect">
            <a:avLst>
              <a:gd name="adj" fmla="val 1135"/>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6" name="Content Placeholder 15">
            <a:extLst>
              <a:ext uri="{FF2B5EF4-FFF2-40B4-BE49-F238E27FC236}">
                <a16:creationId xmlns:a16="http://schemas.microsoft.com/office/drawing/2014/main" id="{F99A3351-98BE-0278-75EF-F4026509FE22}"/>
              </a:ext>
            </a:extLst>
          </p:cNvPr>
          <p:cNvSpPr>
            <a:spLocks noGrp="1"/>
          </p:cNvSpPr>
          <p:nvPr>
            <p:ph sz="quarter" idx="18"/>
          </p:nvPr>
        </p:nvSpPr>
        <p:spPr>
          <a:xfrm>
            <a:off x="7939243" y="1317163"/>
            <a:ext cx="4147462" cy="5097850"/>
          </a:xfrm>
          <a:prstGeom prst="roundRect">
            <a:avLst>
              <a:gd name="adj" fmla="val 1598"/>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15">
            <a:extLst>
              <a:ext uri="{FF2B5EF4-FFF2-40B4-BE49-F238E27FC236}">
                <a16:creationId xmlns:a16="http://schemas.microsoft.com/office/drawing/2014/main" id="{37F3176B-AD92-6C31-51CE-B9163792755C}"/>
              </a:ext>
            </a:extLst>
          </p:cNvPr>
          <p:cNvSpPr>
            <a:spLocks noGrp="1"/>
          </p:cNvSpPr>
          <p:nvPr>
            <p:ph sz="quarter" idx="19"/>
          </p:nvPr>
        </p:nvSpPr>
        <p:spPr>
          <a:xfrm>
            <a:off x="3674814" y="1317163"/>
            <a:ext cx="4147462" cy="5097850"/>
          </a:xfrm>
          <a:prstGeom prst="roundRect">
            <a:avLst>
              <a:gd name="adj" fmla="val 1999"/>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EE672DCC-EED4-CDF8-6C11-C9F8ADD67EB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7" name="Straight Connector 6">
            <a:extLst>
              <a:ext uri="{FF2B5EF4-FFF2-40B4-BE49-F238E27FC236}">
                <a16:creationId xmlns:a16="http://schemas.microsoft.com/office/drawing/2014/main" id="{D940EC2B-F2CA-4027-538C-F658C1D07EB7}"/>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0851A822-6BE1-5CCC-7918-943F44892908}"/>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825F4EED-837C-2004-8920-0F0C5DD6146B}"/>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3416066124"/>
      </p:ext>
    </p:extLst>
  </p:cSld>
  <p:clrMapOvr>
    <a:masterClrMapping/>
  </p:clrMapOvr>
  <p:transition spd="med"/>
  <p:extLst>
    <p:ext uri="{DCECCB84-F9BA-43D5-87BE-67443E8EF086}">
      <p15:sldGuideLst xmlns:p15="http://schemas.microsoft.com/office/powerpoint/2012/main">
        <p15:guide id="1" pos="3840" userDrawn="1">
          <p15:clr>
            <a:srgbClr val="FBAE40"/>
          </p15:clr>
        </p15:guide>
        <p15:guide id="2" pos="7320" userDrawn="1">
          <p15:clr>
            <a:srgbClr val="FBAE40"/>
          </p15:clr>
        </p15:guide>
        <p15:guide id="3" pos="456"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irds with callout in third column">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CD93D4E-DF15-0D6C-65C7-11720BEF840D}"/>
              </a:ext>
            </a:extLst>
          </p:cNvPr>
          <p:cNvSpPr/>
          <p:nvPr userDrawn="1"/>
        </p:nvSpPr>
        <p:spPr>
          <a:xfrm>
            <a:off x="138543" y="1313665"/>
            <a:ext cx="3886200" cy="5029200"/>
          </a:xfrm>
          <a:prstGeom prst="roundRect">
            <a:avLst>
              <a:gd name="adj" fmla="val 2270"/>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1" name="Rounded Rectangle 10">
            <a:extLst>
              <a:ext uri="{FF2B5EF4-FFF2-40B4-BE49-F238E27FC236}">
                <a16:creationId xmlns:a16="http://schemas.microsoft.com/office/drawing/2014/main" id="{BB4700F3-A4E1-D1DA-53D1-CC466185B364}"/>
              </a:ext>
            </a:extLst>
          </p:cNvPr>
          <p:cNvSpPr/>
          <p:nvPr userDrawn="1"/>
        </p:nvSpPr>
        <p:spPr>
          <a:xfrm>
            <a:off x="4123113" y="1313665"/>
            <a:ext cx="3928455" cy="5029200"/>
          </a:xfrm>
          <a:prstGeom prst="roundRect">
            <a:avLst>
              <a:gd name="adj" fmla="val 2057"/>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2" name="Rounded Rectangle 11">
            <a:extLst>
              <a:ext uri="{FF2B5EF4-FFF2-40B4-BE49-F238E27FC236}">
                <a16:creationId xmlns:a16="http://schemas.microsoft.com/office/drawing/2014/main" id="{5B4AB126-E01D-1C16-E128-B28970EA2CEA}"/>
              </a:ext>
            </a:extLst>
          </p:cNvPr>
          <p:cNvSpPr/>
          <p:nvPr userDrawn="1"/>
        </p:nvSpPr>
        <p:spPr>
          <a:xfrm>
            <a:off x="8121535" y="1313665"/>
            <a:ext cx="3956858" cy="5029200"/>
          </a:xfrm>
          <a:prstGeom prst="roundRect">
            <a:avLst>
              <a:gd name="adj" fmla="val 2465"/>
            </a:avLst>
          </a:prstGeom>
          <a:gradFill flip="none" rotWithShape="1">
            <a:gsLst>
              <a:gs pos="0">
                <a:schemeClr val="accent3"/>
              </a:gs>
              <a:gs pos="100000">
                <a:schemeClr val="accent1"/>
              </a:gs>
            </a:gsLst>
            <a:lin ang="2700000" scaled="1"/>
            <a:tileRect/>
          </a:gradFill>
          <a:ln w="31750" cap="flat">
            <a:noFill/>
            <a:prstDash val="solid"/>
            <a:miter/>
          </a:ln>
          <a:effectLst/>
        </p:spPr>
        <p:txBody>
          <a:bodyPr rtlCol="0" anchor="ctr"/>
          <a:lstStyle/>
          <a:p>
            <a:pPr lvl="0"/>
            <a:endParaRPr lang="en-US" b="0" i="0">
              <a:latin typeface="Barlow Light" pitchFamily="2" charset="77"/>
            </a:endParaRPr>
          </a:p>
        </p:txBody>
      </p:sp>
      <p:sp>
        <p:nvSpPr>
          <p:cNvPr id="16" name="Content Placeholder 15">
            <a:extLst>
              <a:ext uri="{FF2B5EF4-FFF2-40B4-BE49-F238E27FC236}">
                <a16:creationId xmlns:a16="http://schemas.microsoft.com/office/drawing/2014/main" id="{F99A3351-98BE-0278-75EF-F4026509FE22}"/>
              </a:ext>
            </a:extLst>
          </p:cNvPr>
          <p:cNvSpPr>
            <a:spLocks noGrp="1"/>
          </p:cNvSpPr>
          <p:nvPr>
            <p:ph sz="quarter" idx="18"/>
          </p:nvPr>
        </p:nvSpPr>
        <p:spPr>
          <a:xfrm>
            <a:off x="8121535" y="1317163"/>
            <a:ext cx="3948545" cy="5025702"/>
          </a:xfrm>
          <a:prstGeom prst="roundRect">
            <a:avLst>
              <a:gd name="adj" fmla="val 1712"/>
            </a:avLst>
          </a:prstGeom>
        </p:spPr>
        <p:txBody>
          <a:bodyPr/>
          <a:lstStyle>
            <a:lvl1pPr marL="230188" indent="-230188">
              <a:buClr>
                <a:schemeClr val="bg1"/>
              </a:buClr>
              <a:buSzPct val="100000"/>
              <a:buFont typeface="Arial" panose="020B0604020202020204" pitchFamily="34" charset="0"/>
              <a:buChar char="•"/>
              <a:tabLst/>
              <a:defRPr b="0" i="0">
                <a:solidFill>
                  <a:schemeClr val="bg1"/>
                </a:solidFill>
                <a:latin typeface="Barlow Light" pitchFamily="2" charset="77"/>
              </a:defRPr>
            </a:lvl1pPr>
            <a:lvl2pPr marL="914400" indent="-230188">
              <a:buClr>
                <a:schemeClr val="bg1"/>
              </a:buClr>
              <a:buSzPct val="100000"/>
              <a:buFont typeface="Arial" panose="020B0604020202020204" pitchFamily="34" charset="0"/>
              <a:buChar char="•"/>
              <a:tabLst/>
              <a:defRPr b="0" i="0">
                <a:solidFill>
                  <a:schemeClr val="bg1"/>
                </a:solidFill>
                <a:latin typeface="Barlow Light" pitchFamily="2" charset="77"/>
              </a:defRPr>
            </a:lvl2pPr>
            <a:lvl3pPr marL="1549400" indent="-173038">
              <a:buClr>
                <a:schemeClr val="bg1"/>
              </a:buClr>
              <a:buSzPct val="100000"/>
              <a:buFont typeface="Arial" panose="020B0604020202020204" pitchFamily="34" charset="0"/>
              <a:buChar char="•"/>
              <a:tabLst/>
              <a:defRPr b="0" i="0">
                <a:solidFill>
                  <a:schemeClr val="bg1"/>
                </a:solidFill>
                <a:latin typeface="Barlow Light" pitchFamily="2" charset="77"/>
              </a:defRPr>
            </a:lvl3pPr>
            <a:lvl4pPr marL="1999839" indent="-171450">
              <a:buClr>
                <a:schemeClr val="bg1"/>
              </a:buClr>
              <a:buSzPct val="100000"/>
              <a:buFont typeface="Arial" panose="020B0604020202020204" pitchFamily="34" charset="0"/>
              <a:buChar char="•"/>
              <a:defRPr b="0" i="0">
                <a:solidFill>
                  <a:schemeClr val="bg1"/>
                </a:solidFill>
                <a:latin typeface="Barlow Light" pitchFamily="2" charset="77"/>
              </a:defRPr>
            </a:lvl4pPr>
            <a:lvl5pPr marL="2609301" indent="-171450">
              <a:buClr>
                <a:schemeClr val="bg1"/>
              </a:buClr>
              <a:buSzPct val="100000"/>
              <a:buFont typeface="Arial" panose="020B0604020202020204" pitchFamily="34" charset="0"/>
              <a:buChar char="•"/>
              <a:defRPr b="0" i="0">
                <a:solidFill>
                  <a:schemeClr val="bg1"/>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15">
            <a:extLst>
              <a:ext uri="{FF2B5EF4-FFF2-40B4-BE49-F238E27FC236}">
                <a16:creationId xmlns:a16="http://schemas.microsoft.com/office/drawing/2014/main" id="{37F3176B-AD92-6C31-51CE-B9163792755C}"/>
              </a:ext>
            </a:extLst>
          </p:cNvPr>
          <p:cNvSpPr>
            <a:spLocks noGrp="1"/>
          </p:cNvSpPr>
          <p:nvPr>
            <p:ph sz="quarter" idx="19"/>
          </p:nvPr>
        </p:nvSpPr>
        <p:spPr>
          <a:xfrm>
            <a:off x="4141720" y="1317163"/>
            <a:ext cx="3869305" cy="5025702"/>
          </a:xfrm>
          <a:prstGeom prst="roundRect">
            <a:avLst>
              <a:gd name="adj" fmla="val 1898"/>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EE672DCC-EED4-CDF8-6C11-C9F8ADD67EB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7" name="Straight Connector 6">
            <a:extLst>
              <a:ext uri="{FF2B5EF4-FFF2-40B4-BE49-F238E27FC236}">
                <a16:creationId xmlns:a16="http://schemas.microsoft.com/office/drawing/2014/main" id="{D940EC2B-F2CA-4027-538C-F658C1D07EB7}"/>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Content Placeholder 15">
            <a:extLst>
              <a:ext uri="{FF2B5EF4-FFF2-40B4-BE49-F238E27FC236}">
                <a16:creationId xmlns:a16="http://schemas.microsoft.com/office/drawing/2014/main" id="{98C28C3B-89D5-A18C-5447-2252E88CA89D}"/>
              </a:ext>
            </a:extLst>
          </p:cNvPr>
          <p:cNvSpPr>
            <a:spLocks noGrp="1"/>
          </p:cNvSpPr>
          <p:nvPr>
            <p:ph sz="quarter" idx="20"/>
          </p:nvPr>
        </p:nvSpPr>
        <p:spPr>
          <a:xfrm>
            <a:off x="146854" y="1313665"/>
            <a:ext cx="3886197" cy="5029200"/>
          </a:xfrm>
          <a:prstGeom prst="roundRect">
            <a:avLst>
              <a:gd name="adj" fmla="val 2332"/>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1">
            <a:extLst>
              <a:ext uri="{FF2B5EF4-FFF2-40B4-BE49-F238E27FC236}">
                <a16:creationId xmlns:a16="http://schemas.microsoft.com/office/drawing/2014/main" id="{D3E4D535-E4BE-4580-B63E-D5A57C79FB4E}"/>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6" name="Text Placeholder 6">
            <a:extLst>
              <a:ext uri="{FF2B5EF4-FFF2-40B4-BE49-F238E27FC236}">
                <a16:creationId xmlns:a16="http://schemas.microsoft.com/office/drawing/2014/main" id="{D957858A-4CF1-761B-9928-D921C0EB10E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1645366935"/>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One third two thirds">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AD2419B6-DE95-71EC-5FF6-C711FB1FD429}"/>
              </a:ext>
            </a:extLst>
          </p:cNvPr>
          <p:cNvSpPr/>
          <p:nvPr userDrawn="1"/>
        </p:nvSpPr>
        <p:spPr>
          <a:xfrm>
            <a:off x="3683126" y="1313665"/>
            <a:ext cx="8395267" cy="5095439"/>
          </a:xfrm>
          <a:prstGeom prst="roundRect">
            <a:avLst>
              <a:gd name="adj" fmla="val 1709"/>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6" name="Round Same Side Corner Rectangle 5">
            <a:extLst>
              <a:ext uri="{FF2B5EF4-FFF2-40B4-BE49-F238E27FC236}">
                <a16:creationId xmlns:a16="http://schemas.microsoft.com/office/drawing/2014/main" id="{F4374A66-0E92-3A62-F17B-C2B949339A14}"/>
              </a:ext>
            </a:extLst>
          </p:cNvPr>
          <p:cNvSpPr/>
          <p:nvPr userDrawn="1"/>
        </p:nvSpPr>
        <p:spPr>
          <a:xfrm rot="5400000">
            <a:off x="-757533" y="2068794"/>
            <a:ext cx="5097850" cy="3582786"/>
          </a:xfrm>
          <a:prstGeom prst="round2SameRect">
            <a:avLst>
              <a:gd name="adj1" fmla="val 2531"/>
              <a:gd name="adj2" fmla="val 0"/>
            </a:avLst>
          </a:prstGeom>
          <a:gradFill flip="none" rotWithShape="1">
            <a:gsLst>
              <a:gs pos="0">
                <a:schemeClr val="accent3"/>
              </a:gs>
              <a:gs pos="100000">
                <a:schemeClr val="accent1"/>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5" name="Text Placeholder 2">
            <a:extLst>
              <a:ext uri="{FF2B5EF4-FFF2-40B4-BE49-F238E27FC236}">
                <a16:creationId xmlns:a16="http://schemas.microsoft.com/office/drawing/2014/main" id="{1B4D7A96-C0AA-BAFE-B8DE-6FB1E36FC70E}"/>
              </a:ext>
            </a:extLst>
          </p:cNvPr>
          <p:cNvSpPr>
            <a:spLocks noGrp="1"/>
          </p:cNvSpPr>
          <p:nvPr>
            <p:ph type="body" sz="quarter" idx="17"/>
          </p:nvPr>
        </p:nvSpPr>
        <p:spPr>
          <a:xfrm>
            <a:off x="549935" y="1967039"/>
            <a:ext cx="2924785" cy="1641475"/>
          </a:xfrm>
          <a:prstGeom prst="rect">
            <a:avLst/>
          </a:prstGeom>
        </p:spPr>
        <p:txBody>
          <a:bodyPr wrap="square">
            <a:spAutoFit/>
          </a:bodyPr>
          <a:lstStyle>
            <a:lvl1pPr marL="0" indent="0">
              <a:buClr>
                <a:schemeClr val="bg2"/>
              </a:buClr>
              <a:buFont typeface="Arial" panose="020B0604020202020204" pitchFamily="34" charset="0"/>
              <a:buNone/>
              <a:tabLst/>
              <a:defRPr b="1"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b="1" i="0">
                <a:solidFill>
                  <a:schemeClr val="bg1"/>
                </a:solidFill>
                <a:latin typeface="Barlow Light" pitchFamily="2" charset="77"/>
              </a:defRPr>
            </a:lvl2pPr>
            <a:lvl3pPr marL="342900" indent="0">
              <a:buClr>
                <a:schemeClr val="bg2"/>
              </a:buClr>
              <a:buSzPct val="100000"/>
              <a:buFont typeface="Arial" panose="020B0604020202020204" pitchFamily="34" charset="0"/>
              <a:buNone/>
              <a:tabLst/>
              <a:defRPr b="1" i="0">
                <a:solidFill>
                  <a:schemeClr val="bg1"/>
                </a:solidFill>
                <a:latin typeface="Barlow Light" pitchFamily="2" charset="77"/>
              </a:defRPr>
            </a:lvl3pPr>
            <a:lvl4pPr marL="460375" indent="0">
              <a:buClr>
                <a:schemeClr val="bg2"/>
              </a:buClr>
              <a:buFont typeface="Arial" panose="020B0604020202020204" pitchFamily="34" charset="0"/>
              <a:buNone/>
              <a:tabLst/>
              <a:defRPr b="1" i="0">
                <a:solidFill>
                  <a:schemeClr val="bg1"/>
                </a:solidFill>
                <a:latin typeface="Barlow Light" pitchFamily="2" charset="77"/>
              </a:defRPr>
            </a:lvl4pPr>
            <a:lvl5pPr marL="576263" indent="0">
              <a:buClr>
                <a:schemeClr val="bg2"/>
              </a:buClr>
              <a:buFont typeface="Arial" panose="020B0604020202020204" pitchFamily="34" charset="0"/>
              <a:buNone/>
              <a:tabLst/>
              <a:defRPr b="1" i="0">
                <a:solidFill>
                  <a:schemeClr val="bg1"/>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Content Placeholder 15">
            <a:extLst>
              <a:ext uri="{FF2B5EF4-FFF2-40B4-BE49-F238E27FC236}">
                <a16:creationId xmlns:a16="http://schemas.microsoft.com/office/drawing/2014/main" id="{949C434A-C1BF-75CC-B6DF-60B132D22719}"/>
              </a:ext>
            </a:extLst>
          </p:cNvPr>
          <p:cNvSpPr>
            <a:spLocks noGrp="1"/>
          </p:cNvSpPr>
          <p:nvPr>
            <p:ph sz="quarter" idx="19"/>
          </p:nvPr>
        </p:nvSpPr>
        <p:spPr>
          <a:xfrm>
            <a:off x="3683127" y="1317163"/>
            <a:ext cx="8395266" cy="5097850"/>
          </a:xfrm>
          <a:prstGeom prst="roundRect">
            <a:avLst>
              <a:gd name="adj" fmla="val 1608"/>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6D720DED-748B-73D7-0C1B-6907B2F406A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11" name="Straight Connector 10">
            <a:extLst>
              <a:ext uri="{FF2B5EF4-FFF2-40B4-BE49-F238E27FC236}">
                <a16:creationId xmlns:a16="http://schemas.microsoft.com/office/drawing/2014/main" id="{070DEDDF-64BD-AE6A-F2D9-5C52B2BF3298}"/>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CFBC13D2-2CA0-DF81-74BC-5A3C3301744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9D68FF37-554C-2D43-13AE-894EF18CAD7F}"/>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3879638583"/>
      </p:ext>
    </p:extLst>
  </p:cSld>
  <p:clrMapOvr>
    <a:masterClrMapping/>
  </p:clrMapOvr>
  <p:transition spd="med"/>
  <p:extLst>
    <p:ext uri="{DCECCB84-F9BA-43D5-87BE-67443E8EF086}">
      <p15:sldGuideLst xmlns:p15="http://schemas.microsoft.com/office/powerpoint/2012/main">
        <p15:guide id="1" pos="3840" userDrawn="1">
          <p15:clr>
            <a:srgbClr val="FBAE40"/>
          </p15:clr>
        </p15:guide>
        <p15:guide id="2" pos="7320" userDrawn="1">
          <p15:clr>
            <a:srgbClr val="FBAE40"/>
          </p15:clr>
        </p15:guide>
        <p15:guide id="3" pos="456"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One third two thirds in 3 colum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1044204" y="3314634"/>
            <a:ext cx="4126508" cy="424732"/>
          </a:xfrm>
          <a:prstGeom prst="rect">
            <a:avLst/>
          </a:prstGeom>
        </p:spPr>
        <p:txBody>
          <a:bodyPr wrap="square">
            <a:spAutoFit/>
          </a:bodyPr>
          <a:lstStyle>
            <a:lvl1pPr marL="0" indent="0">
              <a:lnSpc>
                <a:spcPct val="90000"/>
              </a:lnSpc>
              <a:spcAft>
                <a:spcPts val="0"/>
              </a:spcAft>
              <a:buClr>
                <a:schemeClr val="bg2"/>
              </a:buClr>
              <a:buFont typeface="Arial" panose="020B0604020202020204" pitchFamily="34" charset="0"/>
              <a:buNone/>
              <a:tabLst/>
              <a:defRPr sz="24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2400">
                <a:solidFill>
                  <a:schemeClr val="bg2"/>
                </a:solidFill>
                <a:latin typeface="+mn-lt"/>
              </a:defRPr>
            </a:lvl2pPr>
            <a:lvl3pPr marL="342900" indent="0">
              <a:buClr>
                <a:schemeClr val="bg2"/>
              </a:buClr>
              <a:buSzPct val="100000"/>
              <a:buFont typeface="Arial" panose="020B0604020202020204" pitchFamily="34" charset="0"/>
              <a:buNone/>
              <a:tabLst/>
              <a:defRPr sz="2400">
                <a:solidFill>
                  <a:schemeClr val="bg2"/>
                </a:solidFill>
                <a:latin typeface="+mn-lt"/>
              </a:defRPr>
            </a:lvl3pPr>
            <a:lvl4pPr marL="460375" indent="0">
              <a:buClr>
                <a:schemeClr val="bg2"/>
              </a:buClr>
              <a:buFont typeface="Arial" panose="020B0604020202020204" pitchFamily="34" charset="0"/>
              <a:buNone/>
              <a:tabLst/>
              <a:defRPr sz="2400">
                <a:solidFill>
                  <a:schemeClr val="bg2"/>
                </a:solidFill>
                <a:latin typeface="+mn-lt"/>
              </a:defRPr>
            </a:lvl4pPr>
            <a:lvl5pPr marL="576263" indent="0">
              <a:buClr>
                <a:schemeClr val="bg2"/>
              </a:buClr>
              <a:buFont typeface="Arial" panose="020B0604020202020204" pitchFamily="34" charset="0"/>
              <a:buNone/>
              <a:tabLst/>
              <a:defRPr sz="2400">
                <a:solidFill>
                  <a:schemeClr val="bg2"/>
                </a:solidFill>
                <a:latin typeface="+mn-lt"/>
              </a:defRPr>
            </a:lvl5pPr>
          </a:lstStyle>
          <a:p>
            <a:pPr lvl="0"/>
            <a:r>
              <a:rPr lang="en-US"/>
              <a:t>Click to edit</a:t>
            </a:r>
          </a:p>
        </p:txBody>
      </p:sp>
      <p:sp>
        <p:nvSpPr>
          <p:cNvPr id="5" name="Text Placeholder 2">
            <a:extLst>
              <a:ext uri="{FF2B5EF4-FFF2-40B4-BE49-F238E27FC236}">
                <a16:creationId xmlns:a16="http://schemas.microsoft.com/office/drawing/2014/main" id="{1B4D7A96-C0AA-BAFE-B8DE-6FB1E36FC70E}"/>
              </a:ext>
            </a:extLst>
          </p:cNvPr>
          <p:cNvSpPr>
            <a:spLocks noGrp="1"/>
          </p:cNvSpPr>
          <p:nvPr>
            <p:ph type="body" sz="quarter" idx="17"/>
          </p:nvPr>
        </p:nvSpPr>
        <p:spPr>
          <a:xfrm>
            <a:off x="9715500" y="3619728"/>
            <a:ext cx="1905000" cy="338554"/>
          </a:xfrm>
          <a:prstGeom prst="rect">
            <a:avLst/>
          </a:prstGeom>
        </p:spPr>
        <p:txBody>
          <a:bodyPr wrap="square">
            <a:spAutoFit/>
          </a:bodyPr>
          <a:lstStyle>
            <a:lvl1pPr marL="174625" indent="-174625">
              <a:buClr>
                <a:schemeClr val="bg2"/>
              </a:buClr>
              <a:buFont typeface="Arial" panose="020B0604020202020204" pitchFamily="34" charset="0"/>
              <a:buChar char="•"/>
              <a:tabLst/>
              <a:defRPr sz="16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200">
                <a:solidFill>
                  <a:schemeClr val="bg2"/>
                </a:solidFill>
                <a:latin typeface="+mn-lt"/>
              </a:defRPr>
            </a:lvl2pPr>
            <a:lvl3pPr marL="460375" indent="-117475">
              <a:buClr>
                <a:schemeClr val="bg2"/>
              </a:buClr>
              <a:buSzPct val="100000"/>
              <a:buFont typeface="Arial" panose="020B0604020202020204" pitchFamily="34" charset="0"/>
              <a:buChar char="•"/>
              <a:tabLst/>
              <a:defRPr sz="1100">
                <a:solidFill>
                  <a:schemeClr val="bg2"/>
                </a:solidFill>
                <a:latin typeface="+mn-lt"/>
              </a:defRPr>
            </a:lvl3pPr>
            <a:lvl4pPr marL="576263" indent="-115888">
              <a:buClr>
                <a:schemeClr val="bg2"/>
              </a:buClr>
              <a:buFont typeface="Arial" panose="020B0604020202020204" pitchFamily="34" charset="0"/>
              <a:buChar char="•"/>
              <a:tabLst/>
              <a:defRPr sz="1050">
                <a:solidFill>
                  <a:schemeClr val="bg2"/>
                </a:solidFill>
                <a:latin typeface="+mn-lt"/>
              </a:defRPr>
            </a:lvl4pPr>
            <a:lvl5pPr marL="687388" indent="-111125">
              <a:buClr>
                <a:schemeClr val="bg2"/>
              </a:buClr>
              <a:buFont typeface="Arial" panose="020B0604020202020204" pitchFamily="34" charset="0"/>
              <a:buChar char="•"/>
              <a:tabLst/>
              <a:defRPr sz="1050">
                <a:solidFill>
                  <a:schemeClr val="bg2"/>
                </a:solidFill>
                <a:latin typeface="+mn-lt"/>
              </a:defRPr>
            </a:lvl5pPr>
          </a:lstStyle>
          <a:p>
            <a:pPr lvl="0"/>
            <a:r>
              <a:rPr lang="en-US"/>
              <a:t>Click to edit</a:t>
            </a:r>
          </a:p>
        </p:txBody>
      </p:sp>
      <p:sp>
        <p:nvSpPr>
          <p:cNvPr id="6" name="Text Placeholder 2">
            <a:extLst>
              <a:ext uri="{FF2B5EF4-FFF2-40B4-BE49-F238E27FC236}">
                <a16:creationId xmlns:a16="http://schemas.microsoft.com/office/drawing/2014/main" id="{43094444-02CB-83E1-7F96-3464CB5A0B2A}"/>
              </a:ext>
            </a:extLst>
          </p:cNvPr>
          <p:cNvSpPr>
            <a:spLocks noGrp="1"/>
          </p:cNvSpPr>
          <p:nvPr>
            <p:ph type="body" sz="quarter" idx="18"/>
          </p:nvPr>
        </p:nvSpPr>
        <p:spPr>
          <a:xfrm>
            <a:off x="5442857" y="3619728"/>
            <a:ext cx="1905000" cy="338554"/>
          </a:xfrm>
          <a:prstGeom prst="rect">
            <a:avLst/>
          </a:prstGeom>
        </p:spPr>
        <p:txBody>
          <a:bodyPr wrap="square">
            <a:spAutoFit/>
          </a:bodyPr>
          <a:lstStyle>
            <a:lvl1pPr marL="174625" indent="-174625">
              <a:buClr>
                <a:schemeClr val="bg2"/>
              </a:buClr>
              <a:buFont typeface="Arial" panose="020B0604020202020204" pitchFamily="34" charset="0"/>
              <a:buChar char="•"/>
              <a:tabLst/>
              <a:defRPr sz="16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200">
                <a:solidFill>
                  <a:schemeClr val="bg2"/>
                </a:solidFill>
                <a:latin typeface="+mn-lt"/>
              </a:defRPr>
            </a:lvl2pPr>
            <a:lvl3pPr marL="460375" indent="-117475">
              <a:buClr>
                <a:schemeClr val="bg2"/>
              </a:buClr>
              <a:buSzPct val="100000"/>
              <a:buFont typeface="Arial" panose="020B0604020202020204" pitchFamily="34" charset="0"/>
              <a:buChar char="•"/>
              <a:tabLst/>
              <a:defRPr sz="1100">
                <a:solidFill>
                  <a:schemeClr val="bg2"/>
                </a:solidFill>
                <a:latin typeface="+mn-lt"/>
              </a:defRPr>
            </a:lvl3pPr>
            <a:lvl4pPr marL="576263" indent="-115888">
              <a:buClr>
                <a:schemeClr val="bg2"/>
              </a:buClr>
              <a:buFont typeface="Arial" panose="020B0604020202020204" pitchFamily="34" charset="0"/>
              <a:buChar char="•"/>
              <a:tabLst/>
              <a:defRPr sz="1050">
                <a:solidFill>
                  <a:schemeClr val="bg2"/>
                </a:solidFill>
                <a:latin typeface="+mn-lt"/>
              </a:defRPr>
            </a:lvl4pPr>
            <a:lvl5pPr marL="687388" indent="-111125">
              <a:buClr>
                <a:schemeClr val="bg2"/>
              </a:buClr>
              <a:buFont typeface="Arial" panose="020B0604020202020204" pitchFamily="34" charset="0"/>
              <a:buChar char="•"/>
              <a:tabLst/>
              <a:defRPr sz="1050">
                <a:solidFill>
                  <a:schemeClr val="bg2"/>
                </a:solidFill>
                <a:latin typeface="+mn-lt"/>
              </a:defRPr>
            </a:lvl5pPr>
          </a:lstStyle>
          <a:p>
            <a:pPr lvl="0"/>
            <a:r>
              <a:rPr lang="en-US"/>
              <a:t>Click to edit</a:t>
            </a:r>
          </a:p>
        </p:txBody>
      </p:sp>
      <p:sp>
        <p:nvSpPr>
          <p:cNvPr id="7" name="Text Placeholder 2">
            <a:extLst>
              <a:ext uri="{FF2B5EF4-FFF2-40B4-BE49-F238E27FC236}">
                <a16:creationId xmlns:a16="http://schemas.microsoft.com/office/drawing/2014/main" id="{3C4D2D99-C8F9-37EE-9431-20D7620421F2}"/>
              </a:ext>
            </a:extLst>
          </p:cNvPr>
          <p:cNvSpPr>
            <a:spLocks noGrp="1"/>
          </p:cNvSpPr>
          <p:nvPr>
            <p:ph type="body" sz="quarter" idx="19"/>
          </p:nvPr>
        </p:nvSpPr>
        <p:spPr>
          <a:xfrm>
            <a:off x="7576457" y="3619728"/>
            <a:ext cx="1905000" cy="338554"/>
          </a:xfrm>
          <a:prstGeom prst="rect">
            <a:avLst/>
          </a:prstGeom>
        </p:spPr>
        <p:txBody>
          <a:bodyPr wrap="square">
            <a:spAutoFit/>
          </a:bodyPr>
          <a:lstStyle>
            <a:lvl1pPr marL="174625" indent="-174625">
              <a:buClr>
                <a:schemeClr val="bg2"/>
              </a:buClr>
              <a:buFont typeface="Arial" panose="020B0604020202020204" pitchFamily="34" charset="0"/>
              <a:buChar char="•"/>
              <a:tabLst/>
              <a:defRPr sz="16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200">
                <a:solidFill>
                  <a:schemeClr val="bg2"/>
                </a:solidFill>
                <a:latin typeface="+mn-lt"/>
              </a:defRPr>
            </a:lvl2pPr>
            <a:lvl3pPr marL="460375" indent="-117475">
              <a:buClr>
                <a:schemeClr val="bg2"/>
              </a:buClr>
              <a:buSzPct val="100000"/>
              <a:buFont typeface="Arial" panose="020B0604020202020204" pitchFamily="34" charset="0"/>
              <a:buChar char="•"/>
              <a:tabLst/>
              <a:defRPr sz="1100">
                <a:solidFill>
                  <a:schemeClr val="bg2"/>
                </a:solidFill>
                <a:latin typeface="+mn-lt"/>
              </a:defRPr>
            </a:lvl3pPr>
            <a:lvl4pPr marL="460375" indent="0">
              <a:buClr>
                <a:schemeClr val="bg2"/>
              </a:buClr>
              <a:buFont typeface="Arial" panose="020B0604020202020204" pitchFamily="34" charset="0"/>
              <a:buNone/>
              <a:tabLst/>
              <a:defRPr sz="1050">
                <a:solidFill>
                  <a:schemeClr val="bg2"/>
                </a:solidFill>
                <a:latin typeface="+mn-lt"/>
              </a:defRPr>
            </a:lvl4pPr>
            <a:lvl5pPr marL="687388" indent="-111125">
              <a:buClr>
                <a:schemeClr val="bg2"/>
              </a:buClr>
              <a:buFont typeface="Arial" panose="020B0604020202020204" pitchFamily="34" charset="0"/>
              <a:buChar char="•"/>
              <a:tabLst/>
              <a:defRPr sz="1050">
                <a:solidFill>
                  <a:schemeClr val="bg2"/>
                </a:solidFill>
                <a:latin typeface="+mn-lt"/>
              </a:defRPr>
            </a:lvl5pPr>
          </a:lstStyle>
          <a:p>
            <a:pPr lvl="0"/>
            <a:r>
              <a:rPr lang="en-US"/>
              <a:t>Click to edit</a:t>
            </a:r>
          </a:p>
        </p:txBody>
      </p:sp>
      <p:sp>
        <p:nvSpPr>
          <p:cNvPr id="13" name="Content Placeholder 12">
            <a:extLst>
              <a:ext uri="{FF2B5EF4-FFF2-40B4-BE49-F238E27FC236}">
                <a16:creationId xmlns:a16="http://schemas.microsoft.com/office/drawing/2014/main" id="{1244115C-5775-515B-DBA9-4AAD5AB905D4}"/>
              </a:ext>
            </a:extLst>
          </p:cNvPr>
          <p:cNvSpPr>
            <a:spLocks noGrp="1"/>
          </p:cNvSpPr>
          <p:nvPr>
            <p:ph sz="quarter" idx="20"/>
          </p:nvPr>
        </p:nvSpPr>
        <p:spPr>
          <a:xfrm>
            <a:off x="5638799" y="1943266"/>
            <a:ext cx="1502909" cy="1295007"/>
          </a:xfrm>
          <a:prstGeom prst="rect">
            <a:avLst/>
          </a:prstGeom>
        </p:spPr>
        <p:txBody>
          <a:bodyPr/>
          <a:lstStyle>
            <a:lvl1pPr marL="0" indent="0">
              <a:buNone/>
              <a:defRPr b="0" i="0">
                <a:latin typeface="Barlow Light" pitchFamily="2" charset="77"/>
              </a:defRPr>
            </a:lvl1pPr>
          </a:lstStyle>
          <a:p>
            <a:pPr lvl="0"/>
            <a:endParaRPr lang="en-US"/>
          </a:p>
        </p:txBody>
      </p:sp>
      <p:sp>
        <p:nvSpPr>
          <p:cNvPr id="14" name="Content Placeholder 12">
            <a:extLst>
              <a:ext uri="{FF2B5EF4-FFF2-40B4-BE49-F238E27FC236}">
                <a16:creationId xmlns:a16="http://schemas.microsoft.com/office/drawing/2014/main" id="{F59C7042-83CF-C7F4-0037-F4BA02AAE187}"/>
              </a:ext>
            </a:extLst>
          </p:cNvPr>
          <p:cNvSpPr>
            <a:spLocks noGrp="1"/>
          </p:cNvSpPr>
          <p:nvPr>
            <p:ph sz="quarter" idx="21"/>
          </p:nvPr>
        </p:nvSpPr>
        <p:spPr>
          <a:xfrm>
            <a:off x="7772399" y="1943266"/>
            <a:ext cx="1502909" cy="1295007"/>
          </a:xfrm>
          <a:prstGeom prst="rect">
            <a:avLst/>
          </a:prstGeom>
        </p:spPr>
        <p:txBody>
          <a:bodyPr/>
          <a:lstStyle>
            <a:lvl1pPr marL="0" indent="0">
              <a:buNone/>
              <a:defRPr b="0" i="0">
                <a:latin typeface="Barlow Light" pitchFamily="2" charset="77"/>
              </a:defRPr>
            </a:lvl1pPr>
          </a:lstStyle>
          <a:p>
            <a:pPr lvl="0"/>
            <a:endParaRPr lang="en-US"/>
          </a:p>
        </p:txBody>
      </p:sp>
      <p:sp>
        <p:nvSpPr>
          <p:cNvPr id="15" name="Content Placeholder 12">
            <a:extLst>
              <a:ext uri="{FF2B5EF4-FFF2-40B4-BE49-F238E27FC236}">
                <a16:creationId xmlns:a16="http://schemas.microsoft.com/office/drawing/2014/main" id="{DE9FD95A-B46D-8841-1757-98BF11E2CE26}"/>
              </a:ext>
            </a:extLst>
          </p:cNvPr>
          <p:cNvSpPr>
            <a:spLocks noGrp="1"/>
          </p:cNvSpPr>
          <p:nvPr>
            <p:ph sz="quarter" idx="22"/>
          </p:nvPr>
        </p:nvSpPr>
        <p:spPr>
          <a:xfrm>
            <a:off x="9905999" y="1943266"/>
            <a:ext cx="1502909" cy="1295007"/>
          </a:xfrm>
          <a:prstGeom prst="rect">
            <a:avLst/>
          </a:prstGeom>
        </p:spPr>
        <p:txBody>
          <a:bodyPr/>
          <a:lstStyle>
            <a:lvl1pPr marL="0" indent="0">
              <a:buNone/>
              <a:defRPr b="0" i="0">
                <a:latin typeface="Barlow Light" pitchFamily="2" charset="77"/>
              </a:defRPr>
            </a:lvl1pPr>
          </a:lstStyle>
          <a:p>
            <a:pPr lvl="0"/>
            <a:endParaRPr lang="en-US"/>
          </a:p>
        </p:txBody>
      </p:sp>
      <p:sp>
        <p:nvSpPr>
          <p:cNvPr id="16" name="Text Placeholder 2">
            <a:extLst>
              <a:ext uri="{FF2B5EF4-FFF2-40B4-BE49-F238E27FC236}">
                <a16:creationId xmlns:a16="http://schemas.microsoft.com/office/drawing/2014/main" id="{607618C1-0227-2D1C-25F4-A1E90A02F452}"/>
              </a:ext>
            </a:extLst>
          </p:cNvPr>
          <p:cNvSpPr>
            <a:spLocks noGrp="1"/>
          </p:cNvSpPr>
          <p:nvPr>
            <p:ph type="body" sz="quarter" idx="23"/>
          </p:nvPr>
        </p:nvSpPr>
        <p:spPr>
          <a:xfrm>
            <a:off x="9715500" y="4873524"/>
            <a:ext cx="1905000" cy="954107"/>
          </a:xfrm>
          <a:prstGeom prst="rect">
            <a:avLst/>
          </a:prstGeom>
        </p:spPr>
        <p:txBody>
          <a:bodyPr wrap="square">
            <a:spAutoFit/>
          </a:bodyPr>
          <a:lstStyle>
            <a:lvl1pPr marL="0" indent="0">
              <a:buClr>
                <a:schemeClr val="bg2"/>
              </a:buClr>
              <a:buFont typeface="Arial" panose="020B0604020202020204" pitchFamily="34" charset="0"/>
              <a:buNone/>
              <a:tabLst/>
              <a:defRPr sz="28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200">
                <a:solidFill>
                  <a:schemeClr val="bg2"/>
                </a:solidFill>
                <a:latin typeface="+mn-lt"/>
              </a:defRPr>
            </a:lvl2pPr>
            <a:lvl3pPr marL="460375" indent="-117475">
              <a:buClr>
                <a:schemeClr val="bg2"/>
              </a:buClr>
              <a:buSzPct val="100000"/>
              <a:buFont typeface="Arial" panose="020B0604020202020204" pitchFamily="34" charset="0"/>
              <a:buChar char="•"/>
              <a:tabLst/>
              <a:defRPr sz="1100">
                <a:solidFill>
                  <a:schemeClr val="bg2"/>
                </a:solidFill>
                <a:latin typeface="+mn-lt"/>
              </a:defRPr>
            </a:lvl3pPr>
            <a:lvl4pPr marL="576263" indent="-115888">
              <a:buClr>
                <a:schemeClr val="bg2"/>
              </a:buClr>
              <a:buFont typeface="Arial" panose="020B0604020202020204" pitchFamily="34" charset="0"/>
              <a:buChar char="•"/>
              <a:tabLst/>
              <a:defRPr sz="1050">
                <a:solidFill>
                  <a:schemeClr val="bg2"/>
                </a:solidFill>
                <a:latin typeface="+mn-lt"/>
              </a:defRPr>
            </a:lvl4pPr>
            <a:lvl5pPr marL="687388" indent="-111125">
              <a:buClr>
                <a:schemeClr val="bg2"/>
              </a:buClr>
              <a:buFont typeface="Arial" panose="020B0604020202020204" pitchFamily="34" charset="0"/>
              <a:buChar char="•"/>
              <a:tabLst/>
              <a:defRPr sz="1050">
                <a:solidFill>
                  <a:schemeClr val="bg2"/>
                </a:solidFill>
                <a:latin typeface="+mn-lt"/>
              </a:defRPr>
            </a:lvl5pPr>
          </a:lstStyle>
          <a:p>
            <a:pPr lvl="0"/>
            <a:r>
              <a:rPr lang="en-US"/>
              <a:t>Click to edit</a:t>
            </a:r>
          </a:p>
        </p:txBody>
      </p:sp>
      <p:sp>
        <p:nvSpPr>
          <p:cNvPr id="17" name="Text Placeholder 2">
            <a:extLst>
              <a:ext uri="{FF2B5EF4-FFF2-40B4-BE49-F238E27FC236}">
                <a16:creationId xmlns:a16="http://schemas.microsoft.com/office/drawing/2014/main" id="{EC41B444-3549-D9C9-A65D-D7C62FB538C8}"/>
              </a:ext>
            </a:extLst>
          </p:cNvPr>
          <p:cNvSpPr>
            <a:spLocks noGrp="1"/>
          </p:cNvSpPr>
          <p:nvPr>
            <p:ph type="body" sz="quarter" idx="24"/>
          </p:nvPr>
        </p:nvSpPr>
        <p:spPr>
          <a:xfrm>
            <a:off x="5442857" y="4873524"/>
            <a:ext cx="1905000" cy="954107"/>
          </a:xfrm>
          <a:prstGeom prst="rect">
            <a:avLst/>
          </a:prstGeom>
        </p:spPr>
        <p:txBody>
          <a:bodyPr wrap="square">
            <a:spAutoFit/>
          </a:bodyPr>
          <a:lstStyle>
            <a:lvl1pPr marL="0" indent="0">
              <a:buClr>
                <a:schemeClr val="bg2"/>
              </a:buClr>
              <a:buFont typeface="Arial" panose="020B0604020202020204" pitchFamily="34" charset="0"/>
              <a:buNone/>
              <a:tabLst/>
              <a:defRPr sz="28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200">
                <a:solidFill>
                  <a:schemeClr val="bg2"/>
                </a:solidFill>
                <a:latin typeface="+mn-lt"/>
              </a:defRPr>
            </a:lvl2pPr>
            <a:lvl3pPr marL="460375" indent="-117475">
              <a:buClr>
                <a:schemeClr val="bg2"/>
              </a:buClr>
              <a:buSzPct val="100000"/>
              <a:buFont typeface="Arial" panose="020B0604020202020204" pitchFamily="34" charset="0"/>
              <a:buChar char="•"/>
              <a:tabLst/>
              <a:defRPr sz="1100">
                <a:solidFill>
                  <a:schemeClr val="bg2"/>
                </a:solidFill>
                <a:latin typeface="+mn-lt"/>
              </a:defRPr>
            </a:lvl3pPr>
            <a:lvl4pPr marL="576263" indent="-115888">
              <a:buClr>
                <a:schemeClr val="bg2"/>
              </a:buClr>
              <a:buFont typeface="Arial" panose="020B0604020202020204" pitchFamily="34" charset="0"/>
              <a:buChar char="•"/>
              <a:tabLst/>
              <a:defRPr sz="1050">
                <a:solidFill>
                  <a:schemeClr val="bg2"/>
                </a:solidFill>
                <a:latin typeface="+mn-lt"/>
              </a:defRPr>
            </a:lvl4pPr>
            <a:lvl5pPr marL="687388" indent="-111125">
              <a:buClr>
                <a:schemeClr val="bg2"/>
              </a:buClr>
              <a:buFont typeface="Arial" panose="020B0604020202020204" pitchFamily="34" charset="0"/>
              <a:buChar char="•"/>
              <a:tabLst/>
              <a:defRPr sz="1050">
                <a:solidFill>
                  <a:schemeClr val="bg2"/>
                </a:solidFill>
                <a:latin typeface="+mn-lt"/>
              </a:defRPr>
            </a:lvl5pPr>
          </a:lstStyle>
          <a:p>
            <a:pPr lvl="0"/>
            <a:r>
              <a:rPr lang="en-US"/>
              <a:t>Click to edit</a:t>
            </a:r>
          </a:p>
        </p:txBody>
      </p:sp>
      <p:sp>
        <p:nvSpPr>
          <p:cNvPr id="18" name="Text Placeholder 2">
            <a:extLst>
              <a:ext uri="{FF2B5EF4-FFF2-40B4-BE49-F238E27FC236}">
                <a16:creationId xmlns:a16="http://schemas.microsoft.com/office/drawing/2014/main" id="{D127D1CD-BEE1-2795-A437-8F50793D0066}"/>
              </a:ext>
            </a:extLst>
          </p:cNvPr>
          <p:cNvSpPr>
            <a:spLocks noGrp="1"/>
          </p:cNvSpPr>
          <p:nvPr>
            <p:ph type="body" sz="quarter" idx="25"/>
          </p:nvPr>
        </p:nvSpPr>
        <p:spPr>
          <a:xfrm>
            <a:off x="7576457" y="4873524"/>
            <a:ext cx="1905000" cy="954107"/>
          </a:xfrm>
          <a:prstGeom prst="rect">
            <a:avLst/>
          </a:prstGeom>
        </p:spPr>
        <p:txBody>
          <a:bodyPr wrap="square">
            <a:spAutoFit/>
          </a:bodyPr>
          <a:lstStyle>
            <a:lvl1pPr marL="0" indent="0">
              <a:buClr>
                <a:schemeClr val="bg2"/>
              </a:buClr>
              <a:buFont typeface="Arial" panose="020B0604020202020204" pitchFamily="34" charset="0"/>
              <a:buNone/>
              <a:tabLst/>
              <a:defRPr sz="28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200">
                <a:solidFill>
                  <a:schemeClr val="bg2"/>
                </a:solidFill>
                <a:latin typeface="+mn-lt"/>
              </a:defRPr>
            </a:lvl2pPr>
            <a:lvl3pPr marL="460375" indent="-117475">
              <a:buClr>
                <a:schemeClr val="bg2"/>
              </a:buClr>
              <a:buSzPct val="100000"/>
              <a:buFont typeface="Arial" panose="020B0604020202020204" pitchFamily="34" charset="0"/>
              <a:buChar char="•"/>
              <a:tabLst/>
              <a:defRPr sz="1100">
                <a:solidFill>
                  <a:schemeClr val="bg2"/>
                </a:solidFill>
                <a:latin typeface="+mn-lt"/>
              </a:defRPr>
            </a:lvl3pPr>
            <a:lvl4pPr marL="460375" indent="0">
              <a:buClr>
                <a:schemeClr val="bg2"/>
              </a:buClr>
              <a:buFont typeface="Arial" panose="020B0604020202020204" pitchFamily="34" charset="0"/>
              <a:buNone/>
              <a:tabLst/>
              <a:defRPr sz="1050">
                <a:solidFill>
                  <a:schemeClr val="bg2"/>
                </a:solidFill>
                <a:latin typeface="+mn-lt"/>
              </a:defRPr>
            </a:lvl4pPr>
            <a:lvl5pPr marL="687388" indent="-111125">
              <a:buClr>
                <a:schemeClr val="bg2"/>
              </a:buClr>
              <a:buFont typeface="Arial" panose="020B0604020202020204" pitchFamily="34" charset="0"/>
              <a:buChar char="•"/>
              <a:tabLst/>
              <a:defRPr sz="1050">
                <a:solidFill>
                  <a:schemeClr val="bg2"/>
                </a:solidFill>
                <a:latin typeface="+mn-lt"/>
              </a:defRPr>
            </a:lvl5pPr>
          </a:lstStyle>
          <a:p>
            <a:pPr lvl="0"/>
            <a:r>
              <a:rPr lang="en-US"/>
              <a:t>Click to edit</a:t>
            </a:r>
          </a:p>
        </p:txBody>
      </p:sp>
      <p:pic>
        <p:nvPicPr>
          <p:cNvPr id="19" name="Picture 18">
            <a:extLst>
              <a:ext uri="{FF2B5EF4-FFF2-40B4-BE49-F238E27FC236}">
                <a16:creationId xmlns:a16="http://schemas.microsoft.com/office/drawing/2014/main" id="{9EB738BC-784A-B26A-D951-BF73A2EF95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20" name="Straight Connector 19">
            <a:extLst>
              <a:ext uri="{FF2B5EF4-FFF2-40B4-BE49-F238E27FC236}">
                <a16:creationId xmlns:a16="http://schemas.microsoft.com/office/drawing/2014/main" id="{9FB5C82D-9552-3064-41C9-382DF082A7D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20DF6F28-3FCD-F3AE-8C3C-A910E2287BBC}"/>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Tree>
    <p:extLst>
      <p:ext uri="{BB962C8B-B14F-4D97-AF65-F5344CB8AC3E}">
        <p14:creationId xmlns:p14="http://schemas.microsoft.com/office/powerpoint/2010/main" val="4145557470"/>
      </p:ext>
    </p:extLst>
  </p:cSld>
  <p:clrMapOvr>
    <a:masterClrMapping/>
  </p:clrMapOvr>
  <p:transition spd="med"/>
  <p:extLst>
    <p:ext uri="{DCECCB84-F9BA-43D5-87BE-67443E8EF086}">
      <p15:sldGuideLst xmlns:p15="http://schemas.microsoft.com/office/powerpoint/2012/main">
        <p15:guide id="1" pos="3840" userDrawn="1">
          <p15:clr>
            <a:srgbClr val="FBAE40"/>
          </p15:clr>
        </p15:guide>
        <p15:guide id="2" pos="7320" userDrawn="1">
          <p15:clr>
            <a:srgbClr val="FBAE40"/>
          </p15:clr>
        </p15:guide>
        <p15:guide id="3" pos="456"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Quote or Chapter / Section ">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868802"/>
            <a:ext cx="10744985" cy="590931"/>
          </a:xfrm>
          <a:prstGeom prst="rect">
            <a:avLst/>
          </a:prstGeom>
        </p:spPr>
        <p:txBody>
          <a:bodyPr wrap="square" anchor="b">
            <a:spAutoFit/>
          </a:bodyPr>
          <a:lstStyle>
            <a:lvl1pPr>
              <a:lnSpc>
                <a:spcPct val="90000"/>
              </a:lnSpc>
              <a:defRPr sz="3600" b="0" i="0">
                <a:latin typeface="Barlow Light" pitchFamily="2" charset="77"/>
              </a:defRPr>
            </a:lvl1pPr>
          </a:lstStyle>
          <a:p>
            <a:r>
              <a:rPr lang="en-US"/>
              <a:t>Click to edit title</a:t>
            </a: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1044204" y="4886171"/>
            <a:ext cx="10744985" cy="694806"/>
          </a:xfrm>
          <a:prstGeom prst="rect">
            <a:avLst/>
          </a:prstGeom>
        </p:spPr>
        <p:txBody>
          <a:bodyPr wrap="square">
            <a:spAutoFit/>
          </a:bodyPr>
          <a:lstStyle>
            <a:lvl1pPr marL="0" indent="0">
              <a:lnSpc>
                <a:spcPct val="114000"/>
              </a:lnSpc>
              <a:spcAft>
                <a:spcPts val="0"/>
              </a:spcAft>
              <a:buClr>
                <a:schemeClr val="bg2"/>
              </a:buClr>
              <a:buFont typeface="Arial" panose="020B0604020202020204" pitchFamily="34" charset="0"/>
              <a:buNone/>
              <a:tabLst/>
              <a:defRPr b="0" i="0">
                <a:solidFill>
                  <a:schemeClr val="bg2"/>
                </a:solidFill>
                <a:latin typeface="Barlow Light" pitchFamily="2" charset="77"/>
              </a:defRPr>
            </a:lvl1pPr>
            <a:lvl2pPr marL="0" indent="0">
              <a:lnSpc>
                <a:spcPct val="114000"/>
              </a:lnSpc>
              <a:spcAft>
                <a:spcPts val="0"/>
              </a:spcAft>
              <a:buClr>
                <a:schemeClr val="bg2"/>
              </a:buClr>
              <a:buSzPct val="100000"/>
              <a:buFont typeface="Arial" panose="020B0604020202020204" pitchFamily="34" charset="0"/>
              <a:buNone/>
              <a:tabLst/>
              <a:defRPr b="0" i="0">
                <a:solidFill>
                  <a:schemeClr val="bg2"/>
                </a:solidFill>
                <a:latin typeface="Barlow Light" pitchFamily="2" charset="77"/>
              </a:defRPr>
            </a:lvl2pPr>
            <a:lvl3pPr marL="342900" indent="0">
              <a:buClr>
                <a:schemeClr val="bg2"/>
              </a:buClr>
              <a:buSzPct val="100000"/>
              <a:buFont typeface="Arial" panose="020B0604020202020204" pitchFamily="34" charset="0"/>
              <a:buNone/>
              <a:tabLst/>
              <a:defRPr>
                <a:solidFill>
                  <a:schemeClr val="bg2"/>
                </a:solidFill>
                <a:latin typeface="+mn-lt"/>
              </a:defRPr>
            </a:lvl3pPr>
            <a:lvl4pPr marL="460375" indent="0">
              <a:buClr>
                <a:schemeClr val="bg2"/>
              </a:buClr>
              <a:buFont typeface="Arial" panose="020B0604020202020204" pitchFamily="34" charset="0"/>
              <a:buNone/>
              <a:tabLst/>
              <a:defRPr>
                <a:solidFill>
                  <a:schemeClr val="bg2"/>
                </a:solidFill>
                <a:latin typeface="+mn-lt"/>
              </a:defRPr>
            </a:lvl4pPr>
            <a:lvl5pPr marL="576263" indent="0">
              <a:buClr>
                <a:schemeClr val="bg2"/>
              </a:buClr>
              <a:buFont typeface="Arial" panose="020B0604020202020204" pitchFamily="34" charset="0"/>
              <a:buNone/>
              <a:tabLst/>
              <a:defRPr>
                <a:solidFill>
                  <a:schemeClr val="bg2"/>
                </a:solidFill>
                <a:latin typeface="+mn-lt"/>
              </a:defRPr>
            </a:lvl5pPr>
          </a:lstStyle>
          <a:p>
            <a:pPr lvl="0"/>
            <a:r>
              <a:rPr lang="en-US"/>
              <a:t>Click to edit</a:t>
            </a:r>
          </a:p>
          <a:p>
            <a:pPr lvl="1"/>
            <a:r>
              <a:rPr lang="en-US"/>
              <a:t>Second level</a:t>
            </a:r>
          </a:p>
        </p:txBody>
      </p:sp>
      <p:sp>
        <p:nvSpPr>
          <p:cNvPr id="5" name="Freeform 4">
            <a:extLst>
              <a:ext uri="{FF2B5EF4-FFF2-40B4-BE49-F238E27FC236}">
                <a16:creationId xmlns:a16="http://schemas.microsoft.com/office/drawing/2014/main" id="{8DF6C543-B2AB-C613-70D2-909E99EAAE92}"/>
              </a:ext>
            </a:extLst>
          </p:cNvPr>
          <p:cNvSpPr/>
          <p:nvPr userDrawn="1"/>
        </p:nvSpPr>
        <p:spPr>
          <a:xfrm>
            <a:off x="0" y="2497772"/>
            <a:ext cx="671926" cy="1440180"/>
          </a:xfrm>
          <a:custGeom>
            <a:avLst/>
            <a:gdLst>
              <a:gd name="connsiteX0" fmla="*/ 3203561 w 3203562"/>
              <a:gd name="connsiteY0" fmla="*/ 4325816 h 6855443"/>
              <a:gd name="connsiteX1" fmla="*/ 0 w 3203562"/>
              <a:gd name="connsiteY1" fmla="*/ 4325816 h 6855443"/>
              <a:gd name="connsiteX2" fmla="*/ 0 w 3203562"/>
              <a:gd name="connsiteY2" fmla="*/ 6855443 h 6855443"/>
              <a:gd name="connsiteX3" fmla="*/ 3203562 w 3203562"/>
              <a:gd name="connsiteY3" fmla="*/ 4325815 h 6855443"/>
              <a:gd name="connsiteX4" fmla="*/ 3203561 w 3203562"/>
              <a:gd name="connsiteY4" fmla="*/ 4325816 h 6855443"/>
              <a:gd name="connsiteX5" fmla="*/ 3203562 w 3203562"/>
              <a:gd name="connsiteY5" fmla="*/ 4325816 h 6855443"/>
              <a:gd name="connsiteX6" fmla="*/ 0 w 3203562"/>
              <a:gd name="connsiteY6" fmla="*/ 0 h 6855443"/>
              <a:gd name="connsiteX7" fmla="*/ 0 w 3203562"/>
              <a:gd name="connsiteY7" fmla="*/ 2529628 h 6855443"/>
              <a:gd name="connsiteX8" fmla="*/ 0 w 3203562"/>
              <a:gd name="connsiteY8" fmla="*/ 4325815 h 6855443"/>
              <a:gd name="connsiteX9" fmla="*/ 3203562 w 3203562"/>
              <a:gd name="connsiteY9" fmla="*/ 4325815 h 6855443"/>
              <a:gd name="connsiteX10" fmla="*/ 3203562 w 3203562"/>
              <a:gd name="connsiteY10"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03562" h="6855443">
                <a:moveTo>
                  <a:pt x="3203561" y="4325816"/>
                </a:moveTo>
                <a:lnTo>
                  <a:pt x="0" y="4325816"/>
                </a:lnTo>
                <a:lnTo>
                  <a:pt x="0" y="6855443"/>
                </a:lnTo>
                <a:close/>
                <a:moveTo>
                  <a:pt x="3203562" y="4325815"/>
                </a:moveTo>
                <a:lnTo>
                  <a:pt x="3203561" y="4325816"/>
                </a:lnTo>
                <a:lnTo>
                  <a:pt x="3203562" y="4325816"/>
                </a:lnTo>
                <a:close/>
                <a:moveTo>
                  <a:pt x="0" y="0"/>
                </a:moveTo>
                <a:lnTo>
                  <a:pt x="0" y="2529628"/>
                </a:lnTo>
                <a:lnTo>
                  <a:pt x="0" y="4325815"/>
                </a:lnTo>
                <a:lnTo>
                  <a:pt x="3203562" y="4325815"/>
                </a:lnTo>
                <a:lnTo>
                  <a:pt x="3203562"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6" name="Picture 5">
            <a:extLst>
              <a:ext uri="{FF2B5EF4-FFF2-40B4-BE49-F238E27FC236}">
                <a16:creationId xmlns:a16="http://schemas.microsoft.com/office/drawing/2014/main" id="{13F4A726-33C1-98F7-56AA-24AD7B8CAD8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296" y="2959454"/>
            <a:ext cx="477785" cy="523264"/>
          </a:xfrm>
          <a:prstGeom prst="rect">
            <a:avLst/>
          </a:prstGeom>
        </p:spPr>
      </p:pic>
    </p:spTree>
    <p:extLst>
      <p:ext uri="{BB962C8B-B14F-4D97-AF65-F5344CB8AC3E}">
        <p14:creationId xmlns:p14="http://schemas.microsoft.com/office/powerpoint/2010/main" val="4137842906"/>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Quote or Chapter / Section ">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30350" y="2059221"/>
            <a:ext cx="10316523" cy="2308324"/>
          </a:xfrm>
          <a:prstGeom prst="rect">
            <a:avLst/>
          </a:prstGeom>
        </p:spPr>
        <p:txBody>
          <a:bodyPr wrap="square" anchor="ctr">
            <a:spAutoFit/>
          </a:bodyPr>
          <a:lstStyle>
            <a:lvl1pPr>
              <a:lnSpc>
                <a:spcPct val="95000"/>
              </a:lnSpc>
              <a:defRPr sz="3600" b="0" i="0">
                <a:latin typeface="Barlow Light" pitchFamily="2" charset="77"/>
              </a:defRPr>
            </a:lvl1pPr>
          </a:lstStyle>
          <a:p>
            <a:pPr defTabSz="914400">
              <a:lnSpc>
                <a:spcPct val="100000"/>
              </a:lnSpc>
            </a:pPr>
            <a:r>
              <a:rPr lang="en-US" sz="3600" b="0" kern="0"/>
              <a:t>Insert a quote to break up your storytelling. </a:t>
            </a:r>
            <a:br>
              <a:rPr lang="en-US" sz="3600" b="0" kern="0"/>
            </a:br>
            <a:r>
              <a:rPr lang="en-US" sz="3600" b="0" kern="0"/>
              <a:t>Make it relevant and give your audience something to think about. Perhaps you use bold and/or color to </a:t>
            </a:r>
            <a:r>
              <a:rPr lang="en-US" sz="3600" b="0" kern="0">
                <a:gradFill flip="none" rotWithShape="1">
                  <a:gsLst>
                    <a:gs pos="74000">
                      <a:schemeClr val="accent1"/>
                    </a:gs>
                    <a:gs pos="0">
                      <a:schemeClr val="accent3"/>
                    </a:gs>
                  </a:gsLst>
                  <a:lin ang="0" scaled="1"/>
                  <a:tileRect/>
                </a:gradFill>
                <a:latin typeface="Barlow SemiBold" pitchFamily="2" charset="77"/>
              </a:rPr>
              <a:t>emphasize words </a:t>
            </a:r>
            <a:r>
              <a:rPr lang="en-US" sz="3600" b="0" kern="0"/>
              <a:t>within the quote.</a:t>
            </a: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hasCustomPrompt="1"/>
          </p:nvPr>
        </p:nvSpPr>
        <p:spPr>
          <a:xfrm>
            <a:off x="1044204" y="5002585"/>
            <a:ext cx="10744985" cy="694806"/>
          </a:xfrm>
          <a:prstGeom prst="rect">
            <a:avLst/>
          </a:prstGeom>
        </p:spPr>
        <p:txBody>
          <a:bodyPr wrap="square">
            <a:spAutoFit/>
          </a:bodyPr>
          <a:lstStyle>
            <a:lvl1pPr marL="0" indent="0">
              <a:lnSpc>
                <a:spcPct val="114000"/>
              </a:lnSpc>
              <a:spcAft>
                <a:spcPts val="0"/>
              </a:spcAft>
              <a:buClr>
                <a:schemeClr val="bg2"/>
              </a:buClr>
              <a:buFont typeface="Arial" panose="020B0604020202020204" pitchFamily="34" charset="0"/>
              <a:buNone/>
              <a:tabLst/>
              <a:defRPr b="0" i="0">
                <a:solidFill>
                  <a:schemeClr val="bg2"/>
                </a:solidFill>
                <a:latin typeface="Barlow Light" pitchFamily="2" charset="77"/>
              </a:defRPr>
            </a:lvl1pPr>
            <a:lvl2pPr marL="0" indent="0">
              <a:lnSpc>
                <a:spcPct val="114000"/>
              </a:lnSpc>
              <a:spcAft>
                <a:spcPts val="0"/>
              </a:spcAft>
              <a:buClr>
                <a:schemeClr val="bg2"/>
              </a:buClr>
              <a:buSzPct val="100000"/>
              <a:buFont typeface="Arial" panose="020B0604020202020204" pitchFamily="34" charset="0"/>
              <a:buNone/>
              <a:tabLst/>
              <a:defRPr b="0" i="0">
                <a:solidFill>
                  <a:schemeClr val="bg2"/>
                </a:solidFill>
                <a:latin typeface="Barlow Light" pitchFamily="2" charset="77"/>
              </a:defRPr>
            </a:lvl2pPr>
            <a:lvl3pPr marL="342900" indent="0">
              <a:buClr>
                <a:schemeClr val="bg2"/>
              </a:buClr>
              <a:buSzPct val="100000"/>
              <a:buFont typeface="Arial" panose="020B0604020202020204" pitchFamily="34" charset="0"/>
              <a:buNone/>
              <a:tabLst/>
              <a:defRPr>
                <a:solidFill>
                  <a:schemeClr val="bg2"/>
                </a:solidFill>
                <a:latin typeface="+mn-lt"/>
              </a:defRPr>
            </a:lvl3pPr>
            <a:lvl4pPr marL="460375" indent="0">
              <a:buClr>
                <a:schemeClr val="bg2"/>
              </a:buClr>
              <a:buFont typeface="Arial" panose="020B0604020202020204" pitchFamily="34" charset="0"/>
              <a:buNone/>
              <a:tabLst/>
              <a:defRPr>
                <a:solidFill>
                  <a:schemeClr val="bg2"/>
                </a:solidFill>
                <a:latin typeface="+mn-lt"/>
              </a:defRPr>
            </a:lvl4pPr>
            <a:lvl5pPr marL="576263" indent="0">
              <a:buClr>
                <a:schemeClr val="bg2"/>
              </a:buClr>
              <a:buFont typeface="Arial" panose="020B0604020202020204" pitchFamily="34" charset="0"/>
              <a:buNone/>
              <a:tabLst/>
              <a:defRPr>
                <a:solidFill>
                  <a:schemeClr val="bg2"/>
                </a:solidFill>
                <a:latin typeface="+mn-lt"/>
              </a:defRPr>
            </a:lvl5pPr>
          </a:lstStyle>
          <a:p>
            <a:pPr lvl="0"/>
            <a:r>
              <a:rPr lang="en-US"/>
              <a:t>Name Here</a:t>
            </a:r>
          </a:p>
          <a:p>
            <a:pPr lvl="1"/>
            <a:r>
              <a:rPr lang="en-US"/>
              <a:t>Position here</a:t>
            </a:r>
          </a:p>
        </p:txBody>
      </p:sp>
      <p:sp>
        <p:nvSpPr>
          <p:cNvPr id="5" name="Freeform 4">
            <a:extLst>
              <a:ext uri="{FF2B5EF4-FFF2-40B4-BE49-F238E27FC236}">
                <a16:creationId xmlns:a16="http://schemas.microsoft.com/office/drawing/2014/main" id="{8DF6C543-B2AB-C613-70D2-909E99EAAE92}"/>
              </a:ext>
            </a:extLst>
          </p:cNvPr>
          <p:cNvSpPr/>
          <p:nvPr userDrawn="1"/>
        </p:nvSpPr>
        <p:spPr>
          <a:xfrm>
            <a:off x="0" y="2497772"/>
            <a:ext cx="671926" cy="1440180"/>
          </a:xfrm>
          <a:custGeom>
            <a:avLst/>
            <a:gdLst>
              <a:gd name="connsiteX0" fmla="*/ 3203561 w 3203562"/>
              <a:gd name="connsiteY0" fmla="*/ 4325816 h 6855443"/>
              <a:gd name="connsiteX1" fmla="*/ 0 w 3203562"/>
              <a:gd name="connsiteY1" fmla="*/ 4325816 h 6855443"/>
              <a:gd name="connsiteX2" fmla="*/ 0 w 3203562"/>
              <a:gd name="connsiteY2" fmla="*/ 6855443 h 6855443"/>
              <a:gd name="connsiteX3" fmla="*/ 3203562 w 3203562"/>
              <a:gd name="connsiteY3" fmla="*/ 4325815 h 6855443"/>
              <a:gd name="connsiteX4" fmla="*/ 3203561 w 3203562"/>
              <a:gd name="connsiteY4" fmla="*/ 4325816 h 6855443"/>
              <a:gd name="connsiteX5" fmla="*/ 3203562 w 3203562"/>
              <a:gd name="connsiteY5" fmla="*/ 4325816 h 6855443"/>
              <a:gd name="connsiteX6" fmla="*/ 0 w 3203562"/>
              <a:gd name="connsiteY6" fmla="*/ 0 h 6855443"/>
              <a:gd name="connsiteX7" fmla="*/ 0 w 3203562"/>
              <a:gd name="connsiteY7" fmla="*/ 2529628 h 6855443"/>
              <a:gd name="connsiteX8" fmla="*/ 0 w 3203562"/>
              <a:gd name="connsiteY8" fmla="*/ 4325815 h 6855443"/>
              <a:gd name="connsiteX9" fmla="*/ 3203562 w 3203562"/>
              <a:gd name="connsiteY9" fmla="*/ 4325815 h 6855443"/>
              <a:gd name="connsiteX10" fmla="*/ 3203562 w 3203562"/>
              <a:gd name="connsiteY10"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03562" h="6855443">
                <a:moveTo>
                  <a:pt x="3203561" y="4325816"/>
                </a:moveTo>
                <a:lnTo>
                  <a:pt x="0" y="4325816"/>
                </a:lnTo>
                <a:lnTo>
                  <a:pt x="0" y="6855443"/>
                </a:lnTo>
                <a:close/>
                <a:moveTo>
                  <a:pt x="3203562" y="4325815"/>
                </a:moveTo>
                <a:lnTo>
                  <a:pt x="3203561" y="4325816"/>
                </a:lnTo>
                <a:lnTo>
                  <a:pt x="3203562" y="4325816"/>
                </a:lnTo>
                <a:close/>
                <a:moveTo>
                  <a:pt x="0" y="0"/>
                </a:moveTo>
                <a:lnTo>
                  <a:pt x="0" y="2529628"/>
                </a:lnTo>
                <a:lnTo>
                  <a:pt x="0" y="4325815"/>
                </a:lnTo>
                <a:lnTo>
                  <a:pt x="3203562" y="4325815"/>
                </a:lnTo>
                <a:lnTo>
                  <a:pt x="3203562"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6" name="Picture 5">
            <a:extLst>
              <a:ext uri="{FF2B5EF4-FFF2-40B4-BE49-F238E27FC236}">
                <a16:creationId xmlns:a16="http://schemas.microsoft.com/office/drawing/2014/main" id="{13F4A726-33C1-98F7-56AA-24AD7B8CAD8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296" y="2959454"/>
            <a:ext cx="477785" cy="523264"/>
          </a:xfrm>
          <a:prstGeom prst="rect">
            <a:avLst/>
          </a:prstGeom>
        </p:spPr>
      </p:pic>
      <p:sp>
        <p:nvSpPr>
          <p:cNvPr id="11" name="TextBox 10">
            <a:extLst>
              <a:ext uri="{FF2B5EF4-FFF2-40B4-BE49-F238E27FC236}">
                <a16:creationId xmlns:a16="http://schemas.microsoft.com/office/drawing/2014/main" id="{F082C03D-DED3-0EB5-3B5E-854C141FF907}"/>
              </a:ext>
            </a:extLst>
          </p:cNvPr>
          <p:cNvSpPr txBox="1"/>
          <p:nvPr userDrawn="1"/>
        </p:nvSpPr>
        <p:spPr>
          <a:xfrm>
            <a:off x="783741" y="0"/>
            <a:ext cx="1694695" cy="4508927"/>
          </a:xfrm>
          <a:prstGeom prst="rect">
            <a:avLst/>
          </a:prstGeom>
        </p:spPr>
        <p:txBody>
          <a:bodyPr wrap="none" rtlCol="0" anchor="t">
            <a:spAutoFit/>
          </a:bodyPr>
          <a:lstStyle/>
          <a:p>
            <a:pPr algn="l" defTabSz="914400">
              <a:buClr>
                <a:schemeClr val="bg2"/>
              </a:buClr>
              <a:tabLst/>
            </a:pPr>
            <a:r>
              <a:rPr lang="en-US" sz="28700" kern="0">
                <a:gradFill>
                  <a:gsLst>
                    <a:gs pos="61000">
                      <a:schemeClr val="accent1"/>
                    </a:gs>
                    <a:gs pos="0">
                      <a:schemeClr val="accent3"/>
                    </a:gs>
                  </a:gsLst>
                  <a:lin ang="2700000" scaled="1"/>
                </a:gradFill>
                <a:latin typeface="Georgia" panose="02040502050405020303" pitchFamily="18" charset="0"/>
              </a:rPr>
              <a:t>“</a:t>
            </a:r>
          </a:p>
        </p:txBody>
      </p:sp>
    </p:spTree>
    <p:extLst>
      <p:ext uri="{BB962C8B-B14F-4D97-AF65-F5344CB8AC3E}">
        <p14:creationId xmlns:p14="http://schemas.microsoft.com/office/powerpoint/2010/main" val="726371724"/>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ull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9BD3DCF-F2D9-515F-2A11-F0F4BA66530E}"/>
              </a:ext>
            </a:extLst>
          </p:cNvPr>
          <p:cNvSpPr>
            <a:spLocks noGrp="1"/>
          </p:cNvSpPr>
          <p:nvPr>
            <p:ph type="pic" sz="quarter" idx="18"/>
          </p:nvPr>
        </p:nvSpPr>
        <p:spPr>
          <a:xfrm>
            <a:off x="0" y="0"/>
            <a:ext cx="12192000" cy="6437376"/>
          </a:xfrm>
          <a:custGeom>
            <a:avLst/>
            <a:gdLst>
              <a:gd name="connsiteX0" fmla="*/ 0 w 12192000"/>
              <a:gd name="connsiteY0" fmla="*/ 0 h 6437376"/>
              <a:gd name="connsiteX1" fmla="*/ 12192000 w 12192000"/>
              <a:gd name="connsiteY1" fmla="*/ 0 h 6437376"/>
              <a:gd name="connsiteX2" fmla="*/ 12192000 w 12192000"/>
              <a:gd name="connsiteY2" fmla="*/ 6437376 h 6437376"/>
              <a:gd name="connsiteX3" fmla="*/ 0 w 12192000"/>
              <a:gd name="connsiteY3" fmla="*/ 6437376 h 6437376"/>
              <a:gd name="connsiteX4" fmla="*/ 0 w 12192000"/>
              <a:gd name="connsiteY4" fmla="*/ 4046400 h 6437376"/>
              <a:gd name="connsiteX5" fmla="*/ 733260 w 12192000"/>
              <a:gd name="connsiteY5" fmla="*/ 3467397 h 6437376"/>
              <a:gd name="connsiteX6" fmla="*/ 733260 w 12192000"/>
              <a:gd name="connsiteY6" fmla="*/ 3056270 h 6437376"/>
              <a:gd name="connsiteX7" fmla="*/ 0 w 12192000"/>
              <a:gd name="connsiteY7" fmla="*/ 2477266 h 6437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437376">
                <a:moveTo>
                  <a:pt x="0" y="0"/>
                </a:moveTo>
                <a:lnTo>
                  <a:pt x="12192000" y="0"/>
                </a:lnTo>
                <a:lnTo>
                  <a:pt x="12192000" y="6437376"/>
                </a:lnTo>
                <a:lnTo>
                  <a:pt x="0" y="6437376"/>
                </a:lnTo>
                <a:lnTo>
                  <a:pt x="0" y="4046400"/>
                </a:lnTo>
                <a:lnTo>
                  <a:pt x="733260" y="3467397"/>
                </a:lnTo>
                <a:lnTo>
                  <a:pt x="733260" y="3056270"/>
                </a:lnTo>
                <a:lnTo>
                  <a:pt x="0" y="2477266"/>
                </a:lnTo>
                <a:close/>
              </a:path>
            </a:pathLst>
          </a:custGeom>
          <a:gradFill>
            <a:gsLst>
              <a:gs pos="15000">
                <a:schemeClr val="accent3"/>
              </a:gs>
              <a:gs pos="61000">
                <a:schemeClr val="accent1"/>
              </a:gs>
            </a:gsLst>
            <a:lin ang="2700000" scaled="0"/>
          </a:gradFill>
        </p:spPr>
        <p:txBody>
          <a:bodyPr wrap="square" anchor="ctr">
            <a:noAutofit/>
          </a:bodyPr>
          <a:lstStyle>
            <a:lvl1pPr marL="0" indent="0" algn="ctr">
              <a:buNone/>
              <a:defRPr sz="3200" b="0" i="0">
                <a:solidFill>
                  <a:schemeClr val="bg1"/>
                </a:solidFill>
                <a:latin typeface="Barlow Light" pitchFamily="2" charset="77"/>
              </a:defRPr>
            </a:lvl1pPr>
          </a:lstStyle>
          <a:p>
            <a:endParaRPr lang="en-US"/>
          </a:p>
        </p:txBody>
      </p:sp>
      <p:sp>
        <p:nvSpPr>
          <p:cNvPr id="2" name="Freeform 1">
            <a:extLst>
              <a:ext uri="{FF2B5EF4-FFF2-40B4-BE49-F238E27FC236}">
                <a16:creationId xmlns:a16="http://schemas.microsoft.com/office/drawing/2014/main" id="{22DB185C-4C2F-AD6A-D613-50455E2E837B}"/>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3" name="Picture 2">
            <a:extLst>
              <a:ext uri="{FF2B5EF4-FFF2-40B4-BE49-F238E27FC236}">
                <a16:creationId xmlns:a16="http://schemas.microsoft.com/office/drawing/2014/main" id="{D29B9B0F-FFF5-D866-C546-752A35FCC10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296" y="2959454"/>
            <a:ext cx="477785" cy="523264"/>
          </a:xfrm>
          <a:prstGeom prst="rect">
            <a:avLst/>
          </a:prstGeom>
        </p:spPr>
      </p:pic>
    </p:spTree>
    <p:extLst>
      <p:ext uri="{BB962C8B-B14F-4D97-AF65-F5344CB8AC3E}">
        <p14:creationId xmlns:p14="http://schemas.microsoft.com/office/powerpoint/2010/main" val="4220346485"/>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hoto Under Header">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AF444FED-ED41-FF32-2971-3A9729E61D2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6" name="Picture Placeholder 5">
            <a:extLst>
              <a:ext uri="{FF2B5EF4-FFF2-40B4-BE49-F238E27FC236}">
                <a16:creationId xmlns:a16="http://schemas.microsoft.com/office/drawing/2014/main" id="{9838DF46-330A-2FF0-6346-621CB1DE7E3C}"/>
              </a:ext>
            </a:extLst>
          </p:cNvPr>
          <p:cNvSpPr>
            <a:spLocks noGrp="1"/>
          </p:cNvSpPr>
          <p:nvPr>
            <p:ph type="pic" sz="quarter" idx="11"/>
          </p:nvPr>
        </p:nvSpPr>
        <p:spPr>
          <a:xfrm>
            <a:off x="0" y="1215613"/>
            <a:ext cx="12192000" cy="5220111"/>
          </a:xfrm>
          <a:prstGeom prst="rect">
            <a:avLst/>
          </a:prstGeom>
          <a:gradFill>
            <a:gsLst>
              <a:gs pos="15000">
                <a:schemeClr val="accent3"/>
              </a:gs>
              <a:gs pos="61000">
                <a:schemeClr val="accent1"/>
              </a:gs>
            </a:gsLst>
            <a:lin ang="2700000" scaled="0"/>
          </a:gradFill>
          <a:effectLst>
            <a:outerShdw blurRad="127000" dist="38100" dir="8100000" algn="tr" rotWithShape="0">
              <a:prstClr val="black">
                <a:alpha val="20000"/>
              </a:prstClr>
            </a:outerShdw>
          </a:effectLst>
        </p:spPr>
        <p:txBody>
          <a:bodyPr wrap="square" anchor="ctr">
            <a:noAutofit/>
          </a:bodyPr>
          <a:lstStyle>
            <a:lvl1pPr>
              <a:defRPr lang="en-US" sz="3200" b="0" i="0" kern="1200">
                <a:solidFill>
                  <a:schemeClr val="bg1"/>
                </a:solidFill>
                <a:latin typeface="Barlow Light" pitchFamily="2" charset="77"/>
              </a:defRPr>
            </a:lvl1pPr>
          </a:lstStyle>
          <a:p>
            <a:pPr lvl="0" algn="ctr" defTabSz="609494" latinLnBrk="0">
              <a:buFontTx/>
              <a:buNone/>
            </a:pPr>
            <a:endParaRPr lang="en-US"/>
          </a:p>
        </p:txBody>
      </p:sp>
      <p:pic>
        <p:nvPicPr>
          <p:cNvPr id="3" name="Picture 2">
            <a:extLst>
              <a:ext uri="{FF2B5EF4-FFF2-40B4-BE49-F238E27FC236}">
                <a16:creationId xmlns:a16="http://schemas.microsoft.com/office/drawing/2014/main" id="{DD30D76E-AEC7-AF67-48CB-5712F3FDBC0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sp>
        <p:nvSpPr>
          <p:cNvPr id="2" name="Title 1">
            <a:extLst>
              <a:ext uri="{FF2B5EF4-FFF2-40B4-BE49-F238E27FC236}">
                <a16:creationId xmlns:a16="http://schemas.microsoft.com/office/drawing/2014/main" id="{200B9010-7577-FB49-7442-4B7D662DDE7D}"/>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5" name="Text Placeholder 6">
            <a:extLst>
              <a:ext uri="{FF2B5EF4-FFF2-40B4-BE49-F238E27FC236}">
                <a16:creationId xmlns:a16="http://schemas.microsoft.com/office/drawing/2014/main" id="{AB07D9B0-2AF7-1256-EA2A-001393257981}"/>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702360591"/>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Left + Photo Righ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CD81CF2-4A37-7B81-E465-5D6F29037FFC}"/>
              </a:ext>
            </a:extLst>
          </p:cNvPr>
          <p:cNvSpPr/>
          <p:nvPr userDrawn="1"/>
        </p:nvSpPr>
        <p:spPr>
          <a:xfrm>
            <a:off x="0" y="-28483"/>
            <a:ext cx="6096000" cy="6886482"/>
          </a:xfrm>
          <a:prstGeom prst="rect">
            <a:avLst/>
          </a:prstGeom>
          <a:gradFill>
            <a:gsLst>
              <a:gs pos="15000">
                <a:schemeClr val="accent3"/>
              </a:gs>
              <a:gs pos="61000">
                <a:schemeClr val="accent1"/>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10" name="Title 1">
            <a:extLst>
              <a:ext uri="{FF2B5EF4-FFF2-40B4-BE49-F238E27FC236}">
                <a16:creationId xmlns:a16="http://schemas.microsoft.com/office/drawing/2014/main" id="{76717471-469F-AAC6-6DB4-ED0D59958B77}"/>
              </a:ext>
            </a:extLst>
          </p:cNvPr>
          <p:cNvSpPr>
            <a:spLocks noGrp="1"/>
          </p:cNvSpPr>
          <p:nvPr>
            <p:ph type="title" hasCustomPrompt="1"/>
          </p:nvPr>
        </p:nvSpPr>
        <p:spPr>
          <a:xfrm>
            <a:off x="817248" y="2813281"/>
            <a:ext cx="4347876" cy="522579"/>
          </a:xfrm>
          <a:prstGeom prst="rect">
            <a:avLst/>
          </a:prstGeom>
        </p:spPr>
        <p:txBody>
          <a:bodyPr wrap="square" anchor="b">
            <a:spAutoFit/>
          </a:bodyPr>
          <a:lstStyle>
            <a:lvl1pPr>
              <a:lnSpc>
                <a:spcPts val="3300"/>
              </a:lnSpc>
              <a:defRPr sz="3400" b="0" i="0">
                <a:solidFill>
                  <a:schemeClr val="bg1"/>
                </a:solidFill>
                <a:latin typeface="Barlow Light" pitchFamily="2" charset="77"/>
              </a:defRPr>
            </a:lvl1pPr>
          </a:lstStyle>
          <a:p>
            <a:r>
              <a:rPr lang="en-US"/>
              <a:t>Click to edit title</a:t>
            </a:r>
          </a:p>
        </p:txBody>
      </p:sp>
      <p:sp>
        <p:nvSpPr>
          <p:cNvPr id="7" name="Text Placeholder 6">
            <a:extLst>
              <a:ext uri="{FF2B5EF4-FFF2-40B4-BE49-F238E27FC236}">
                <a16:creationId xmlns:a16="http://schemas.microsoft.com/office/drawing/2014/main" id="{E50A1D1F-0DBC-F9A5-3461-42011540F6FF}"/>
              </a:ext>
            </a:extLst>
          </p:cNvPr>
          <p:cNvSpPr>
            <a:spLocks noGrp="1"/>
          </p:cNvSpPr>
          <p:nvPr>
            <p:ph type="body" sz="quarter" idx="18" hasCustomPrompt="1"/>
          </p:nvPr>
        </p:nvSpPr>
        <p:spPr>
          <a:xfrm>
            <a:off x="817249" y="3299746"/>
            <a:ext cx="4347876" cy="861774"/>
          </a:xfrm>
          <a:prstGeom prst="rect">
            <a:avLst/>
          </a:prstGeom>
        </p:spPr>
        <p:txBody>
          <a:bodyPr wrap="square" anchor="t">
            <a:spAutoFit/>
          </a:bodyPr>
          <a:lstStyle>
            <a:lvl1pPr marL="0" indent="0">
              <a:lnSpc>
                <a:spcPts val="2000"/>
              </a:lnSpc>
              <a:buNone/>
              <a:defRPr sz="2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6" name="Freeform 5">
            <a:extLst>
              <a:ext uri="{FF2B5EF4-FFF2-40B4-BE49-F238E27FC236}">
                <a16:creationId xmlns:a16="http://schemas.microsoft.com/office/drawing/2014/main" id="{AEBC739B-9844-19A9-C22E-EB784805F3BC}"/>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2" name="Picture Placeholder 4">
            <a:extLst>
              <a:ext uri="{FF2B5EF4-FFF2-40B4-BE49-F238E27FC236}">
                <a16:creationId xmlns:a16="http://schemas.microsoft.com/office/drawing/2014/main" id="{91CDCCC5-45E0-0ED6-A3C1-7EC0F9C75A74}"/>
              </a:ext>
            </a:extLst>
          </p:cNvPr>
          <p:cNvSpPr>
            <a:spLocks noGrp="1"/>
          </p:cNvSpPr>
          <p:nvPr>
            <p:ph type="pic" sz="quarter" idx="17"/>
          </p:nvPr>
        </p:nvSpPr>
        <p:spPr>
          <a:xfrm>
            <a:off x="6096000" y="442452"/>
            <a:ext cx="6096000" cy="5985780"/>
          </a:xfrm>
          <a:prstGeom prst="rect">
            <a:avLst/>
          </a:prstGeom>
          <a:solidFill>
            <a:schemeClr val="tx2"/>
          </a:solidFill>
        </p:spPr>
        <p:txBody>
          <a:bodyPr anchor="ctr"/>
          <a:lstStyle>
            <a:lvl1pPr marL="0" indent="0" algn="ctr">
              <a:buNone/>
              <a:defRPr sz="2800" b="0" i="0">
                <a:latin typeface="Barlow Light" pitchFamily="2" charset="77"/>
              </a:defRPr>
            </a:lvl1pPr>
          </a:lstStyle>
          <a:p>
            <a:endParaRPr lang="en-US"/>
          </a:p>
        </p:txBody>
      </p:sp>
      <p:pic>
        <p:nvPicPr>
          <p:cNvPr id="3" name="Picture 2">
            <a:extLst>
              <a:ext uri="{FF2B5EF4-FFF2-40B4-BE49-F238E27FC236}">
                <a16:creationId xmlns:a16="http://schemas.microsoft.com/office/drawing/2014/main" id="{E7B358FD-4C30-E260-216E-FA3A03D969F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296" y="2959454"/>
            <a:ext cx="477785" cy="523264"/>
          </a:xfrm>
          <a:prstGeom prst="rect">
            <a:avLst/>
          </a:prstGeom>
        </p:spPr>
      </p:pic>
    </p:spTree>
    <p:extLst>
      <p:ext uri="{BB962C8B-B14F-4D97-AF65-F5344CB8AC3E}">
        <p14:creationId xmlns:p14="http://schemas.microsoft.com/office/powerpoint/2010/main" val="109728422"/>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Left + Content Righ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0E74C4A-8942-11AB-ED44-9F98E16265AE}"/>
              </a:ext>
            </a:extLst>
          </p:cNvPr>
          <p:cNvSpPr/>
          <p:nvPr userDrawn="1"/>
        </p:nvSpPr>
        <p:spPr>
          <a:xfrm>
            <a:off x="0" y="-28483"/>
            <a:ext cx="6096000" cy="6886482"/>
          </a:xfrm>
          <a:prstGeom prst="rect">
            <a:avLst/>
          </a:prstGeom>
          <a:gradFill>
            <a:gsLst>
              <a:gs pos="15000">
                <a:schemeClr val="accent3"/>
              </a:gs>
              <a:gs pos="61000">
                <a:schemeClr val="accent1"/>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4" name="Freeform 3">
            <a:extLst>
              <a:ext uri="{FF2B5EF4-FFF2-40B4-BE49-F238E27FC236}">
                <a16:creationId xmlns:a16="http://schemas.microsoft.com/office/drawing/2014/main" id="{12A4C828-5AA4-95C4-7FA6-BDA4840863E6}"/>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6746255" y="2608262"/>
            <a:ext cx="4118988" cy="1641475"/>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12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pic>
        <p:nvPicPr>
          <p:cNvPr id="6" name="Picture 5">
            <a:extLst>
              <a:ext uri="{FF2B5EF4-FFF2-40B4-BE49-F238E27FC236}">
                <a16:creationId xmlns:a16="http://schemas.microsoft.com/office/drawing/2014/main" id="{63A9528D-85DF-EE13-7578-7B154FDF6E1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296" y="2980970"/>
            <a:ext cx="477785" cy="523264"/>
          </a:xfrm>
          <a:prstGeom prst="rect">
            <a:avLst/>
          </a:prstGeom>
        </p:spPr>
      </p:pic>
      <p:sp>
        <p:nvSpPr>
          <p:cNvPr id="2" name="Title 1">
            <a:extLst>
              <a:ext uri="{FF2B5EF4-FFF2-40B4-BE49-F238E27FC236}">
                <a16:creationId xmlns:a16="http://schemas.microsoft.com/office/drawing/2014/main" id="{A655CD4C-08DB-96D2-8272-B09D85972F9D}"/>
              </a:ext>
            </a:extLst>
          </p:cNvPr>
          <p:cNvSpPr>
            <a:spLocks noGrp="1"/>
          </p:cNvSpPr>
          <p:nvPr>
            <p:ph type="title" hasCustomPrompt="1"/>
          </p:nvPr>
        </p:nvSpPr>
        <p:spPr>
          <a:xfrm>
            <a:off x="817248" y="2813281"/>
            <a:ext cx="4347876" cy="522579"/>
          </a:xfrm>
          <a:prstGeom prst="rect">
            <a:avLst/>
          </a:prstGeom>
        </p:spPr>
        <p:txBody>
          <a:bodyPr wrap="square" anchor="b">
            <a:spAutoFit/>
          </a:bodyPr>
          <a:lstStyle>
            <a:lvl1pPr>
              <a:lnSpc>
                <a:spcPts val="3300"/>
              </a:lnSpc>
              <a:defRPr sz="3400" b="0" i="0">
                <a:solidFill>
                  <a:schemeClr val="bg1"/>
                </a:solidFill>
                <a:latin typeface="Barlow Light" pitchFamily="2" charset="77"/>
              </a:defRPr>
            </a:lvl1pPr>
          </a:lstStyle>
          <a:p>
            <a:r>
              <a:rPr lang="en-US"/>
              <a:t>Click to edit title</a:t>
            </a:r>
          </a:p>
        </p:txBody>
      </p:sp>
      <p:sp>
        <p:nvSpPr>
          <p:cNvPr id="5" name="Text Placeholder 6">
            <a:extLst>
              <a:ext uri="{FF2B5EF4-FFF2-40B4-BE49-F238E27FC236}">
                <a16:creationId xmlns:a16="http://schemas.microsoft.com/office/drawing/2014/main" id="{7DB93E68-C6B4-0A95-FA8E-F577C675D110}"/>
              </a:ext>
            </a:extLst>
          </p:cNvPr>
          <p:cNvSpPr>
            <a:spLocks noGrp="1"/>
          </p:cNvSpPr>
          <p:nvPr>
            <p:ph type="body" sz="quarter" idx="18" hasCustomPrompt="1"/>
          </p:nvPr>
        </p:nvSpPr>
        <p:spPr>
          <a:xfrm>
            <a:off x="817249" y="3299746"/>
            <a:ext cx="4347876" cy="861774"/>
          </a:xfrm>
          <a:prstGeom prst="rect">
            <a:avLst/>
          </a:prstGeom>
        </p:spPr>
        <p:txBody>
          <a:bodyPr wrap="square" anchor="t">
            <a:spAutoFit/>
          </a:bodyPr>
          <a:lstStyle>
            <a:lvl1pPr marL="0" indent="0">
              <a:lnSpc>
                <a:spcPts val="2000"/>
              </a:lnSpc>
              <a:buNone/>
              <a:defRPr sz="2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3311372920"/>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oto Left, Title Righ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CD81CF2-4A37-7B81-E465-5D6F29037FFC}"/>
              </a:ext>
            </a:extLst>
          </p:cNvPr>
          <p:cNvSpPr/>
          <p:nvPr userDrawn="1"/>
        </p:nvSpPr>
        <p:spPr>
          <a:xfrm>
            <a:off x="6096000" y="429767"/>
            <a:ext cx="6096000" cy="5998463"/>
          </a:xfrm>
          <a:prstGeom prst="rect">
            <a:avLst/>
          </a:prstGeom>
          <a:gradFill>
            <a:gsLst>
              <a:gs pos="15000">
                <a:schemeClr val="accent3"/>
              </a:gs>
              <a:gs pos="61000">
                <a:schemeClr val="accent1"/>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3" name="Freeform 2">
            <a:extLst>
              <a:ext uri="{FF2B5EF4-FFF2-40B4-BE49-F238E27FC236}">
                <a16:creationId xmlns:a16="http://schemas.microsoft.com/office/drawing/2014/main" id="{4877CEC8-2A48-8100-B592-EEB85F056010}"/>
              </a:ext>
            </a:extLst>
          </p:cNvPr>
          <p:cNvSpPr/>
          <p:nvPr userDrawn="1"/>
        </p:nvSpPr>
        <p:spPr>
          <a:xfrm flipH="1">
            <a:off x="6087642"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2" name="Picture Placeholder 4">
            <a:extLst>
              <a:ext uri="{FF2B5EF4-FFF2-40B4-BE49-F238E27FC236}">
                <a16:creationId xmlns:a16="http://schemas.microsoft.com/office/drawing/2014/main" id="{91CDCCC5-45E0-0ED6-A3C1-7EC0F9C75A74}"/>
              </a:ext>
            </a:extLst>
          </p:cNvPr>
          <p:cNvSpPr>
            <a:spLocks noGrp="1"/>
          </p:cNvSpPr>
          <p:nvPr>
            <p:ph type="pic" sz="quarter" idx="17"/>
          </p:nvPr>
        </p:nvSpPr>
        <p:spPr>
          <a:xfrm>
            <a:off x="0" y="0"/>
            <a:ext cx="6096000" cy="6858000"/>
          </a:xfrm>
          <a:prstGeom prst="rect">
            <a:avLst/>
          </a:prstGeom>
          <a:solidFill>
            <a:schemeClr val="tx2"/>
          </a:solidFill>
        </p:spPr>
        <p:txBody>
          <a:bodyPr anchor="ctr"/>
          <a:lstStyle>
            <a:lvl1pPr marL="0" indent="0" algn="ctr">
              <a:buNone/>
              <a:defRPr sz="3200" b="0" i="0">
                <a:latin typeface="Barlow Light" pitchFamily="2" charset="77"/>
              </a:defRPr>
            </a:lvl1pPr>
          </a:lstStyle>
          <a:p>
            <a:endParaRPr lang="en-US"/>
          </a:p>
        </p:txBody>
      </p:sp>
      <p:pic>
        <p:nvPicPr>
          <p:cNvPr id="6" name="Picture 5">
            <a:extLst>
              <a:ext uri="{FF2B5EF4-FFF2-40B4-BE49-F238E27FC236}">
                <a16:creationId xmlns:a16="http://schemas.microsoft.com/office/drawing/2014/main" id="{4DF3D4DF-B3E7-EF4E-FAAF-090FEFC10E0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178296" y="2980970"/>
            <a:ext cx="477785" cy="523264"/>
          </a:xfrm>
          <a:prstGeom prst="rect">
            <a:avLst/>
          </a:prstGeom>
        </p:spPr>
      </p:pic>
      <p:sp>
        <p:nvSpPr>
          <p:cNvPr id="16" name="Title 1">
            <a:extLst>
              <a:ext uri="{FF2B5EF4-FFF2-40B4-BE49-F238E27FC236}">
                <a16:creationId xmlns:a16="http://schemas.microsoft.com/office/drawing/2014/main" id="{C0826150-9CEC-0D74-9359-E7699D8DA119}"/>
              </a:ext>
            </a:extLst>
          </p:cNvPr>
          <p:cNvSpPr>
            <a:spLocks noGrp="1"/>
          </p:cNvSpPr>
          <p:nvPr>
            <p:ph type="title" hasCustomPrompt="1"/>
          </p:nvPr>
        </p:nvSpPr>
        <p:spPr>
          <a:xfrm>
            <a:off x="6903198" y="2813281"/>
            <a:ext cx="4347876" cy="522579"/>
          </a:xfrm>
          <a:prstGeom prst="rect">
            <a:avLst/>
          </a:prstGeom>
        </p:spPr>
        <p:txBody>
          <a:bodyPr wrap="square" anchor="b">
            <a:spAutoFit/>
          </a:bodyPr>
          <a:lstStyle>
            <a:lvl1pPr>
              <a:lnSpc>
                <a:spcPts val="3300"/>
              </a:lnSpc>
              <a:defRPr sz="3400" b="0" i="0">
                <a:solidFill>
                  <a:schemeClr val="bg1"/>
                </a:solidFill>
                <a:latin typeface="Barlow Light" pitchFamily="2" charset="77"/>
              </a:defRPr>
            </a:lvl1pPr>
          </a:lstStyle>
          <a:p>
            <a:r>
              <a:rPr lang="en-US"/>
              <a:t>Click to edit title</a:t>
            </a:r>
          </a:p>
        </p:txBody>
      </p:sp>
      <p:sp>
        <p:nvSpPr>
          <p:cNvPr id="17" name="Text Placeholder 6">
            <a:extLst>
              <a:ext uri="{FF2B5EF4-FFF2-40B4-BE49-F238E27FC236}">
                <a16:creationId xmlns:a16="http://schemas.microsoft.com/office/drawing/2014/main" id="{67103B27-4980-B6DC-6DB3-57913E52A768}"/>
              </a:ext>
            </a:extLst>
          </p:cNvPr>
          <p:cNvSpPr>
            <a:spLocks noGrp="1"/>
          </p:cNvSpPr>
          <p:nvPr>
            <p:ph type="body" sz="quarter" idx="18" hasCustomPrompt="1"/>
          </p:nvPr>
        </p:nvSpPr>
        <p:spPr>
          <a:xfrm>
            <a:off x="6903199" y="3299746"/>
            <a:ext cx="4347876" cy="861774"/>
          </a:xfrm>
          <a:prstGeom prst="rect">
            <a:avLst/>
          </a:prstGeom>
        </p:spPr>
        <p:txBody>
          <a:bodyPr wrap="square" anchor="t">
            <a:spAutoFit/>
          </a:bodyPr>
          <a:lstStyle>
            <a:lvl1pPr marL="0" indent="0">
              <a:lnSpc>
                <a:spcPts val="2000"/>
              </a:lnSpc>
              <a:buNone/>
              <a:defRPr sz="2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3216276977"/>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Right + Content Lef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0E74C4A-8942-11AB-ED44-9F98E16265AE}"/>
              </a:ext>
            </a:extLst>
          </p:cNvPr>
          <p:cNvSpPr/>
          <p:nvPr userDrawn="1"/>
        </p:nvSpPr>
        <p:spPr>
          <a:xfrm>
            <a:off x="6096000" y="-28483"/>
            <a:ext cx="6096000" cy="6886482"/>
          </a:xfrm>
          <a:prstGeom prst="rect">
            <a:avLst/>
          </a:prstGeom>
          <a:gradFill>
            <a:gsLst>
              <a:gs pos="15000">
                <a:schemeClr val="accent3"/>
              </a:gs>
              <a:gs pos="61000">
                <a:schemeClr val="accent1"/>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4" name="Freeform 3">
            <a:extLst>
              <a:ext uri="{FF2B5EF4-FFF2-40B4-BE49-F238E27FC236}">
                <a16:creationId xmlns:a16="http://schemas.microsoft.com/office/drawing/2014/main" id="{B6D739CA-7588-2953-0E37-863258E849ED}"/>
              </a:ext>
            </a:extLst>
          </p:cNvPr>
          <p:cNvSpPr/>
          <p:nvPr userDrawn="1"/>
        </p:nvSpPr>
        <p:spPr>
          <a:xfrm flipH="1">
            <a:off x="6087642"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6" name="Picture 5">
            <a:extLst>
              <a:ext uri="{FF2B5EF4-FFF2-40B4-BE49-F238E27FC236}">
                <a16:creationId xmlns:a16="http://schemas.microsoft.com/office/drawing/2014/main" id="{63A9528D-85DF-EE13-7578-7B154FDF6E1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178296" y="2980970"/>
            <a:ext cx="477785" cy="523264"/>
          </a:xfrm>
          <a:prstGeom prst="rect">
            <a:avLst/>
          </a:prstGeom>
        </p:spPr>
      </p:pic>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1012967" y="2608262"/>
            <a:ext cx="4118988" cy="1641475"/>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12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B7C99BA-EF78-A9F6-26D4-0F9777A56E5E}"/>
              </a:ext>
            </a:extLst>
          </p:cNvPr>
          <p:cNvSpPr>
            <a:spLocks noGrp="1"/>
          </p:cNvSpPr>
          <p:nvPr>
            <p:ph type="title" hasCustomPrompt="1"/>
          </p:nvPr>
        </p:nvSpPr>
        <p:spPr>
          <a:xfrm>
            <a:off x="6903198" y="2813281"/>
            <a:ext cx="4347876" cy="522579"/>
          </a:xfrm>
          <a:prstGeom prst="rect">
            <a:avLst/>
          </a:prstGeom>
        </p:spPr>
        <p:txBody>
          <a:bodyPr wrap="square" anchor="b">
            <a:spAutoFit/>
          </a:bodyPr>
          <a:lstStyle>
            <a:lvl1pPr>
              <a:lnSpc>
                <a:spcPts val="3300"/>
              </a:lnSpc>
              <a:defRPr sz="3400" b="0" i="0">
                <a:solidFill>
                  <a:schemeClr val="bg1"/>
                </a:solidFill>
                <a:latin typeface="Barlow Light" pitchFamily="2" charset="77"/>
              </a:defRPr>
            </a:lvl1pPr>
          </a:lstStyle>
          <a:p>
            <a:r>
              <a:rPr lang="en-US"/>
              <a:t>Click to edit title</a:t>
            </a:r>
          </a:p>
        </p:txBody>
      </p:sp>
      <p:sp>
        <p:nvSpPr>
          <p:cNvPr id="5" name="Text Placeholder 6">
            <a:extLst>
              <a:ext uri="{FF2B5EF4-FFF2-40B4-BE49-F238E27FC236}">
                <a16:creationId xmlns:a16="http://schemas.microsoft.com/office/drawing/2014/main" id="{2AAF3E98-CF8A-3B26-BC41-D3F12B106121}"/>
              </a:ext>
            </a:extLst>
          </p:cNvPr>
          <p:cNvSpPr>
            <a:spLocks noGrp="1"/>
          </p:cNvSpPr>
          <p:nvPr>
            <p:ph type="body" sz="quarter" idx="18" hasCustomPrompt="1"/>
          </p:nvPr>
        </p:nvSpPr>
        <p:spPr>
          <a:xfrm>
            <a:off x="6903199" y="3299746"/>
            <a:ext cx="4347876" cy="861774"/>
          </a:xfrm>
          <a:prstGeom prst="rect">
            <a:avLst/>
          </a:prstGeom>
        </p:spPr>
        <p:txBody>
          <a:bodyPr wrap="square" anchor="t">
            <a:spAutoFit/>
          </a:bodyPr>
          <a:lstStyle>
            <a:lvl1pPr marL="0" indent="0">
              <a:lnSpc>
                <a:spcPts val="2000"/>
              </a:lnSpc>
              <a:buNone/>
              <a:defRPr sz="2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2342639919"/>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4 circles above columns">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47350765-307E-6080-4116-52557143D46A}"/>
              </a:ext>
            </a:extLst>
          </p:cNvPr>
          <p:cNvSpPr>
            <a:spLocks noGrp="1" noChangeAspect="1"/>
          </p:cNvSpPr>
          <p:nvPr>
            <p:ph type="pic" sz="quarter" idx="26"/>
          </p:nvPr>
        </p:nvSpPr>
        <p:spPr>
          <a:xfrm>
            <a:off x="1044205" y="1915146"/>
            <a:ext cx="1726934" cy="1726579"/>
          </a:xfrm>
          <a:prstGeom prst="ellipse">
            <a:avLst/>
          </a:prstGeom>
          <a:gradFill flip="none" rotWithShape="1">
            <a:gsLst>
              <a:gs pos="5000">
                <a:schemeClr val="accent3"/>
              </a:gs>
              <a:gs pos="92000">
                <a:schemeClr val="accent1"/>
              </a:gs>
            </a:gsLst>
            <a:lin ang="2700000" scaled="1"/>
            <a:tileRect/>
          </a:grad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9" name="Picture Placeholder 9">
            <a:extLst>
              <a:ext uri="{FF2B5EF4-FFF2-40B4-BE49-F238E27FC236}">
                <a16:creationId xmlns:a16="http://schemas.microsoft.com/office/drawing/2014/main" id="{2EFFCA59-1F34-B4C5-C133-2D3E2377DD1F}"/>
              </a:ext>
            </a:extLst>
          </p:cNvPr>
          <p:cNvSpPr>
            <a:spLocks noGrp="1" noChangeAspect="1"/>
          </p:cNvSpPr>
          <p:nvPr>
            <p:ph type="pic" sz="quarter" idx="31"/>
          </p:nvPr>
        </p:nvSpPr>
        <p:spPr>
          <a:xfrm>
            <a:off x="3861905" y="1915146"/>
            <a:ext cx="1726934" cy="1726579"/>
          </a:xfrm>
          <a:prstGeom prst="ellipse">
            <a:avLst/>
          </a:prstGeom>
          <a:gradFill flip="none" rotWithShape="1">
            <a:gsLst>
              <a:gs pos="0">
                <a:schemeClr val="accent5"/>
              </a:gs>
              <a:gs pos="50000">
                <a:schemeClr val="accent3"/>
              </a:gs>
            </a:gsLst>
            <a:lin ang="2700000" scaled="1"/>
            <a:tileRect/>
          </a:grad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18" name="Picture Placeholder 9">
            <a:extLst>
              <a:ext uri="{FF2B5EF4-FFF2-40B4-BE49-F238E27FC236}">
                <a16:creationId xmlns:a16="http://schemas.microsoft.com/office/drawing/2014/main" id="{2FF25BEE-5F98-3A9C-B5E6-4FB10308A9E4}"/>
              </a:ext>
            </a:extLst>
          </p:cNvPr>
          <p:cNvSpPr>
            <a:spLocks noGrp="1" noChangeAspect="1"/>
          </p:cNvSpPr>
          <p:nvPr>
            <p:ph type="pic" sz="quarter" idx="32"/>
          </p:nvPr>
        </p:nvSpPr>
        <p:spPr>
          <a:xfrm>
            <a:off x="6679605" y="1915146"/>
            <a:ext cx="1726934" cy="1726579"/>
          </a:xfrm>
          <a:prstGeom prst="ellipse">
            <a:avLst/>
          </a:prstGeom>
          <a:gradFill flip="none" rotWithShape="1">
            <a:gsLst>
              <a:gs pos="0">
                <a:schemeClr val="accent1"/>
              </a:gs>
              <a:gs pos="81000">
                <a:schemeClr val="accent2"/>
              </a:gs>
            </a:gsLst>
            <a:lin ang="2700000" scaled="1"/>
            <a:tileRect/>
          </a:grad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21" name="Picture Placeholder 9">
            <a:extLst>
              <a:ext uri="{FF2B5EF4-FFF2-40B4-BE49-F238E27FC236}">
                <a16:creationId xmlns:a16="http://schemas.microsoft.com/office/drawing/2014/main" id="{33EF50A9-BFC3-81A2-651C-62CAEB5EBC05}"/>
              </a:ext>
            </a:extLst>
          </p:cNvPr>
          <p:cNvSpPr>
            <a:spLocks noGrp="1" noChangeAspect="1"/>
          </p:cNvSpPr>
          <p:nvPr>
            <p:ph type="pic" sz="quarter" idx="33"/>
          </p:nvPr>
        </p:nvSpPr>
        <p:spPr>
          <a:xfrm>
            <a:off x="9497305" y="1915146"/>
            <a:ext cx="1726934" cy="1726579"/>
          </a:xfrm>
          <a:prstGeom prst="ellipse">
            <a:avLst/>
          </a:prstGeom>
          <a:gradFill flip="none" rotWithShape="1">
            <a:gsLst>
              <a:gs pos="0">
                <a:schemeClr val="accent4"/>
              </a:gs>
              <a:gs pos="80000">
                <a:schemeClr val="accent2"/>
              </a:gs>
            </a:gsLst>
            <a:lin ang="2700000" scaled="1"/>
            <a:tileRect/>
          </a:grad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796198" y="3973639"/>
            <a:ext cx="249821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29F7E808-78C8-710E-452A-B6206FA2DD03}"/>
              </a:ext>
            </a:extLst>
          </p:cNvPr>
          <p:cNvSpPr>
            <a:spLocks noGrp="1"/>
          </p:cNvSpPr>
          <p:nvPr>
            <p:ph type="body" sz="quarter" idx="17"/>
          </p:nvPr>
        </p:nvSpPr>
        <p:spPr>
          <a:xfrm>
            <a:off x="9290974" y="3973639"/>
            <a:ext cx="249821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9DCE8244-FDCA-E820-99AD-3832A234DD9E}"/>
              </a:ext>
            </a:extLst>
          </p:cNvPr>
          <p:cNvSpPr>
            <a:spLocks noGrp="1"/>
          </p:cNvSpPr>
          <p:nvPr>
            <p:ph type="body" sz="quarter" idx="18"/>
          </p:nvPr>
        </p:nvSpPr>
        <p:spPr>
          <a:xfrm>
            <a:off x="3627790" y="3973639"/>
            <a:ext cx="249821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1" name="Text Placeholder 2">
            <a:extLst>
              <a:ext uri="{FF2B5EF4-FFF2-40B4-BE49-F238E27FC236}">
                <a16:creationId xmlns:a16="http://schemas.microsoft.com/office/drawing/2014/main" id="{DDF41259-B490-CE83-5E48-37892041F1C9}"/>
              </a:ext>
            </a:extLst>
          </p:cNvPr>
          <p:cNvSpPr>
            <a:spLocks noGrp="1"/>
          </p:cNvSpPr>
          <p:nvPr>
            <p:ph type="body" sz="quarter" idx="19"/>
          </p:nvPr>
        </p:nvSpPr>
        <p:spPr>
          <a:xfrm>
            <a:off x="6459382" y="3973639"/>
            <a:ext cx="249821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pic>
        <p:nvPicPr>
          <p:cNvPr id="19" name="Picture 18">
            <a:extLst>
              <a:ext uri="{FF2B5EF4-FFF2-40B4-BE49-F238E27FC236}">
                <a16:creationId xmlns:a16="http://schemas.microsoft.com/office/drawing/2014/main" id="{F18DBEB0-ADBE-340C-1996-3C42A0C045A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20" name="Straight Connector 19">
            <a:extLst>
              <a:ext uri="{FF2B5EF4-FFF2-40B4-BE49-F238E27FC236}">
                <a16:creationId xmlns:a16="http://schemas.microsoft.com/office/drawing/2014/main" id="{32E2C389-719F-0F47-4E29-B7D3A5ED4002}"/>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4A09A83B-48D5-EDC7-8E96-386DAB8FF30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17" name="Text Placeholder 6">
            <a:extLst>
              <a:ext uri="{FF2B5EF4-FFF2-40B4-BE49-F238E27FC236}">
                <a16:creationId xmlns:a16="http://schemas.microsoft.com/office/drawing/2014/main" id="{78627762-D3ED-2CE5-79BC-24E50B205D2F}"/>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560598688"/>
      </p:ext>
    </p:extLst>
  </p:cSld>
  <p:clrMapOvr>
    <a:masterClrMapping/>
  </p:clrMapOvr>
  <p:transition spd="med"/>
  <p:extLst>
    <p:ext uri="{DCECCB84-F9BA-43D5-87BE-67443E8EF086}">
      <p15:sldGuideLst xmlns:p15="http://schemas.microsoft.com/office/powerpoint/2012/main">
        <p15:guide id="1" pos="3840" userDrawn="1">
          <p15:clr>
            <a:srgbClr val="FBAE40"/>
          </p15:clr>
        </p15:guide>
        <p15:guide id="2" pos="7320" userDrawn="1">
          <p15:clr>
            <a:srgbClr val="FBAE40"/>
          </p15:clr>
        </p15:guide>
        <p15:guide id="3" pos="456"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 columns with circle headings">
    <p:spTree>
      <p:nvGrpSpPr>
        <p:cNvPr id="1" name=""/>
        <p:cNvGrpSpPr/>
        <p:nvPr/>
      </p:nvGrpSpPr>
      <p:grpSpPr>
        <a:xfrm>
          <a:off x="0" y="0"/>
          <a:ext cx="0" cy="0"/>
          <a:chOff x="0" y="0"/>
          <a:chExt cx="0" cy="0"/>
        </a:xfrm>
      </p:grpSpPr>
      <p:sp>
        <p:nvSpPr>
          <p:cNvPr id="31" name="Freeform 30">
            <a:extLst>
              <a:ext uri="{FF2B5EF4-FFF2-40B4-BE49-F238E27FC236}">
                <a16:creationId xmlns:a16="http://schemas.microsoft.com/office/drawing/2014/main" id="{CB881FAF-AD32-472D-53E5-05900502E454}"/>
              </a:ext>
            </a:extLst>
          </p:cNvPr>
          <p:cNvSpPr/>
          <p:nvPr userDrawn="1"/>
        </p:nvSpPr>
        <p:spPr>
          <a:xfrm>
            <a:off x="758230"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0">
                <a:schemeClr val="accent3"/>
              </a:gs>
              <a:gs pos="74000">
                <a:schemeClr val="accent1"/>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2" name="Freeform 31">
            <a:extLst>
              <a:ext uri="{FF2B5EF4-FFF2-40B4-BE49-F238E27FC236}">
                <a16:creationId xmlns:a16="http://schemas.microsoft.com/office/drawing/2014/main" id="{33C9FFFC-9D5D-99C0-5CDF-35844DCF8B02}"/>
              </a:ext>
            </a:extLst>
          </p:cNvPr>
          <p:cNvSpPr/>
          <p:nvPr userDrawn="1"/>
        </p:nvSpPr>
        <p:spPr>
          <a:xfrm>
            <a:off x="2987723"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0">
                <a:schemeClr val="accent3"/>
              </a:gs>
              <a:gs pos="74000">
                <a:schemeClr val="accent1"/>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3" name="Freeform 32">
            <a:extLst>
              <a:ext uri="{FF2B5EF4-FFF2-40B4-BE49-F238E27FC236}">
                <a16:creationId xmlns:a16="http://schemas.microsoft.com/office/drawing/2014/main" id="{815855FC-F797-2FCE-F326-5219C8A2B25D}"/>
              </a:ext>
            </a:extLst>
          </p:cNvPr>
          <p:cNvSpPr/>
          <p:nvPr userDrawn="1"/>
        </p:nvSpPr>
        <p:spPr>
          <a:xfrm>
            <a:off x="5289134"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0">
                <a:schemeClr val="accent3"/>
              </a:gs>
              <a:gs pos="74000">
                <a:schemeClr val="accent1"/>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4" name="Freeform 33">
            <a:extLst>
              <a:ext uri="{FF2B5EF4-FFF2-40B4-BE49-F238E27FC236}">
                <a16:creationId xmlns:a16="http://schemas.microsoft.com/office/drawing/2014/main" id="{AD7E3838-C201-CC59-046C-1DAF82330568}"/>
              </a:ext>
            </a:extLst>
          </p:cNvPr>
          <p:cNvSpPr/>
          <p:nvPr userDrawn="1"/>
        </p:nvSpPr>
        <p:spPr>
          <a:xfrm>
            <a:off x="7498077"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0">
                <a:schemeClr val="accent3"/>
              </a:gs>
              <a:gs pos="74000">
                <a:schemeClr val="accent1"/>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5" name="Freeform 34">
            <a:extLst>
              <a:ext uri="{FF2B5EF4-FFF2-40B4-BE49-F238E27FC236}">
                <a16:creationId xmlns:a16="http://schemas.microsoft.com/office/drawing/2014/main" id="{B13B2626-B056-98EF-34B8-D94447F5D7A3}"/>
              </a:ext>
            </a:extLst>
          </p:cNvPr>
          <p:cNvSpPr/>
          <p:nvPr userDrawn="1"/>
        </p:nvSpPr>
        <p:spPr>
          <a:xfrm>
            <a:off x="9727569"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0">
                <a:schemeClr val="accent3"/>
              </a:gs>
              <a:gs pos="74000">
                <a:schemeClr val="accent1"/>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764832"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29F7E808-78C8-710E-452A-B6206FA2DD03}"/>
              </a:ext>
            </a:extLst>
          </p:cNvPr>
          <p:cNvSpPr>
            <a:spLocks noGrp="1"/>
          </p:cNvSpPr>
          <p:nvPr>
            <p:ph type="body" sz="quarter" idx="17"/>
          </p:nvPr>
        </p:nvSpPr>
        <p:spPr>
          <a:xfrm>
            <a:off x="7499850"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9DCE8244-FDCA-E820-99AD-3832A234DD9E}"/>
              </a:ext>
            </a:extLst>
          </p:cNvPr>
          <p:cNvSpPr>
            <a:spLocks noGrp="1"/>
          </p:cNvSpPr>
          <p:nvPr>
            <p:ph type="body" sz="quarter" idx="18"/>
          </p:nvPr>
        </p:nvSpPr>
        <p:spPr>
          <a:xfrm>
            <a:off x="3009838"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1" name="Text Placeholder 2">
            <a:extLst>
              <a:ext uri="{FF2B5EF4-FFF2-40B4-BE49-F238E27FC236}">
                <a16:creationId xmlns:a16="http://schemas.microsoft.com/office/drawing/2014/main" id="{DDF41259-B490-CE83-5E48-37892041F1C9}"/>
              </a:ext>
            </a:extLst>
          </p:cNvPr>
          <p:cNvSpPr>
            <a:spLocks noGrp="1"/>
          </p:cNvSpPr>
          <p:nvPr>
            <p:ph type="body" sz="quarter" idx="19"/>
          </p:nvPr>
        </p:nvSpPr>
        <p:spPr>
          <a:xfrm>
            <a:off x="5254844"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2" name="Text Placeholder 2">
            <a:extLst>
              <a:ext uri="{FF2B5EF4-FFF2-40B4-BE49-F238E27FC236}">
                <a16:creationId xmlns:a16="http://schemas.microsoft.com/office/drawing/2014/main" id="{81A45884-7D19-9245-DFF1-9911E14451E6}"/>
              </a:ext>
            </a:extLst>
          </p:cNvPr>
          <p:cNvSpPr>
            <a:spLocks noGrp="1"/>
          </p:cNvSpPr>
          <p:nvPr>
            <p:ph type="body" sz="quarter" idx="20"/>
          </p:nvPr>
        </p:nvSpPr>
        <p:spPr>
          <a:xfrm>
            <a:off x="9744857"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pic>
        <p:nvPicPr>
          <p:cNvPr id="22" name="Picture 21">
            <a:extLst>
              <a:ext uri="{FF2B5EF4-FFF2-40B4-BE49-F238E27FC236}">
                <a16:creationId xmlns:a16="http://schemas.microsoft.com/office/drawing/2014/main" id="{471F38DC-1D8E-7394-2D8F-7BF36BF15DF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23" name="Straight Connector 22">
            <a:extLst>
              <a:ext uri="{FF2B5EF4-FFF2-40B4-BE49-F238E27FC236}">
                <a16:creationId xmlns:a16="http://schemas.microsoft.com/office/drawing/2014/main" id="{85CE233F-DE71-7F3E-2E18-3294CB98CCC0}"/>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17" name="Title 1">
            <a:extLst>
              <a:ext uri="{FF2B5EF4-FFF2-40B4-BE49-F238E27FC236}">
                <a16:creationId xmlns:a16="http://schemas.microsoft.com/office/drawing/2014/main" id="{7CEE64DD-92EB-4F02-D599-630472AE3417}"/>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18" name="Text Placeholder 6">
            <a:extLst>
              <a:ext uri="{FF2B5EF4-FFF2-40B4-BE49-F238E27FC236}">
                <a16:creationId xmlns:a16="http://schemas.microsoft.com/office/drawing/2014/main" id="{90ECC978-0301-1F59-B109-A4FF468C5D11}"/>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26" name="Picture Placeholder 9">
            <a:extLst>
              <a:ext uri="{FF2B5EF4-FFF2-40B4-BE49-F238E27FC236}">
                <a16:creationId xmlns:a16="http://schemas.microsoft.com/office/drawing/2014/main" id="{D9D29C92-0893-03E3-C263-3F343578168C}"/>
              </a:ext>
            </a:extLst>
          </p:cNvPr>
          <p:cNvSpPr>
            <a:spLocks noGrp="1" noChangeAspect="1"/>
          </p:cNvSpPr>
          <p:nvPr>
            <p:ph type="pic" sz="quarter" idx="26" hasCustomPrompt="1"/>
          </p:nvPr>
        </p:nvSpPr>
        <p:spPr>
          <a:xfrm>
            <a:off x="931710" y="1875865"/>
            <a:ext cx="1379976" cy="1379692"/>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r>
              <a:rPr lang="en-US"/>
              <a:t>Icon/text</a:t>
            </a:r>
          </a:p>
        </p:txBody>
      </p:sp>
      <p:sp>
        <p:nvSpPr>
          <p:cNvPr id="27" name="Picture Placeholder 9">
            <a:extLst>
              <a:ext uri="{FF2B5EF4-FFF2-40B4-BE49-F238E27FC236}">
                <a16:creationId xmlns:a16="http://schemas.microsoft.com/office/drawing/2014/main" id="{EA225556-9403-2A96-3DF8-CE8F2A6FD3CB}"/>
              </a:ext>
            </a:extLst>
          </p:cNvPr>
          <p:cNvSpPr>
            <a:spLocks noGrp="1" noChangeAspect="1"/>
          </p:cNvSpPr>
          <p:nvPr>
            <p:ph type="pic" sz="quarter" idx="31" hasCustomPrompt="1"/>
          </p:nvPr>
        </p:nvSpPr>
        <p:spPr>
          <a:xfrm>
            <a:off x="3161202" y="1875865"/>
            <a:ext cx="1379976" cy="1379692"/>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r>
              <a:rPr lang="en-US"/>
              <a:t>Icon/text</a:t>
            </a:r>
          </a:p>
        </p:txBody>
      </p:sp>
      <p:sp>
        <p:nvSpPr>
          <p:cNvPr id="28" name="Picture Placeholder 9">
            <a:extLst>
              <a:ext uri="{FF2B5EF4-FFF2-40B4-BE49-F238E27FC236}">
                <a16:creationId xmlns:a16="http://schemas.microsoft.com/office/drawing/2014/main" id="{48D8B9AA-1B7D-A8B1-561A-1C4DBA4FA509}"/>
              </a:ext>
            </a:extLst>
          </p:cNvPr>
          <p:cNvSpPr>
            <a:spLocks noGrp="1" noChangeAspect="1"/>
          </p:cNvSpPr>
          <p:nvPr>
            <p:ph type="pic" sz="quarter" idx="32" hasCustomPrompt="1"/>
          </p:nvPr>
        </p:nvSpPr>
        <p:spPr>
          <a:xfrm>
            <a:off x="5462613" y="1875865"/>
            <a:ext cx="1379976" cy="1379692"/>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r>
              <a:rPr lang="en-US"/>
              <a:t>Icon/text</a:t>
            </a:r>
          </a:p>
        </p:txBody>
      </p:sp>
      <p:sp>
        <p:nvSpPr>
          <p:cNvPr id="29" name="Picture Placeholder 9">
            <a:extLst>
              <a:ext uri="{FF2B5EF4-FFF2-40B4-BE49-F238E27FC236}">
                <a16:creationId xmlns:a16="http://schemas.microsoft.com/office/drawing/2014/main" id="{CA6A4CAF-DE09-0A67-B030-09B1E1A12564}"/>
              </a:ext>
            </a:extLst>
          </p:cNvPr>
          <p:cNvSpPr>
            <a:spLocks noGrp="1" noChangeAspect="1"/>
          </p:cNvSpPr>
          <p:nvPr>
            <p:ph type="pic" sz="quarter" idx="33" hasCustomPrompt="1"/>
          </p:nvPr>
        </p:nvSpPr>
        <p:spPr>
          <a:xfrm>
            <a:off x="7671557" y="1875865"/>
            <a:ext cx="1379976" cy="1379692"/>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r>
              <a:rPr lang="en-US"/>
              <a:t>Icon/text</a:t>
            </a:r>
          </a:p>
        </p:txBody>
      </p:sp>
      <p:sp>
        <p:nvSpPr>
          <p:cNvPr id="30" name="Picture Placeholder 9">
            <a:extLst>
              <a:ext uri="{FF2B5EF4-FFF2-40B4-BE49-F238E27FC236}">
                <a16:creationId xmlns:a16="http://schemas.microsoft.com/office/drawing/2014/main" id="{36F85FC0-FCF1-1A08-103C-34F04F97E245}"/>
              </a:ext>
            </a:extLst>
          </p:cNvPr>
          <p:cNvSpPr>
            <a:spLocks noGrp="1" noChangeAspect="1"/>
          </p:cNvSpPr>
          <p:nvPr>
            <p:ph type="pic" sz="quarter" idx="34" hasCustomPrompt="1"/>
          </p:nvPr>
        </p:nvSpPr>
        <p:spPr>
          <a:xfrm>
            <a:off x="9901050" y="1875865"/>
            <a:ext cx="1379976" cy="1379692"/>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r>
              <a:rPr lang="en-US"/>
              <a:t>Icon/text</a:t>
            </a:r>
          </a:p>
        </p:txBody>
      </p:sp>
    </p:spTree>
    <p:extLst>
      <p:ext uri="{BB962C8B-B14F-4D97-AF65-F5344CB8AC3E}">
        <p14:creationId xmlns:p14="http://schemas.microsoft.com/office/powerpoint/2010/main" val="369570529"/>
      </p:ext>
    </p:extLst>
  </p:cSld>
  <p:clrMapOvr>
    <a:masterClrMapping/>
  </p:clrMapOvr>
  <p:transition spd="med"/>
  <p:extLst>
    <p:ext uri="{DCECCB84-F9BA-43D5-87BE-67443E8EF086}">
      <p15:sldGuideLst xmlns:p15="http://schemas.microsoft.com/office/powerpoint/2012/main">
        <p15:guide id="1" pos="3840" userDrawn="1">
          <p15:clr>
            <a:srgbClr val="FBAE40"/>
          </p15:clr>
        </p15:guide>
        <p15:guide id="2" pos="7320" userDrawn="1">
          <p15:clr>
            <a:srgbClr val="FBAE40"/>
          </p15:clr>
        </p15:guide>
        <p15:guide id="3" pos="456"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5 columns with circle headings_PhotoOnly">
    <p:spTree>
      <p:nvGrpSpPr>
        <p:cNvPr id="1" name=""/>
        <p:cNvGrpSpPr/>
        <p:nvPr/>
      </p:nvGrpSpPr>
      <p:grpSpPr>
        <a:xfrm>
          <a:off x="0" y="0"/>
          <a:ext cx="0" cy="0"/>
          <a:chOff x="0" y="0"/>
          <a:chExt cx="0" cy="0"/>
        </a:xfrm>
      </p:grpSpPr>
      <p:sp>
        <p:nvSpPr>
          <p:cNvPr id="31" name="Freeform 30">
            <a:extLst>
              <a:ext uri="{FF2B5EF4-FFF2-40B4-BE49-F238E27FC236}">
                <a16:creationId xmlns:a16="http://schemas.microsoft.com/office/drawing/2014/main" id="{CB881FAF-AD32-472D-53E5-05900502E454}"/>
              </a:ext>
            </a:extLst>
          </p:cNvPr>
          <p:cNvSpPr/>
          <p:nvPr userDrawn="1"/>
        </p:nvSpPr>
        <p:spPr>
          <a:xfrm>
            <a:off x="758230"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0">
                <a:schemeClr val="accent3"/>
              </a:gs>
              <a:gs pos="74000">
                <a:schemeClr val="accent1"/>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2" name="Freeform 31">
            <a:extLst>
              <a:ext uri="{FF2B5EF4-FFF2-40B4-BE49-F238E27FC236}">
                <a16:creationId xmlns:a16="http://schemas.microsoft.com/office/drawing/2014/main" id="{33C9FFFC-9D5D-99C0-5CDF-35844DCF8B02}"/>
              </a:ext>
            </a:extLst>
          </p:cNvPr>
          <p:cNvSpPr/>
          <p:nvPr userDrawn="1"/>
        </p:nvSpPr>
        <p:spPr>
          <a:xfrm>
            <a:off x="2987723"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0">
                <a:schemeClr val="accent3"/>
              </a:gs>
              <a:gs pos="74000">
                <a:schemeClr val="accent1"/>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3" name="Freeform 32">
            <a:extLst>
              <a:ext uri="{FF2B5EF4-FFF2-40B4-BE49-F238E27FC236}">
                <a16:creationId xmlns:a16="http://schemas.microsoft.com/office/drawing/2014/main" id="{815855FC-F797-2FCE-F326-5219C8A2B25D}"/>
              </a:ext>
            </a:extLst>
          </p:cNvPr>
          <p:cNvSpPr/>
          <p:nvPr userDrawn="1"/>
        </p:nvSpPr>
        <p:spPr>
          <a:xfrm>
            <a:off x="5289134"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0">
                <a:schemeClr val="accent3"/>
              </a:gs>
              <a:gs pos="74000">
                <a:schemeClr val="accent1"/>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4" name="Freeform 33">
            <a:extLst>
              <a:ext uri="{FF2B5EF4-FFF2-40B4-BE49-F238E27FC236}">
                <a16:creationId xmlns:a16="http://schemas.microsoft.com/office/drawing/2014/main" id="{AD7E3838-C201-CC59-046C-1DAF82330568}"/>
              </a:ext>
            </a:extLst>
          </p:cNvPr>
          <p:cNvSpPr/>
          <p:nvPr userDrawn="1"/>
        </p:nvSpPr>
        <p:spPr>
          <a:xfrm>
            <a:off x="7498077"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0">
                <a:schemeClr val="accent3"/>
              </a:gs>
              <a:gs pos="74000">
                <a:schemeClr val="accent1"/>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5" name="Freeform 34">
            <a:extLst>
              <a:ext uri="{FF2B5EF4-FFF2-40B4-BE49-F238E27FC236}">
                <a16:creationId xmlns:a16="http://schemas.microsoft.com/office/drawing/2014/main" id="{B13B2626-B056-98EF-34B8-D94447F5D7A3}"/>
              </a:ext>
            </a:extLst>
          </p:cNvPr>
          <p:cNvSpPr/>
          <p:nvPr userDrawn="1"/>
        </p:nvSpPr>
        <p:spPr>
          <a:xfrm>
            <a:off x="9727569"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0">
                <a:schemeClr val="accent3"/>
              </a:gs>
              <a:gs pos="74000">
                <a:schemeClr val="accent1"/>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764832"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29F7E808-78C8-710E-452A-B6206FA2DD03}"/>
              </a:ext>
            </a:extLst>
          </p:cNvPr>
          <p:cNvSpPr>
            <a:spLocks noGrp="1"/>
          </p:cNvSpPr>
          <p:nvPr>
            <p:ph type="body" sz="quarter" idx="17"/>
          </p:nvPr>
        </p:nvSpPr>
        <p:spPr>
          <a:xfrm>
            <a:off x="7499850"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9DCE8244-FDCA-E820-99AD-3832A234DD9E}"/>
              </a:ext>
            </a:extLst>
          </p:cNvPr>
          <p:cNvSpPr>
            <a:spLocks noGrp="1"/>
          </p:cNvSpPr>
          <p:nvPr>
            <p:ph type="body" sz="quarter" idx="18"/>
          </p:nvPr>
        </p:nvSpPr>
        <p:spPr>
          <a:xfrm>
            <a:off x="3009838"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1" name="Text Placeholder 2">
            <a:extLst>
              <a:ext uri="{FF2B5EF4-FFF2-40B4-BE49-F238E27FC236}">
                <a16:creationId xmlns:a16="http://schemas.microsoft.com/office/drawing/2014/main" id="{DDF41259-B490-CE83-5E48-37892041F1C9}"/>
              </a:ext>
            </a:extLst>
          </p:cNvPr>
          <p:cNvSpPr>
            <a:spLocks noGrp="1"/>
          </p:cNvSpPr>
          <p:nvPr>
            <p:ph type="body" sz="quarter" idx="19"/>
          </p:nvPr>
        </p:nvSpPr>
        <p:spPr>
          <a:xfrm>
            <a:off x="5254844"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2" name="Text Placeholder 2">
            <a:extLst>
              <a:ext uri="{FF2B5EF4-FFF2-40B4-BE49-F238E27FC236}">
                <a16:creationId xmlns:a16="http://schemas.microsoft.com/office/drawing/2014/main" id="{81A45884-7D19-9245-DFF1-9911E14451E6}"/>
              </a:ext>
            </a:extLst>
          </p:cNvPr>
          <p:cNvSpPr>
            <a:spLocks noGrp="1"/>
          </p:cNvSpPr>
          <p:nvPr>
            <p:ph type="body" sz="quarter" idx="20"/>
          </p:nvPr>
        </p:nvSpPr>
        <p:spPr>
          <a:xfrm>
            <a:off x="9744857"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pic>
        <p:nvPicPr>
          <p:cNvPr id="22" name="Picture 21">
            <a:extLst>
              <a:ext uri="{FF2B5EF4-FFF2-40B4-BE49-F238E27FC236}">
                <a16:creationId xmlns:a16="http://schemas.microsoft.com/office/drawing/2014/main" id="{471F38DC-1D8E-7394-2D8F-7BF36BF15DF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23" name="Straight Connector 22">
            <a:extLst>
              <a:ext uri="{FF2B5EF4-FFF2-40B4-BE49-F238E27FC236}">
                <a16:creationId xmlns:a16="http://schemas.microsoft.com/office/drawing/2014/main" id="{85CE233F-DE71-7F3E-2E18-3294CB98CCC0}"/>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17" name="Title 1">
            <a:extLst>
              <a:ext uri="{FF2B5EF4-FFF2-40B4-BE49-F238E27FC236}">
                <a16:creationId xmlns:a16="http://schemas.microsoft.com/office/drawing/2014/main" id="{7CEE64DD-92EB-4F02-D599-630472AE3417}"/>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18" name="Text Placeholder 6">
            <a:extLst>
              <a:ext uri="{FF2B5EF4-FFF2-40B4-BE49-F238E27FC236}">
                <a16:creationId xmlns:a16="http://schemas.microsoft.com/office/drawing/2014/main" id="{90ECC978-0301-1F59-B109-A4FF468C5D11}"/>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26" name="Picture Placeholder 9">
            <a:extLst>
              <a:ext uri="{FF2B5EF4-FFF2-40B4-BE49-F238E27FC236}">
                <a16:creationId xmlns:a16="http://schemas.microsoft.com/office/drawing/2014/main" id="{D9D29C92-0893-03E3-C263-3F343578168C}"/>
              </a:ext>
            </a:extLst>
          </p:cNvPr>
          <p:cNvSpPr>
            <a:spLocks noGrp="1" noChangeAspect="1"/>
          </p:cNvSpPr>
          <p:nvPr>
            <p:ph type="pic" sz="quarter" idx="26"/>
          </p:nvPr>
        </p:nvSpPr>
        <p:spPr>
          <a:xfrm>
            <a:off x="758228" y="1702419"/>
            <a:ext cx="1726940" cy="1726584"/>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27" name="Picture Placeholder 9">
            <a:extLst>
              <a:ext uri="{FF2B5EF4-FFF2-40B4-BE49-F238E27FC236}">
                <a16:creationId xmlns:a16="http://schemas.microsoft.com/office/drawing/2014/main" id="{EA225556-9403-2A96-3DF8-CE8F2A6FD3CB}"/>
              </a:ext>
            </a:extLst>
          </p:cNvPr>
          <p:cNvSpPr>
            <a:spLocks noGrp="1" noChangeAspect="1"/>
          </p:cNvSpPr>
          <p:nvPr>
            <p:ph type="pic" sz="quarter" idx="31"/>
          </p:nvPr>
        </p:nvSpPr>
        <p:spPr>
          <a:xfrm>
            <a:off x="2987723" y="1702422"/>
            <a:ext cx="1726934" cy="1726578"/>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28" name="Picture Placeholder 9">
            <a:extLst>
              <a:ext uri="{FF2B5EF4-FFF2-40B4-BE49-F238E27FC236}">
                <a16:creationId xmlns:a16="http://schemas.microsoft.com/office/drawing/2014/main" id="{48D8B9AA-1B7D-A8B1-561A-1C4DBA4FA509}"/>
              </a:ext>
            </a:extLst>
          </p:cNvPr>
          <p:cNvSpPr>
            <a:spLocks noGrp="1" noChangeAspect="1"/>
          </p:cNvSpPr>
          <p:nvPr>
            <p:ph type="pic" sz="quarter" idx="32"/>
          </p:nvPr>
        </p:nvSpPr>
        <p:spPr>
          <a:xfrm>
            <a:off x="5289137" y="1702425"/>
            <a:ext cx="1726928" cy="1726572"/>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29" name="Picture Placeholder 9">
            <a:extLst>
              <a:ext uri="{FF2B5EF4-FFF2-40B4-BE49-F238E27FC236}">
                <a16:creationId xmlns:a16="http://schemas.microsoft.com/office/drawing/2014/main" id="{CA6A4CAF-DE09-0A67-B030-09B1E1A12564}"/>
              </a:ext>
            </a:extLst>
          </p:cNvPr>
          <p:cNvSpPr>
            <a:spLocks noGrp="1" noChangeAspect="1"/>
          </p:cNvSpPr>
          <p:nvPr>
            <p:ph type="pic" sz="quarter" idx="33"/>
          </p:nvPr>
        </p:nvSpPr>
        <p:spPr>
          <a:xfrm>
            <a:off x="7498103" y="1702447"/>
            <a:ext cx="1726884" cy="1726528"/>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30" name="Picture Placeholder 9">
            <a:extLst>
              <a:ext uri="{FF2B5EF4-FFF2-40B4-BE49-F238E27FC236}">
                <a16:creationId xmlns:a16="http://schemas.microsoft.com/office/drawing/2014/main" id="{36F85FC0-FCF1-1A08-103C-34F04F97E245}"/>
              </a:ext>
            </a:extLst>
          </p:cNvPr>
          <p:cNvSpPr>
            <a:spLocks noGrp="1" noChangeAspect="1"/>
          </p:cNvSpPr>
          <p:nvPr>
            <p:ph type="pic" sz="quarter" idx="34"/>
          </p:nvPr>
        </p:nvSpPr>
        <p:spPr>
          <a:xfrm>
            <a:off x="9727573" y="1702424"/>
            <a:ext cx="1726930" cy="1726574"/>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Tree>
    <p:extLst>
      <p:ext uri="{BB962C8B-B14F-4D97-AF65-F5344CB8AC3E}">
        <p14:creationId xmlns:p14="http://schemas.microsoft.com/office/powerpoint/2010/main" val="3246695828"/>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5 columns with circle headings - color  - Icon or text placeholder">
    <p:spTree>
      <p:nvGrpSpPr>
        <p:cNvPr id="1" name=""/>
        <p:cNvGrpSpPr/>
        <p:nvPr/>
      </p:nvGrpSpPr>
      <p:grpSpPr>
        <a:xfrm>
          <a:off x="0" y="0"/>
          <a:ext cx="0" cy="0"/>
          <a:chOff x="0" y="0"/>
          <a:chExt cx="0" cy="0"/>
        </a:xfrm>
      </p:grpSpPr>
      <p:sp>
        <p:nvSpPr>
          <p:cNvPr id="26" name="Freeform 25">
            <a:extLst>
              <a:ext uri="{FF2B5EF4-FFF2-40B4-BE49-F238E27FC236}">
                <a16:creationId xmlns:a16="http://schemas.microsoft.com/office/drawing/2014/main" id="{4537E211-E201-8F28-249F-CC4D097193F2}"/>
              </a:ext>
            </a:extLst>
          </p:cNvPr>
          <p:cNvSpPr/>
          <p:nvPr userDrawn="1"/>
        </p:nvSpPr>
        <p:spPr>
          <a:xfrm>
            <a:off x="758230"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0">
                <a:schemeClr val="accent3"/>
              </a:gs>
              <a:gs pos="74000">
                <a:schemeClr val="accent1"/>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2" name="Freeform 31">
            <a:extLst>
              <a:ext uri="{FF2B5EF4-FFF2-40B4-BE49-F238E27FC236}">
                <a16:creationId xmlns:a16="http://schemas.microsoft.com/office/drawing/2014/main" id="{A221E078-88CC-45BA-0ED0-1B6DC34D51B0}"/>
              </a:ext>
            </a:extLst>
          </p:cNvPr>
          <p:cNvSpPr/>
          <p:nvPr userDrawn="1"/>
        </p:nvSpPr>
        <p:spPr>
          <a:xfrm>
            <a:off x="2987722"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0">
                <a:schemeClr val="accent5"/>
              </a:gs>
              <a:gs pos="50000">
                <a:schemeClr val="accent3"/>
              </a:gs>
            </a:gsLst>
            <a:lin ang="2700000" scaled="1"/>
            <a:tileRect/>
          </a:gradFill>
          <a:ln w="19050" cap="flat">
            <a:noFill/>
            <a:prstDash val="solid"/>
            <a:miter/>
          </a:ln>
          <a:effectLst/>
        </p:spPr>
        <p:txBody>
          <a:bodyPr wrap="square" rtlCol="0" anchor="ctr">
            <a:noAutofit/>
          </a:bodyPr>
          <a:lstStyle/>
          <a:p>
            <a:pPr lvl="0" indent="0" algn="ctr" fontAlgn="base">
              <a:lnSpc>
                <a:spcPct val="100000"/>
              </a:lnSpc>
              <a:spcBef>
                <a:spcPts val="0"/>
              </a:spcBef>
              <a:spcAft>
                <a:spcPts val="800"/>
              </a:spcAft>
              <a:buClr>
                <a:srgbClr val="BB2332"/>
              </a:buClr>
              <a:buFont typeface="Wingdings" charset="2"/>
              <a:buNone/>
            </a:pPr>
            <a:endParaRPr lang="en-US" sz="1400" b="0" i="0">
              <a:solidFill>
                <a:schemeClr val="bg1"/>
              </a:solidFill>
              <a:latin typeface="Barlow Light" pitchFamily="2" charset="77"/>
            </a:endParaRPr>
          </a:p>
        </p:txBody>
      </p:sp>
      <p:sp>
        <p:nvSpPr>
          <p:cNvPr id="34" name="Freeform 33">
            <a:extLst>
              <a:ext uri="{FF2B5EF4-FFF2-40B4-BE49-F238E27FC236}">
                <a16:creationId xmlns:a16="http://schemas.microsoft.com/office/drawing/2014/main" id="{B7443BA5-9646-81DE-BFC8-F86DB2486DC0}"/>
              </a:ext>
            </a:extLst>
          </p:cNvPr>
          <p:cNvSpPr/>
          <p:nvPr userDrawn="1"/>
        </p:nvSpPr>
        <p:spPr>
          <a:xfrm>
            <a:off x="5289133"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0">
                <a:schemeClr val="accent1"/>
              </a:gs>
              <a:gs pos="81000">
                <a:schemeClr val="accent2"/>
              </a:gs>
            </a:gsLst>
            <a:lin ang="2700000" scaled="1"/>
            <a:tileRect/>
          </a:gradFill>
          <a:ln w="19050" cap="flat">
            <a:noFill/>
            <a:prstDash val="solid"/>
            <a:miter/>
          </a:ln>
          <a:effectLst/>
        </p:spPr>
        <p:txBody>
          <a:bodyPr wrap="square" rtlCol="0" anchor="ctr">
            <a:noAutofit/>
          </a:bodyPr>
          <a:lstStyle/>
          <a:p>
            <a:pPr lvl="0" indent="0" algn="ctr" fontAlgn="base">
              <a:lnSpc>
                <a:spcPct val="100000"/>
              </a:lnSpc>
              <a:spcBef>
                <a:spcPts val="0"/>
              </a:spcBef>
              <a:spcAft>
                <a:spcPts val="800"/>
              </a:spcAft>
              <a:buClr>
                <a:srgbClr val="BB2332"/>
              </a:buClr>
              <a:buFont typeface="Wingdings" charset="2"/>
              <a:buNone/>
            </a:pPr>
            <a:endParaRPr lang="en-US" sz="1400" b="0" i="0">
              <a:solidFill>
                <a:schemeClr val="bg1"/>
              </a:solidFill>
              <a:latin typeface="Barlow Light" pitchFamily="2" charset="77"/>
            </a:endParaRPr>
          </a:p>
        </p:txBody>
      </p:sp>
      <p:sp>
        <p:nvSpPr>
          <p:cNvPr id="36" name="Freeform 35">
            <a:extLst>
              <a:ext uri="{FF2B5EF4-FFF2-40B4-BE49-F238E27FC236}">
                <a16:creationId xmlns:a16="http://schemas.microsoft.com/office/drawing/2014/main" id="{BEF2D53A-DA17-9D4D-5DCA-B7CEEB3BFE9E}"/>
              </a:ext>
            </a:extLst>
          </p:cNvPr>
          <p:cNvSpPr/>
          <p:nvPr userDrawn="1"/>
        </p:nvSpPr>
        <p:spPr>
          <a:xfrm>
            <a:off x="7498077"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0">
                <a:schemeClr val="accent4"/>
              </a:gs>
              <a:gs pos="80000">
                <a:schemeClr val="accent2"/>
              </a:gs>
            </a:gsLst>
            <a:lin ang="2700000" scaled="1"/>
            <a:tileRect/>
          </a:gradFill>
          <a:ln w="19050" cap="flat">
            <a:noFill/>
            <a:prstDash val="solid"/>
            <a:miter/>
          </a:ln>
          <a:effectLst/>
        </p:spPr>
        <p:txBody>
          <a:bodyPr wrap="square" rtlCol="0" anchor="ctr">
            <a:noAutofit/>
          </a:bodyPr>
          <a:lstStyle/>
          <a:p>
            <a:pPr lvl="0" indent="0" algn="ctr" fontAlgn="base">
              <a:lnSpc>
                <a:spcPct val="100000"/>
              </a:lnSpc>
              <a:spcBef>
                <a:spcPts val="0"/>
              </a:spcBef>
              <a:spcAft>
                <a:spcPts val="800"/>
              </a:spcAft>
              <a:buClr>
                <a:srgbClr val="BB2332"/>
              </a:buClr>
              <a:buFont typeface="Wingdings" charset="2"/>
              <a:buNone/>
            </a:pPr>
            <a:endParaRPr lang="en-US" sz="1400" b="0" i="0">
              <a:solidFill>
                <a:schemeClr val="bg1"/>
              </a:solidFill>
              <a:latin typeface="Barlow Light" pitchFamily="2" charset="77"/>
            </a:endParaRPr>
          </a:p>
        </p:txBody>
      </p:sp>
      <p:sp>
        <p:nvSpPr>
          <p:cNvPr id="38" name="Freeform 37">
            <a:extLst>
              <a:ext uri="{FF2B5EF4-FFF2-40B4-BE49-F238E27FC236}">
                <a16:creationId xmlns:a16="http://schemas.microsoft.com/office/drawing/2014/main" id="{2AB613D1-5B75-7E72-1A68-5C963681482D}"/>
              </a:ext>
            </a:extLst>
          </p:cNvPr>
          <p:cNvSpPr/>
          <p:nvPr userDrawn="1"/>
        </p:nvSpPr>
        <p:spPr>
          <a:xfrm>
            <a:off x="9727571" y="1702420"/>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8000">
                <a:schemeClr val="accent4"/>
              </a:gs>
              <a:gs pos="81000">
                <a:schemeClr val="accent6"/>
              </a:gs>
            </a:gsLst>
            <a:lin ang="2700000" scaled="1"/>
            <a:tileRect/>
          </a:gradFill>
          <a:ln w="19050" cap="flat">
            <a:noFill/>
            <a:prstDash val="solid"/>
            <a:miter/>
          </a:ln>
          <a:effectLst/>
        </p:spPr>
        <p:txBody>
          <a:bodyPr wrap="square" rtlCol="0" anchor="ctr">
            <a:noAutofit/>
          </a:bodyPr>
          <a:lstStyle/>
          <a:p>
            <a:pPr lvl="0" indent="0" algn="ctr" fontAlgn="base">
              <a:lnSpc>
                <a:spcPct val="100000"/>
              </a:lnSpc>
              <a:spcBef>
                <a:spcPts val="0"/>
              </a:spcBef>
              <a:spcAft>
                <a:spcPts val="800"/>
              </a:spcAft>
              <a:buClr>
                <a:srgbClr val="BB2332"/>
              </a:buClr>
              <a:buFont typeface="Wingdings" charset="2"/>
              <a:buNone/>
            </a:pPr>
            <a:endParaRPr lang="en-US" sz="1400" b="0" i="0">
              <a:solidFill>
                <a:schemeClr val="bg1"/>
              </a:solidFill>
              <a:latin typeface="Barlow Light" pitchFamily="2" charset="77"/>
            </a:endParaRPr>
          </a:p>
        </p:txBody>
      </p:sp>
      <p:sp>
        <p:nvSpPr>
          <p:cNvPr id="8" name="Picture Placeholder 9">
            <a:extLst>
              <a:ext uri="{FF2B5EF4-FFF2-40B4-BE49-F238E27FC236}">
                <a16:creationId xmlns:a16="http://schemas.microsoft.com/office/drawing/2014/main" id="{50EFB8FE-1968-DC82-3F14-021E6C481B27}"/>
              </a:ext>
            </a:extLst>
          </p:cNvPr>
          <p:cNvSpPr>
            <a:spLocks noGrp="1" noChangeAspect="1"/>
          </p:cNvSpPr>
          <p:nvPr>
            <p:ph type="pic" sz="quarter" idx="26" hasCustomPrompt="1"/>
          </p:nvPr>
        </p:nvSpPr>
        <p:spPr>
          <a:xfrm>
            <a:off x="933347" y="1877500"/>
            <a:ext cx="1378340" cy="13780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r>
              <a:rPr lang="en-US"/>
              <a:t>Icon/text</a:t>
            </a:r>
          </a:p>
        </p:txBody>
      </p:sp>
      <p:sp>
        <p:nvSpPr>
          <p:cNvPr id="2" name="Picture Placeholder 9">
            <a:extLst>
              <a:ext uri="{FF2B5EF4-FFF2-40B4-BE49-F238E27FC236}">
                <a16:creationId xmlns:a16="http://schemas.microsoft.com/office/drawing/2014/main" id="{5816E1E1-3EA0-1319-549A-4232A0BC6E5C}"/>
              </a:ext>
            </a:extLst>
          </p:cNvPr>
          <p:cNvSpPr>
            <a:spLocks noGrp="1" noChangeAspect="1"/>
          </p:cNvSpPr>
          <p:nvPr>
            <p:ph type="pic" sz="quarter" idx="31" hasCustomPrompt="1"/>
          </p:nvPr>
        </p:nvSpPr>
        <p:spPr>
          <a:xfrm>
            <a:off x="3162839" y="1877500"/>
            <a:ext cx="1378340" cy="13780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marR="0" lvl="0" indent="0" algn="ctr" defTabSz="609494" rtl="0" eaLnBrk="1" fontAlgn="base" latinLnBrk="0" hangingPunct="1">
              <a:lnSpc>
                <a:spcPct val="100000"/>
              </a:lnSpc>
              <a:spcBef>
                <a:spcPts val="0"/>
              </a:spcBef>
              <a:spcAft>
                <a:spcPts val="800"/>
              </a:spcAft>
              <a:buClr>
                <a:srgbClr val="BB2332"/>
              </a:buClr>
              <a:buSzTx/>
              <a:buFont typeface="Wingdings" charset="2"/>
              <a:buNone/>
              <a:tabLst/>
              <a:defRPr/>
            </a:pPr>
            <a:r>
              <a:rPr lang="en-US"/>
              <a:t>Icon/text</a:t>
            </a:r>
          </a:p>
        </p:txBody>
      </p:sp>
      <p:sp>
        <p:nvSpPr>
          <p:cNvPr id="4" name="Picture Placeholder 9">
            <a:extLst>
              <a:ext uri="{FF2B5EF4-FFF2-40B4-BE49-F238E27FC236}">
                <a16:creationId xmlns:a16="http://schemas.microsoft.com/office/drawing/2014/main" id="{27C616F5-A6E6-29C5-9C29-640A923FA896}"/>
              </a:ext>
            </a:extLst>
          </p:cNvPr>
          <p:cNvSpPr>
            <a:spLocks noGrp="1" noChangeAspect="1"/>
          </p:cNvSpPr>
          <p:nvPr>
            <p:ph type="pic" sz="quarter" idx="32" hasCustomPrompt="1"/>
          </p:nvPr>
        </p:nvSpPr>
        <p:spPr>
          <a:xfrm>
            <a:off x="5464250" y="1877500"/>
            <a:ext cx="1378340" cy="13780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marR="0" lvl="0" indent="0" algn="ctr" defTabSz="609494" rtl="0" eaLnBrk="1" fontAlgn="base" latinLnBrk="0" hangingPunct="1">
              <a:lnSpc>
                <a:spcPct val="100000"/>
              </a:lnSpc>
              <a:spcBef>
                <a:spcPts val="0"/>
              </a:spcBef>
              <a:spcAft>
                <a:spcPts val="800"/>
              </a:spcAft>
              <a:buClr>
                <a:srgbClr val="BB2332"/>
              </a:buClr>
              <a:buSzTx/>
              <a:buFont typeface="Wingdings" charset="2"/>
              <a:buNone/>
              <a:tabLst/>
              <a:defRPr/>
            </a:pPr>
            <a:r>
              <a:rPr lang="en-US"/>
              <a:t>Icon/text</a:t>
            </a:r>
          </a:p>
        </p:txBody>
      </p:sp>
      <p:sp>
        <p:nvSpPr>
          <p:cNvPr id="5" name="Picture Placeholder 9">
            <a:extLst>
              <a:ext uri="{FF2B5EF4-FFF2-40B4-BE49-F238E27FC236}">
                <a16:creationId xmlns:a16="http://schemas.microsoft.com/office/drawing/2014/main" id="{F2B68F49-EB24-FFE0-F7D7-FA476D8C2D71}"/>
              </a:ext>
            </a:extLst>
          </p:cNvPr>
          <p:cNvSpPr>
            <a:spLocks noGrp="1" noChangeAspect="1"/>
          </p:cNvSpPr>
          <p:nvPr>
            <p:ph type="pic" sz="quarter" idx="33" hasCustomPrompt="1"/>
          </p:nvPr>
        </p:nvSpPr>
        <p:spPr>
          <a:xfrm>
            <a:off x="7673194" y="1877500"/>
            <a:ext cx="1378340" cy="13780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marR="0" lvl="0" indent="0" algn="ctr" defTabSz="609494" rtl="0" eaLnBrk="1" fontAlgn="base" latinLnBrk="0" hangingPunct="1">
              <a:lnSpc>
                <a:spcPct val="100000"/>
              </a:lnSpc>
              <a:spcBef>
                <a:spcPts val="0"/>
              </a:spcBef>
              <a:spcAft>
                <a:spcPts val="800"/>
              </a:spcAft>
              <a:buClr>
                <a:srgbClr val="BB2332"/>
              </a:buClr>
              <a:buSzTx/>
              <a:buFont typeface="Wingdings" charset="2"/>
              <a:buNone/>
              <a:tabLst/>
              <a:defRPr/>
            </a:pPr>
            <a:r>
              <a:rPr lang="en-US"/>
              <a:t>Icon/text</a:t>
            </a:r>
          </a:p>
        </p:txBody>
      </p:sp>
      <p:sp>
        <p:nvSpPr>
          <p:cNvPr id="6" name="Picture Placeholder 9">
            <a:extLst>
              <a:ext uri="{FF2B5EF4-FFF2-40B4-BE49-F238E27FC236}">
                <a16:creationId xmlns:a16="http://schemas.microsoft.com/office/drawing/2014/main" id="{BDC6DB69-233D-3820-9DDE-A5CD0BF4E9EA}"/>
              </a:ext>
            </a:extLst>
          </p:cNvPr>
          <p:cNvSpPr>
            <a:spLocks noGrp="1" noChangeAspect="1"/>
          </p:cNvSpPr>
          <p:nvPr>
            <p:ph type="pic" sz="quarter" idx="34" hasCustomPrompt="1"/>
          </p:nvPr>
        </p:nvSpPr>
        <p:spPr>
          <a:xfrm>
            <a:off x="9902687" y="1877500"/>
            <a:ext cx="1378340" cy="13780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marR="0" lvl="0" indent="0" algn="ctr" defTabSz="609494" rtl="0" eaLnBrk="1" fontAlgn="base" latinLnBrk="0" hangingPunct="1">
              <a:lnSpc>
                <a:spcPct val="100000"/>
              </a:lnSpc>
              <a:spcBef>
                <a:spcPts val="0"/>
              </a:spcBef>
              <a:spcAft>
                <a:spcPts val="800"/>
              </a:spcAft>
              <a:buClr>
                <a:srgbClr val="BB2332"/>
              </a:buClr>
              <a:buSzTx/>
              <a:buFont typeface="Wingdings" charset="2"/>
              <a:buNone/>
              <a:tabLst/>
              <a:defRPr/>
            </a:pPr>
            <a:r>
              <a:rPr lang="en-US"/>
              <a:t>Icon/text</a:t>
            </a: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764832" y="36942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29F7E808-78C8-710E-452A-B6206FA2DD03}"/>
              </a:ext>
            </a:extLst>
          </p:cNvPr>
          <p:cNvSpPr>
            <a:spLocks noGrp="1"/>
          </p:cNvSpPr>
          <p:nvPr>
            <p:ph type="body" sz="quarter" idx="17"/>
          </p:nvPr>
        </p:nvSpPr>
        <p:spPr>
          <a:xfrm>
            <a:off x="7499850" y="36942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9DCE8244-FDCA-E820-99AD-3832A234DD9E}"/>
              </a:ext>
            </a:extLst>
          </p:cNvPr>
          <p:cNvSpPr>
            <a:spLocks noGrp="1"/>
          </p:cNvSpPr>
          <p:nvPr>
            <p:ph type="body" sz="quarter" idx="18"/>
          </p:nvPr>
        </p:nvSpPr>
        <p:spPr>
          <a:xfrm>
            <a:off x="3009838" y="36942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1" name="Text Placeholder 2">
            <a:extLst>
              <a:ext uri="{FF2B5EF4-FFF2-40B4-BE49-F238E27FC236}">
                <a16:creationId xmlns:a16="http://schemas.microsoft.com/office/drawing/2014/main" id="{DDF41259-B490-CE83-5E48-37892041F1C9}"/>
              </a:ext>
            </a:extLst>
          </p:cNvPr>
          <p:cNvSpPr>
            <a:spLocks noGrp="1"/>
          </p:cNvSpPr>
          <p:nvPr>
            <p:ph type="body" sz="quarter" idx="19"/>
          </p:nvPr>
        </p:nvSpPr>
        <p:spPr>
          <a:xfrm>
            <a:off x="5254844" y="36942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2" name="Text Placeholder 2">
            <a:extLst>
              <a:ext uri="{FF2B5EF4-FFF2-40B4-BE49-F238E27FC236}">
                <a16:creationId xmlns:a16="http://schemas.microsoft.com/office/drawing/2014/main" id="{81A45884-7D19-9245-DFF1-9911E14451E6}"/>
              </a:ext>
            </a:extLst>
          </p:cNvPr>
          <p:cNvSpPr>
            <a:spLocks noGrp="1"/>
          </p:cNvSpPr>
          <p:nvPr>
            <p:ph type="body" sz="quarter" idx="20"/>
          </p:nvPr>
        </p:nvSpPr>
        <p:spPr>
          <a:xfrm>
            <a:off x="9744857" y="36942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pic>
        <p:nvPicPr>
          <p:cNvPr id="16" name="Picture 15">
            <a:extLst>
              <a:ext uri="{FF2B5EF4-FFF2-40B4-BE49-F238E27FC236}">
                <a16:creationId xmlns:a16="http://schemas.microsoft.com/office/drawing/2014/main" id="{1EB717E3-58BA-F680-CF91-152C83656AB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17" name="Straight Connector 16">
            <a:extLst>
              <a:ext uri="{FF2B5EF4-FFF2-40B4-BE49-F238E27FC236}">
                <a16:creationId xmlns:a16="http://schemas.microsoft.com/office/drawing/2014/main" id="{4A7C9A88-7775-FE3A-51FD-6D00F12780C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1" name="Title 1">
            <a:extLst>
              <a:ext uri="{FF2B5EF4-FFF2-40B4-BE49-F238E27FC236}">
                <a16:creationId xmlns:a16="http://schemas.microsoft.com/office/drawing/2014/main" id="{F9EB36F2-1161-A738-D553-CE1509962418}"/>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22" name="Text Placeholder 6">
            <a:extLst>
              <a:ext uri="{FF2B5EF4-FFF2-40B4-BE49-F238E27FC236}">
                <a16:creationId xmlns:a16="http://schemas.microsoft.com/office/drawing/2014/main" id="{8ADB34DB-87E4-EB79-20EE-DC41DCB77BC9}"/>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232599148"/>
      </p:ext>
    </p:extLst>
  </p:cSld>
  <p:clrMapOvr>
    <a:masterClrMapping/>
  </p:clrMapOvr>
  <p:transition spd="med"/>
  <p:extLst>
    <p:ext uri="{DCECCB84-F9BA-43D5-87BE-67443E8EF086}">
      <p15:sldGuideLst xmlns:p15="http://schemas.microsoft.com/office/powerpoint/2012/main">
        <p15:guide id="1" pos="3840" userDrawn="1">
          <p15:clr>
            <a:srgbClr val="FBAE40"/>
          </p15:clr>
        </p15:guide>
        <p15:guide id="2" pos="7320" userDrawn="1">
          <p15:clr>
            <a:srgbClr val="FBAE40"/>
          </p15:clr>
        </p15:guide>
        <p15:guide id="3" pos="456"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ggered circles 5">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1199C1C8-FAD5-E254-1BDD-ED4BFE4BB3ED}"/>
              </a:ext>
            </a:extLst>
          </p:cNvPr>
          <p:cNvSpPr/>
          <p:nvPr userDrawn="1"/>
        </p:nvSpPr>
        <p:spPr>
          <a:xfrm>
            <a:off x="528154" y="3123777"/>
            <a:ext cx="2024618" cy="2024618"/>
          </a:xfrm>
          <a:prstGeom prst="ellipse">
            <a:avLst/>
          </a:prstGeom>
          <a:gradFill flip="none" rotWithShape="1">
            <a:gsLst>
              <a:gs pos="0">
                <a:schemeClr val="accent3"/>
              </a:gs>
              <a:gs pos="82000">
                <a:schemeClr val="accent1"/>
              </a:gs>
            </a:gsLst>
            <a:lin ang="2700000" scaled="1"/>
            <a:tileRect/>
          </a:gradFill>
          <a:ln w="19050" cap="flat">
            <a:noFill/>
            <a:prstDash val="solid"/>
            <a:miter/>
          </a:ln>
          <a:effectLst/>
        </p:spPr>
        <p:txBody>
          <a:bodyPr rtlCol="0" anchor="ctr"/>
          <a:lstStyle/>
          <a:p>
            <a:pPr algn="l"/>
            <a:endParaRPr lang="en-US" b="0" i="0">
              <a:latin typeface="Barlow Light" pitchFamily="2" charset="77"/>
            </a:endParaRPr>
          </a:p>
        </p:txBody>
      </p:sp>
      <p:sp>
        <p:nvSpPr>
          <p:cNvPr id="6" name="Oval 5">
            <a:extLst>
              <a:ext uri="{FF2B5EF4-FFF2-40B4-BE49-F238E27FC236}">
                <a16:creationId xmlns:a16="http://schemas.microsoft.com/office/drawing/2014/main" id="{26A9F880-BB8C-DAE4-5BEF-86ACF721E99B}"/>
              </a:ext>
            </a:extLst>
          </p:cNvPr>
          <p:cNvSpPr/>
          <p:nvPr userDrawn="1"/>
        </p:nvSpPr>
        <p:spPr>
          <a:xfrm>
            <a:off x="2911750" y="1940328"/>
            <a:ext cx="2010768" cy="2010768"/>
          </a:xfrm>
          <a:prstGeom prst="ellipse">
            <a:avLst/>
          </a:prstGeom>
          <a:gradFill flip="none" rotWithShape="1">
            <a:gsLst>
              <a:gs pos="0">
                <a:schemeClr val="accent3"/>
              </a:gs>
              <a:gs pos="82000">
                <a:schemeClr val="accent1"/>
              </a:gs>
            </a:gsLst>
            <a:lin ang="2700000" scaled="1"/>
            <a:tileRect/>
          </a:gradFill>
          <a:ln w="19050" cap="flat">
            <a:noFill/>
            <a:prstDash val="solid"/>
            <a:miter/>
          </a:ln>
          <a:effectLst/>
        </p:spPr>
        <p:txBody>
          <a:bodyPr rtlCol="0" anchor="ctr"/>
          <a:lstStyle/>
          <a:p>
            <a:pPr lvl="0"/>
            <a:endParaRPr lang="en-US" b="0" i="0">
              <a:latin typeface="Barlow Light" pitchFamily="2" charset="77"/>
            </a:endParaRPr>
          </a:p>
        </p:txBody>
      </p:sp>
      <p:sp>
        <p:nvSpPr>
          <p:cNvPr id="13" name="Oval 12">
            <a:extLst>
              <a:ext uri="{FF2B5EF4-FFF2-40B4-BE49-F238E27FC236}">
                <a16:creationId xmlns:a16="http://schemas.microsoft.com/office/drawing/2014/main" id="{1A8E4F1D-41CE-77A9-AD6D-64E059AC7F23}"/>
              </a:ext>
            </a:extLst>
          </p:cNvPr>
          <p:cNvSpPr/>
          <p:nvPr userDrawn="1"/>
        </p:nvSpPr>
        <p:spPr>
          <a:xfrm>
            <a:off x="5183266" y="3123777"/>
            <a:ext cx="2024618" cy="2024618"/>
          </a:xfrm>
          <a:prstGeom prst="ellipse">
            <a:avLst/>
          </a:prstGeom>
          <a:gradFill flip="none" rotWithShape="1">
            <a:gsLst>
              <a:gs pos="0">
                <a:schemeClr val="accent3"/>
              </a:gs>
              <a:gs pos="82000">
                <a:schemeClr val="accent1"/>
              </a:gs>
            </a:gsLst>
            <a:lin ang="2700000" scaled="1"/>
            <a:tileRect/>
          </a:gradFill>
          <a:ln w="19050" cap="flat">
            <a:noFill/>
            <a:prstDash val="solid"/>
            <a:miter/>
          </a:ln>
          <a:effectLst/>
        </p:spPr>
        <p:txBody>
          <a:bodyPr rtlCol="0" anchor="ctr"/>
          <a:lstStyle/>
          <a:p>
            <a:pPr lvl="0"/>
            <a:endParaRPr lang="en-US" b="0" i="0">
              <a:latin typeface="Barlow Light" pitchFamily="2" charset="77"/>
            </a:endParaRPr>
          </a:p>
        </p:txBody>
      </p:sp>
      <p:sp>
        <p:nvSpPr>
          <p:cNvPr id="14" name="Oval 13">
            <a:extLst>
              <a:ext uri="{FF2B5EF4-FFF2-40B4-BE49-F238E27FC236}">
                <a16:creationId xmlns:a16="http://schemas.microsoft.com/office/drawing/2014/main" id="{8B2345F5-398D-563E-86DC-FAE79213FAD0}"/>
              </a:ext>
            </a:extLst>
          </p:cNvPr>
          <p:cNvSpPr/>
          <p:nvPr userDrawn="1"/>
        </p:nvSpPr>
        <p:spPr>
          <a:xfrm>
            <a:off x="7439862" y="1940328"/>
            <a:ext cx="2010768" cy="2010768"/>
          </a:xfrm>
          <a:prstGeom prst="ellipse">
            <a:avLst/>
          </a:prstGeom>
          <a:gradFill flip="none" rotWithShape="1">
            <a:gsLst>
              <a:gs pos="0">
                <a:schemeClr val="accent3"/>
              </a:gs>
              <a:gs pos="82000">
                <a:schemeClr val="accent1"/>
              </a:gs>
            </a:gsLst>
            <a:lin ang="2700000" scaled="1"/>
            <a:tileRect/>
          </a:gradFill>
          <a:ln w="19050" cap="flat">
            <a:noFill/>
            <a:prstDash val="solid"/>
            <a:miter/>
          </a:ln>
          <a:effectLst/>
        </p:spPr>
        <p:txBody>
          <a:bodyPr rtlCol="0" anchor="ctr"/>
          <a:lstStyle/>
          <a:p>
            <a:pPr lvl="0"/>
            <a:endParaRPr lang="en-US" b="0" i="0">
              <a:latin typeface="Barlow Light" pitchFamily="2" charset="77"/>
            </a:endParaRPr>
          </a:p>
        </p:txBody>
      </p:sp>
      <p:sp>
        <p:nvSpPr>
          <p:cNvPr id="15" name="Oval 14">
            <a:extLst>
              <a:ext uri="{FF2B5EF4-FFF2-40B4-BE49-F238E27FC236}">
                <a16:creationId xmlns:a16="http://schemas.microsoft.com/office/drawing/2014/main" id="{C2436AE0-75E2-52CB-AEB6-42AFF5931E90}"/>
              </a:ext>
            </a:extLst>
          </p:cNvPr>
          <p:cNvSpPr/>
          <p:nvPr userDrawn="1"/>
        </p:nvSpPr>
        <p:spPr>
          <a:xfrm>
            <a:off x="9724078" y="3123777"/>
            <a:ext cx="2024618" cy="2024618"/>
          </a:xfrm>
          <a:prstGeom prst="ellipse">
            <a:avLst/>
          </a:prstGeom>
          <a:gradFill flip="none" rotWithShape="1">
            <a:gsLst>
              <a:gs pos="0">
                <a:schemeClr val="accent3"/>
              </a:gs>
              <a:gs pos="82000">
                <a:schemeClr val="accent1"/>
              </a:gs>
            </a:gsLst>
            <a:lin ang="2700000" scaled="1"/>
            <a:tileRect/>
          </a:gradFill>
          <a:ln w="19050" cap="flat">
            <a:noFill/>
            <a:prstDash val="solid"/>
            <a:miter/>
          </a:ln>
          <a:effectLst/>
        </p:spPr>
        <p:txBody>
          <a:bodyPr rtlCol="0" anchor="ctr"/>
          <a:lstStyle/>
          <a:p>
            <a:pPr lvl="0"/>
            <a:endParaRPr lang="en-US" b="0" i="0">
              <a:latin typeface="Barlow Light" pitchFamily="2" charset="77"/>
            </a:endParaRPr>
          </a:p>
        </p:txBody>
      </p:sp>
      <p:sp>
        <p:nvSpPr>
          <p:cNvPr id="41" name="Text Placeholder 3">
            <a:extLst>
              <a:ext uri="{FF2B5EF4-FFF2-40B4-BE49-F238E27FC236}">
                <a16:creationId xmlns:a16="http://schemas.microsoft.com/office/drawing/2014/main" id="{9A8C699D-141E-D8D1-C7B1-7FD53C54668E}"/>
              </a:ext>
            </a:extLst>
          </p:cNvPr>
          <p:cNvSpPr>
            <a:spLocks noGrp="1"/>
          </p:cNvSpPr>
          <p:nvPr>
            <p:ph type="body" sz="quarter" idx="18"/>
          </p:nvPr>
        </p:nvSpPr>
        <p:spPr>
          <a:xfrm>
            <a:off x="444629" y="1526576"/>
            <a:ext cx="2295057" cy="961499"/>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2" name="Text Placeholder 3">
            <a:extLst>
              <a:ext uri="{FF2B5EF4-FFF2-40B4-BE49-F238E27FC236}">
                <a16:creationId xmlns:a16="http://schemas.microsoft.com/office/drawing/2014/main" id="{5B9414D3-9AEC-DC2D-35A2-52AC4B3659CE}"/>
              </a:ext>
            </a:extLst>
          </p:cNvPr>
          <p:cNvSpPr>
            <a:spLocks noGrp="1"/>
          </p:cNvSpPr>
          <p:nvPr>
            <p:ph type="body" sz="quarter" idx="20"/>
          </p:nvPr>
        </p:nvSpPr>
        <p:spPr>
          <a:xfrm>
            <a:off x="2838678" y="3675800"/>
            <a:ext cx="2295056" cy="1155700"/>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3" name="Text Placeholder 3">
            <a:extLst>
              <a:ext uri="{FF2B5EF4-FFF2-40B4-BE49-F238E27FC236}">
                <a16:creationId xmlns:a16="http://schemas.microsoft.com/office/drawing/2014/main" id="{9E559149-98D1-920E-F1FC-0EA32292CE00}"/>
              </a:ext>
            </a:extLst>
          </p:cNvPr>
          <p:cNvSpPr>
            <a:spLocks noGrp="1"/>
          </p:cNvSpPr>
          <p:nvPr>
            <p:ph type="body" sz="quarter" idx="26"/>
          </p:nvPr>
        </p:nvSpPr>
        <p:spPr>
          <a:xfrm>
            <a:off x="444629" y="2444658"/>
            <a:ext cx="2295057" cy="1155700"/>
          </a:xfrm>
          <a:prstGeom prst="rect">
            <a:avLst/>
          </a:prstGeom>
        </p:spPr>
        <p:txBody>
          <a:bodyPr/>
          <a:lstStyle>
            <a:lvl1pPr marL="0" indent="0">
              <a:buNone/>
              <a:defRPr sz="14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4" name="Text Placeholder 3">
            <a:extLst>
              <a:ext uri="{FF2B5EF4-FFF2-40B4-BE49-F238E27FC236}">
                <a16:creationId xmlns:a16="http://schemas.microsoft.com/office/drawing/2014/main" id="{76C0D266-C435-B96B-8497-F249C98C0D5A}"/>
              </a:ext>
            </a:extLst>
          </p:cNvPr>
          <p:cNvSpPr>
            <a:spLocks noGrp="1"/>
          </p:cNvSpPr>
          <p:nvPr>
            <p:ph type="body" sz="quarter" idx="27"/>
          </p:nvPr>
        </p:nvSpPr>
        <p:spPr>
          <a:xfrm>
            <a:off x="2838678" y="4769436"/>
            <a:ext cx="2295056" cy="1155700"/>
          </a:xfrm>
          <a:prstGeom prst="rect">
            <a:avLst/>
          </a:prstGeom>
        </p:spPr>
        <p:txBody>
          <a:bodyPr/>
          <a:lstStyle>
            <a:lvl1pPr marL="0" indent="0">
              <a:buNone/>
              <a:defRPr sz="14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6" name="Text Placeholder 3">
            <a:extLst>
              <a:ext uri="{FF2B5EF4-FFF2-40B4-BE49-F238E27FC236}">
                <a16:creationId xmlns:a16="http://schemas.microsoft.com/office/drawing/2014/main" id="{2F11D285-00A1-C7DC-BF3D-1271A1B32FE5}"/>
              </a:ext>
            </a:extLst>
          </p:cNvPr>
          <p:cNvSpPr>
            <a:spLocks noGrp="1"/>
          </p:cNvSpPr>
          <p:nvPr>
            <p:ph type="body" sz="quarter" idx="29"/>
          </p:nvPr>
        </p:nvSpPr>
        <p:spPr>
          <a:xfrm>
            <a:off x="7425123" y="3675800"/>
            <a:ext cx="2295056" cy="1155700"/>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8" name="Text Placeholder 3">
            <a:extLst>
              <a:ext uri="{FF2B5EF4-FFF2-40B4-BE49-F238E27FC236}">
                <a16:creationId xmlns:a16="http://schemas.microsoft.com/office/drawing/2014/main" id="{A5A87BE8-B687-200F-111D-6AACD0A52080}"/>
              </a:ext>
            </a:extLst>
          </p:cNvPr>
          <p:cNvSpPr>
            <a:spLocks noGrp="1"/>
          </p:cNvSpPr>
          <p:nvPr>
            <p:ph type="body" sz="quarter" idx="31"/>
          </p:nvPr>
        </p:nvSpPr>
        <p:spPr>
          <a:xfrm>
            <a:off x="7425123" y="4769436"/>
            <a:ext cx="2295056" cy="1155700"/>
          </a:xfrm>
          <a:prstGeom prst="rect">
            <a:avLst/>
          </a:prstGeom>
        </p:spPr>
        <p:txBody>
          <a:bodyPr/>
          <a:lstStyle>
            <a:lvl1pPr marL="0" indent="0">
              <a:buNone/>
              <a:defRPr sz="14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9" name="Text Placeholder 3">
            <a:extLst>
              <a:ext uri="{FF2B5EF4-FFF2-40B4-BE49-F238E27FC236}">
                <a16:creationId xmlns:a16="http://schemas.microsoft.com/office/drawing/2014/main" id="{AF2569B9-2415-65B8-CA79-372DEBF2D8E6}"/>
              </a:ext>
            </a:extLst>
          </p:cNvPr>
          <p:cNvSpPr>
            <a:spLocks noGrp="1"/>
          </p:cNvSpPr>
          <p:nvPr>
            <p:ph type="body" sz="quarter" idx="32"/>
          </p:nvPr>
        </p:nvSpPr>
        <p:spPr>
          <a:xfrm>
            <a:off x="5122255" y="1526576"/>
            <a:ext cx="2295057" cy="961499"/>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50" name="Text Placeholder 3">
            <a:extLst>
              <a:ext uri="{FF2B5EF4-FFF2-40B4-BE49-F238E27FC236}">
                <a16:creationId xmlns:a16="http://schemas.microsoft.com/office/drawing/2014/main" id="{42AFBF6F-2311-8413-B670-AA5729EF0494}"/>
              </a:ext>
            </a:extLst>
          </p:cNvPr>
          <p:cNvSpPr>
            <a:spLocks noGrp="1"/>
          </p:cNvSpPr>
          <p:nvPr>
            <p:ph type="body" sz="quarter" idx="33"/>
          </p:nvPr>
        </p:nvSpPr>
        <p:spPr>
          <a:xfrm>
            <a:off x="5122255" y="2444658"/>
            <a:ext cx="2295057" cy="1155700"/>
          </a:xfrm>
          <a:prstGeom prst="rect">
            <a:avLst/>
          </a:prstGeom>
        </p:spPr>
        <p:txBody>
          <a:bodyPr/>
          <a:lstStyle>
            <a:lvl1pPr marL="0" indent="0">
              <a:buNone/>
              <a:defRPr sz="14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51" name="Text Placeholder 3">
            <a:extLst>
              <a:ext uri="{FF2B5EF4-FFF2-40B4-BE49-F238E27FC236}">
                <a16:creationId xmlns:a16="http://schemas.microsoft.com/office/drawing/2014/main" id="{72216FD8-3D7A-A43F-AD46-72EF497F2EEC}"/>
              </a:ext>
            </a:extLst>
          </p:cNvPr>
          <p:cNvSpPr>
            <a:spLocks noGrp="1"/>
          </p:cNvSpPr>
          <p:nvPr>
            <p:ph type="body" sz="quarter" idx="34"/>
          </p:nvPr>
        </p:nvSpPr>
        <p:spPr>
          <a:xfrm>
            <a:off x="9668855" y="1526576"/>
            <a:ext cx="2295057" cy="961499"/>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52" name="Text Placeholder 3">
            <a:extLst>
              <a:ext uri="{FF2B5EF4-FFF2-40B4-BE49-F238E27FC236}">
                <a16:creationId xmlns:a16="http://schemas.microsoft.com/office/drawing/2014/main" id="{3D14629F-6747-7204-53B5-E8940277AFB7}"/>
              </a:ext>
            </a:extLst>
          </p:cNvPr>
          <p:cNvSpPr>
            <a:spLocks noGrp="1"/>
          </p:cNvSpPr>
          <p:nvPr>
            <p:ph type="body" sz="quarter" idx="35"/>
          </p:nvPr>
        </p:nvSpPr>
        <p:spPr>
          <a:xfrm>
            <a:off x="9668855" y="2444658"/>
            <a:ext cx="2295057" cy="1155700"/>
          </a:xfrm>
          <a:prstGeom prst="rect">
            <a:avLst/>
          </a:prstGeom>
        </p:spPr>
        <p:txBody>
          <a:bodyPr/>
          <a:lstStyle>
            <a:lvl1pPr marL="0" indent="0">
              <a:buNone/>
              <a:defRPr sz="14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pic>
        <p:nvPicPr>
          <p:cNvPr id="53" name="Picture 52">
            <a:extLst>
              <a:ext uri="{FF2B5EF4-FFF2-40B4-BE49-F238E27FC236}">
                <a16:creationId xmlns:a16="http://schemas.microsoft.com/office/drawing/2014/main" id="{6F7B0BC6-D734-4DF0-9CEF-683562C33E4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54" name="Straight Connector 53">
            <a:extLst>
              <a:ext uri="{FF2B5EF4-FFF2-40B4-BE49-F238E27FC236}">
                <a16:creationId xmlns:a16="http://schemas.microsoft.com/office/drawing/2014/main" id="{6068895F-2B52-2C8C-1391-D3EBA4204996}"/>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0320ED2F-CF31-25E1-5065-79F4667B157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EA555885-9B92-9D8D-F59A-F61E8F8E1FCC}"/>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4" name="Picture Placeholder 9">
            <a:extLst>
              <a:ext uri="{FF2B5EF4-FFF2-40B4-BE49-F238E27FC236}">
                <a16:creationId xmlns:a16="http://schemas.microsoft.com/office/drawing/2014/main" id="{78AFE814-972D-4492-4C2A-F4E60A34F230}"/>
              </a:ext>
            </a:extLst>
          </p:cNvPr>
          <p:cNvSpPr>
            <a:spLocks noGrp="1" noChangeAspect="1"/>
          </p:cNvSpPr>
          <p:nvPr>
            <p:ph type="pic" sz="quarter" idx="36"/>
          </p:nvPr>
        </p:nvSpPr>
        <p:spPr>
          <a:xfrm>
            <a:off x="619360" y="3221049"/>
            <a:ext cx="1820930" cy="18205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7" name="Picture Placeholder 9">
            <a:extLst>
              <a:ext uri="{FF2B5EF4-FFF2-40B4-BE49-F238E27FC236}">
                <a16:creationId xmlns:a16="http://schemas.microsoft.com/office/drawing/2014/main" id="{D14DF276-FE42-13D1-892F-D1AE18A9C2E2}"/>
              </a:ext>
            </a:extLst>
          </p:cNvPr>
          <p:cNvSpPr>
            <a:spLocks noGrp="1" noChangeAspect="1"/>
          </p:cNvSpPr>
          <p:nvPr>
            <p:ph type="pic" sz="quarter" idx="37"/>
          </p:nvPr>
        </p:nvSpPr>
        <p:spPr>
          <a:xfrm>
            <a:off x="5283827" y="3221049"/>
            <a:ext cx="1820930" cy="18205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8" name="Picture Placeholder 9">
            <a:extLst>
              <a:ext uri="{FF2B5EF4-FFF2-40B4-BE49-F238E27FC236}">
                <a16:creationId xmlns:a16="http://schemas.microsoft.com/office/drawing/2014/main" id="{006D0D6B-A447-1E2B-D7D3-61636D7587F0}"/>
              </a:ext>
            </a:extLst>
          </p:cNvPr>
          <p:cNvSpPr>
            <a:spLocks noGrp="1" noChangeAspect="1"/>
          </p:cNvSpPr>
          <p:nvPr>
            <p:ph type="pic" sz="quarter" idx="38"/>
          </p:nvPr>
        </p:nvSpPr>
        <p:spPr>
          <a:xfrm>
            <a:off x="9825005" y="3221049"/>
            <a:ext cx="1820930" cy="18205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9" name="Picture Placeholder 9">
            <a:extLst>
              <a:ext uri="{FF2B5EF4-FFF2-40B4-BE49-F238E27FC236}">
                <a16:creationId xmlns:a16="http://schemas.microsoft.com/office/drawing/2014/main" id="{160D6051-D536-2EC1-2EFC-67EC02C7EFAA}"/>
              </a:ext>
            </a:extLst>
          </p:cNvPr>
          <p:cNvSpPr>
            <a:spLocks noGrp="1" noChangeAspect="1"/>
          </p:cNvSpPr>
          <p:nvPr>
            <p:ph type="pic" sz="quarter" idx="39"/>
          </p:nvPr>
        </p:nvSpPr>
        <p:spPr>
          <a:xfrm>
            <a:off x="3011763" y="2027345"/>
            <a:ext cx="1820930" cy="18205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10" name="Picture Placeholder 9">
            <a:extLst>
              <a:ext uri="{FF2B5EF4-FFF2-40B4-BE49-F238E27FC236}">
                <a16:creationId xmlns:a16="http://schemas.microsoft.com/office/drawing/2014/main" id="{F78BE9F3-D73F-A57A-AA9A-6C385F415419}"/>
              </a:ext>
            </a:extLst>
          </p:cNvPr>
          <p:cNvSpPr>
            <a:spLocks noGrp="1" noChangeAspect="1"/>
          </p:cNvSpPr>
          <p:nvPr>
            <p:ph type="pic" sz="quarter" idx="40"/>
          </p:nvPr>
        </p:nvSpPr>
        <p:spPr>
          <a:xfrm>
            <a:off x="7532392" y="2027345"/>
            <a:ext cx="1820930" cy="18205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Tree>
    <p:extLst>
      <p:ext uri="{BB962C8B-B14F-4D97-AF65-F5344CB8AC3E}">
        <p14:creationId xmlns:p14="http://schemas.microsoft.com/office/powerpoint/2010/main" val="985991597"/>
      </p:ext>
    </p:extLst>
  </p:cSld>
  <p:clrMapOvr>
    <a:masterClrMapping/>
  </p:clrMapOvr>
  <p:transition spd="med"/>
  <p:extLst>
    <p:ext uri="{DCECCB84-F9BA-43D5-87BE-67443E8EF086}">
      <p15:sldGuideLst xmlns:p15="http://schemas.microsoft.com/office/powerpoint/2012/main">
        <p15:guide id="1" pos="3840" userDrawn="1">
          <p15:clr>
            <a:srgbClr val="FBAE40"/>
          </p15:clr>
        </p15:guide>
        <p15:guide id="2" pos="7320" userDrawn="1">
          <p15:clr>
            <a:srgbClr val="FBAE40"/>
          </p15:clr>
        </p15:guide>
        <p15:guide id="3" pos="456"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tion or Chapter">
    <p:bg>
      <p:bgPr>
        <a:solidFill>
          <a:srgbClr val="FFFFFF"/>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1BF3C232-E963-77F9-78C3-7F1C5FB7C15D}"/>
              </a:ext>
            </a:extLst>
          </p:cNvPr>
          <p:cNvSpPr>
            <a:spLocks noGrp="1"/>
          </p:cNvSpPr>
          <p:nvPr>
            <p:ph type="title" hasCustomPrompt="1"/>
          </p:nvPr>
        </p:nvSpPr>
        <p:spPr>
          <a:xfrm>
            <a:off x="1044205" y="2911009"/>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12" name="Text Placeholder 6">
            <a:extLst>
              <a:ext uri="{FF2B5EF4-FFF2-40B4-BE49-F238E27FC236}">
                <a16:creationId xmlns:a16="http://schemas.microsoft.com/office/drawing/2014/main" id="{C8B6D162-71A4-045A-7C5A-0B9488A6810F}"/>
              </a:ext>
            </a:extLst>
          </p:cNvPr>
          <p:cNvSpPr>
            <a:spLocks noGrp="1"/>
          </p:cNvSpPr>
          <p:nvPr>
            <p:ph type="body" sz="quarter" idx="10"/>
          </p:nvPr>
        </p:nvSpPr>
        <p:spPr>
          <a:xfrm>
            <a:off x="1044205" y="3365199"/>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endParaRPr lang="en-US"/>
          </a:p>
        </p:txBody>
      </p:sp>
      <p:pic>
        <p:nvPicPr>
          <p:cNvPr id="5" name="Picture 4">
            <a:extLst>
              <a:ext uri="{FF2B5EF4-FFF2-40B4-BE49-F238E27FC236}">
                <a16:creationId xmlns:a16="http://schemas.microsoft.com/office/drawing/2014/main" id="{2E5C7519-F6E6-F917-463C-5D16BB3FAA4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815087"/>
            <a:ext cx="591407" cy="647700"/>
          </a:xfrm>
          <a:prstGeom prst="rect">
            <a:avLst/>
          </a:prstGeom>
          <a:effectLst/>
        </p:spPr>
      </p:pic>
      <p:cxnSp>
        <p:nvCxnSpPr>
          <p:cNvPr id="6" name="Straight Connector 5">
            <a:extLst>
              <a:ext uri="{FF2B5EF4-FFF2-40B4-BE49-F238E27FC236}">
                <a16:creationId xmlns:a16="http://schemas.microsoft.com/office/drawing/2014/main" id="{629F4463-9DFA-3123-09B7-A6A43ADCC8F1}"/>
              </a:ext>
            </a:extLst>
          </p:cNvPr>
          <p:cNvCxnSpPr>
            <a:cxnSpLocks/>
          </p:cNvCxnSpPr>
          <p:nvPr userDrawn="1"/>
        </p:nvCxnSpPr>
        <p:spPr bwMode="auto">
          <a:xfrm flipV="1">
            <a:off x="930361" y="2955428"/>
            <a:ext cx="0" cy="372586"/>
          </a:xfrm>
          <a:prstGeom prst="line">
            <a:avLst/>
          </a:prstGeom>
          <a:noFill/>
          <a:ln w="1587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2180460354"/>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or Chapter Color">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CD81CF2-4A37-7B81-E465-5D6F29037FFC}"/>
              </a:ext>
            </a:extLst>
          </p:cNvPr>
          <p:cNvSpPr/>
          <p:nvPr userDrawn="1"/>
        </p:nvSpPr>
        <p:spPr>
          <a:xfrm flipH="1" flipV="1">
            <a:off x="0" y="-28483"/>
            <a:ext cx="12192000" cy="6465859"/>
          </a:xfrm>
          <a:prstGeom prst="rect">
            <a:avLst/>
          </a:prstGeom>
          <a:gradFill>
            <a:gsLst>
              <a:gs pos="15000">
                <a:schemeClr val="accent3"/>
              </a:gs>
              <a:gs pos="61000">
                <a:schemeClr val="accent1"/>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3" name="Freeform 2">
            <a:extLst>
              <a:ext uri="{FF2B5EF4-FFF2-40B4-BE49-F238E27FC236}">
                <a16:creationId xmlns:a16="http://schemas.microsoft.com/office/drawing/2014/main" id="{4AD8921E-B761-84E8-77E3-51024497A32E}"/>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6" name="Title 1">
            <a:extLst>
              <a:ext uri="{FF2B5EF4-FFF2-40B4-BE49-F238E27FC236}">
                <a16:creationId xmlns:a16="http://schemas.microsoft.com/office/drawing/2014/main" id="{32BBEECE-74BA-D662-E0C1-33EC640B2266}"/>
              </a:ext>
            </a:extLst>
          </p:cNvPr>
          <p:cNvSpPr>
            <a:spLocks noGrp="1"/>
          </p:cNvSpPr>
          <p:nvPr>
            <p:ph type="title" hasCustomPrompt="1"/>
          </p:nvPr>
        </p:nvSpPr>
        <p:spPr>
          <a:xfrm>
            <a:off x="1044205" y="2886181"/>
            <a:ext cx="10744985" cy="522579"/>
          </a:xfrm>
          <a:prstGeom prst="rect">
            <a:avLst/>
          </a:prstGeom>
        </p:spPr>
        <p:txBody>
          <a:bodyPr wrap="square" anchor="ctr">
            <a:spAutoFit/>
          </a:bodyPr>
          <a:lstStyle>
            <a:lvl1pPr>
              <a:lnSpc>
                <a:spcPts val="3300"/>
              </a:lnSpc>
              <a:defRPr sz="3400" b="1" i="0">
                <a:solidFill>
                  <a:schemeClr val="bg1"/>
                </a:solidFill>
                <a:latin typeface="Barlow Light" pitchFamily="2" charset="77"/>
              </a:defRPr>
            </a:lvl1pPr>
          </a:lstStyle>
          <a:p>
            <a:r>
              <a:rPr lang="en-US"/>
              <a:t>Click to edit title</a:t>
            </a:r>
          </a:p>
        </p:txBody>
      </p:sp>
      <p:sp>
        <p:nvSpPr>
          <p:cNvPr id="7" name="Text Placeholder 6">
            <a:extLst>
              <a:ext uri="{FF2B5EF4-FFF2-40B4-BE49-F238E27FC236}">
                <a16:creationId xmlns:a16="http://schemas.microsoft.com/office/drawing/2014/main" id="{584EB473-18EB-FC71-2599-7A1168693462}"/>
              </a:ext>
            </a:extLst>
          </p:cNvPr>
          <p:cNvSpPr>
            <a:spLocks noGrp="1"/>
          </p:cNvSpPr>
          <p:nvPr>
            <p:ph type="body" sz="quarter" idx="10" hasCustomPrompt="1"/>
          </p:nvPr>
        </p:nvSpPr>
        <p:spPr>
          <a:xfrm>
            <a:off x="1044205" y="3340371"/>
            <a:ext cx="10744985" cy="348813"/>
          </a:xfrm>
          <a:prstGeom prst="rect">
            <a:avLst/>
          </a:prstGeom>
        </p:spPr>
        <p:txBody>
          <a:bodyPr wrap="square" anchor="t">
            <a:spAutoFit/>
          </a:bodyPr>
          <a:lstStyle>
            <a:lvl1pPr marL="0" indent="0">
              <a:lnSpc>
                <a:spcPts val="2000"/>
              </a:lnSpc>
              <a:buNone/>
              <a:defRPr sz="2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5" name="Picture 4">
            <a:extLst>
              <a:ext uri="{FF2B5EF4-FFF2-40B4-BE49-F238E27FC236}">
                <a16:creationId xmlns:a16="http://schemas.microsoft.com/office/drawing/2014/main" id="{1C9DB691-53FF-D881-9594-8D65FD46EEA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296" y="2959454"/>
            <a:ext cx="477785" cy="523264"/>
          </a:xfrm>
          <a:prstGeom prst="rect">
            <a:avLst/>
          </a:prstGeom>
        </p:spPr>
      </p:pic>
    </p:spTree>
    <p:extLst>
      <p:ext uri="{BB962C8B-B14F-4D97-AF65-F5344CB8AC3E}">
        <p14:creationId xmlns:p14="http://schemas.microsoft.com/office/powerpoint/2010/main" val="2227702157"/>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ection or chapter 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A7D34BF-84F9-1B3D-2C73-B0045173DA26}"/>
              </a:ext>
            </a:extLst>
          </p:cNvPr>
          <p:cNvSpPr>
            <a:spLocks noGrp="1"/>
          </p:cNvSpPr>
          <p:nvPr>
            <p:ph type="pic" sz="quarter" idx="18"/>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4046400 h 6858000"/>
              <a:gd name="connsiteX5" fmla="*/ 733260 w 12192000"/>
              <a:gd name="connsiteY5" fmla="*/ 3467397 h 6858000"/>
              <a:gd name="connsiteX6" fmla="*/ 733260 w 12192000"/>
              <a:gd name="connsiteY6" fmla="*/ 3467397 h 6858000"/>
              <a:gd name="connsiteX7" fmla="*/ 733260 w 12192000"/>
              <a:gd name="connsiteY7" fmla="*/ 3467397 h 6858000"/>
              <a:gd name="connsiteX8" fmla="*/ 733260 w 12192000"/>
              <a:gd name="connsiteY8" fmla="*/ 3056270 h 6858000"/>
              <a:gd name="connsiteX9" fmla="*/ 0 w 12192000"/>
              <a:gd name="connsiteY9" fmla="*/ 247726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6858000">
                <a:moveTo>
                  <a:pt x="0" y="0"/>
                </a:moveTo>
                <a:lnTo>
                  <a:pt x="12192000" y="0"/>
                </a:lnTo>
                <a:lnTo>
                  <a:pt x="12192000" y="6858000"/>
                </a:lnTo>
                <a:lnTo>
                  <a:pt x="0" y="6858000"/>
                </a:lnTo>
                <a:lnTo>
                  <a:pt x="0" y="4046400"/>
                </a:lnTo>
                <a:lnTo>
                  <a:pt x="733260" y="3467397"/>
                </a:lnTo>
                <a:lnTo>
                  <a:pt x="733260" y="3467397"/>
                </a:lnTo>
                <a:lnTo>
                  <a:pt x="733260" y="3467397"/>
                </a:lnTo>
                <a:lnTo>
                  <a:pt x="733260" y="3056270"/>
                </a:lnTo>
                <a:lnTo>
                  <a:pt x="0" y="2477266"/>
                </a:lnTo>
                <a:close/>
              </a:path>
            </a:pathLst>
          </a:custGeom>
          <a:solidFill>
            <a:schemeClr val="tx2"/>
          </a:solidFill>
        </p:spPr>
        <p:txBody>
          <a:bodyPr wrap="square" anchor="ctr">
            <a:noAutofit/>
          </a:bodyPr>
          <a:lstStyle>
            <a:lvl1pPr marL="0" indent="0" algn="ctr">
              <a:buNone/>
              <a:defRPr sz="3600" b="0" i="0">
                <a:solidFill>
                  <a:schemeClr val="bg1"/>
                </a:solidFill>
                <a:latin typeface="Barlow Light" pitchFamily="2" charset="77"/>
              </a:defRPr>
            </a:lvl1pPr>
          </a:lstStyle>
          <a:p>
            <a:endParaRPr lang="en-US"/>
          </a:p>
        </p:txBody>
      </p:sp>
      <p:sp>
        <p:nvSpPr>
          <p:cNvPr id="2" name="Freeform 1">
            <a:extLst>
              <a:ext uri="{FF2B5EF4-FFF2-40B4-BE49-F238E27FC236}">
                <a16:creationId xmlns:a16="http://schemas.microsoft.com/office/drawing/2014/main" id="{22DB185C-4C2F-AD6A-D613-50455E2E837B}"/>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7" name="Title 1">
            <a:extLst>
              <a:ext uri="{FF2B5EF4-FFF2-40B4-BE49-F238E27FC236}">
                <a16:creationId xmlns:a16="http://schemas.microsoft.com/office/drawing/2014/main" id="{85B8E07F-B6A5-7829-D66E-7CB7D3FA1589}"/>
              </a:ext>
            </a:extLst>
          </p:cNvPr>
          <p:cNvSpPr>
            <a:spLocks noGrp="1"/>
          </p:cNvSpPr>
          <p:nvPr>
            <p:ph type="title" hasCustomPrompt="1"/>
          </p:nvPr>
        </p:nvSpPr>
        <p:spPr>
          <a:xfrm>
            <a:off x="1044205" y="2886181"/>
            <a:ext cx="10744985" cy="522579"/>
          </a:xfrm>
          <a:prstGeom prst="rect">
            <a:avLst/>
          </a:prstGeom>
        </p:spPr>
        <p:txBody>
          <a:bodyPr wrap="square" anchor="ctr">
            <a:spAutoFit/>
          </a:bodyPr>
          <a:lstStyle>
            <a:lvl1pPr>
              <a:lnSpc>
                <a:spcPts val="3300"/>
              </a:lnSpc>
              <a:defRPr sz="3400" b="0" i="0">
                <a:solidFill>
                  <a:schemeClr val="bg1"/>
                </a:solidFill>
                <a:latin typeface="Barlow Light" pitchFamily="2" charset="77"/>
              </a:defRPr>
            </a:lvl1pPr>
          </a:lstStyle>
          <a:p>
            <a:r>
              <a:rPr lang="en-US"/>
              <a:t>Click to edit title</a:t>
            </a:r>
          </a:p>
        </p:txBody>
      </p:sp>
      <p:sp>
        <p:nvSpPr>
          <p:cNvPr id="8" name="Text Placeholder 6">
            <a:extLst>
              <a:ext uri="{FF2B5EF4-FFF2-40B4-BE49-F238E27FC236}">
                <a16:creationId xmlns:a16="http://schemas.microsoft.com/office/drawing/2014/main" id="{653F2DC2-B380-30BA-A53D-B0CF55B9B59C}"/>
              </a:ext>
            </a:extLst>
          </p:cNvPr>
          <p:cNvSpPr>
            <a:spLocks noGrp="1"/>
          </p:cNvSpPr>
          <p:nvPr>
            <p:ph type="body" sz="quarter" idx="10" hasCustomPrompt="1"/>
          </p:nvPr>
        </p:nvSpPr>
        <p:spPr>
          <a:xfrm>
            <a:off x="1044205" y="3340371"/>
            <a:ext cx="10744985" cy="348813"/>
          </a:xfrm>
          <a:prstGeom prst="rect">
            <a:avLst/>
          </a:prstGeom>
        </p:spPr>
        <p:txBody>
          <a:bodyPr wrap="square" anchor="t">
            <a:spAutoFit/>
          </a:bodyPr>
          <a:lstStyle>
            <a:lvl1pPr marL="0" indent="0">
              <a:lnSpc>
                <a:spcPts val="2000"/>
              </a:lnSpc>
              <a:buNone/>
              <a:defRPr sz="2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4" name="Picture 3">
            <a:extLst>
              <a:ext uri="{FF2B5EF4-FFF2-40B4-BE49-F238E27FC236}">
                <a16:creationId xmlns:a16="http://schemas.microsoft.com/office/drawing/2014/main" id="{21B17740-0233-BC36-D58B-D0EEE673953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296" y="2959454"/>
            <a:ext cx="477785" cy="523264"/>
          </a:xfrm>
          <a:prstGeom prst="rect">
            <a:avLst/>
          </a:prstGeom>
        </p:spPr>
      </p:pic>
    </p:spTree>
    <p:extLst>
      <p:ext uri="{BB962C8B-B14F-4D97-AF65-F5344CB8AC3E}">
        <p14:creationId xmlns:p14="http://schemas.microsoft.com/office/powerpoint/2010/main" val="3703704899"/>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9181833"/>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Gray under head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37ED560-3D0A-01B9-1EFD-EE094B9DEDDC}"/>
              </a:ext>
            </a:extLst>
          </p:cNvPr>
          <p:cNvSpPr/>
          <p:nvPr userDrawn="1"/>
        </p:nvSpPr>
        <p:spPr>
          <a:xfrm>
            <a:off x="0" y="1141262"/>
            <a:ext cx="12192000" cy="5294463"/>
          </a:xfrm>
          <a:prstGeom prst="rect">
            <a:avLst/>
          </a:prstGeom>
          <a:gradFill flip="none" rotWithShape="1">
            <a:gsLst>
              <a:gs pos="0">
                <a:schemeClr val="bg1">
                  <a:lumMod val="95000"/>
                </a:schemeClr>
              </a:gs>
              <a:gs pos="100000">
                <a:schemeClr val="bg1">
                  <a:lumMod val="85000"/>
                </a:schemeClr>
              </a:gs>
            </a:gsLst>
            <a:lin ang="18900000" scaled="1"/>
            <a:tileRect/>
          </a:gradFill>
          <a:ln w="31750" cap="flat">
            <a:noFill/>
            <a:prstDash val="solid"/>
            <a:miter/>
          </a:ln>
          <a:effectLst/>
        </p:spPr>
        <p:txBody>
          <a:bodyPr rtlCol="0" anchor="ctr"/>
          <a:lstStyle/>
          <a:p>
            <a:pPr algn="l"/>
            <a:endParaRPr lang="en-US" b="0" i="0">
              <a:latin typeface="Barlow Light" pitchFamily="2" charset="77"/>
            </a:endParaRPr>
          </a:p>
        </p:txBody>
      </p:sp>
      <p:pic>
        <p:nvPicPr>
          <p:cNvPr id="5" name="Picture 4">
            <a:extLst>
              <a:ext uri="{FF2B5EF4-FFF2-40B4-BE49-F238E27FC236}">
                <a16:creationId xmlns:a16="http://schemas.microsoft.com/office/drawing/2014/main" id="{5BEF2356-8259-0817-0969-F9110B8BE89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6" name="Straight Connector 5">
            <a:extLst>
              <a:ext uri="{FF2B5EF4-FFF2-40B4-BE49-F238E27FC236}">
                <a16:creationId xmlns:a16="http://schemas.microsoft.com/office/drawing/2014/main" id="{E7449475-5155-C859-BA21-C53DC1B8C969}"/>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4E3333E5-3BA8-EB65-C59E-EF9648286534}"/>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D6E57A7D-8745-4DE1-180E-8F14B0BC959A}"/>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3871145351"/>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ramed white background">
    <p:bg>
      <p:bgPr>
        <a:solidFill>
          <a:srgbClr val="FFFFFF"/>
        </a:solidFill>
        <a:effectLst/>
      </p:bgPr>
    </p:bg>
    <p:spTree>
      <p:nvGrpSpPr>
        <p:cNvPr id="1" name=""/>
        <p:cNvGrpSpPr/>
        <p:nvPr/>
      </p:nvGrpSpPr>
      <p:grpSpPr>
        <a:xfrm>
          <a:off x="0" y="0"/>
          <a:ext cx="0" cy="0"/>
          <a:chOff x="0" y="0"/>
          <a:chExt cx="0" cy="0"/>
        </a:xfrm>
      </p:grpSpPr>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a:off x="186985" y="1315028"/>
            <a:ext cx="11818030" cy="4981694"/>
          </a:xfrm>
          <a:prstGeom prst="round2SameRect">
            <a:avLst>
              <a:gd name="adj1" fmla="val 2625"/>
              <a:gd name="adj2" fmla="val 3239"/>
            </a:avLst>
          </a:prstGeom>
          <a:solidFill>
            <a:srgbClr val="FFFFFF"/>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pic>
        <p:nvPicPr>
          <p:cNvPr id="6" name="Picture 5">
            <a:extLst>
              <a:ext uri="{FF2B5EF4-FFF2-40B4-BE49-F238E27FC236}">
                <a16:creationId xmlns:a16="http://schemas.microsoft.com/office/drawing/2014/main" id="{654AAC99-6B21-6706-63C3-52EB4F776D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7" name="Straight Connector 6">
            <a:extLst>
              <a:ext uri="{FF2B5EF4-FFF2-40B4-BE49-F238E27FC236}">
                <a16:creationId xmlns:a16="http://schemas.microsoft.com/office/drawing/2014/main" id="{8862C053-CE44-4F77-3D69-9C76146C6921}"/>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54ED14A3-6414-839A-C352-9C74577CA1DF}"/>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36ACF38A-8697-0C2A-9875-478C379655EF}"/>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1510139573"/>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Framed red-orange background">
    <p:bg>
      <p:bgPr>
        <a:solidFill>
          <a:srgbClr val="FFFFFF"/>
        </a:solidFill>
        <a:effectLst/>
      </p:bgPr>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AF444FED-ED41-FF32-2971-3A9729E61D2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a:off x="186985" y="1315028"/>
            <a:ext cx="11818030" cy="4981694"/>
          </a:xfrm>
          <a:prstGeom prst="round2SameRect">
            <a:avLst>
              <a:gd name="adj1" fmla="val 3209"/>
              <a:gd name="adj2" fmla="val 3071"/>
            </a:avLst>
          </a:prstGeom>
          <a:gradFill>
            <a:gsLst>
              <a:gs pos="0">
                <a:schemeClr val="accent3"/>
              </a:gs>
              <a:gs pos="87000">
                <a:schemeClr val="accent1"/>
              </a:gs>
            </a:gsLst>
            <a:lin ang="2700000" scaled="1"/>
          </a:gra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pic>
        <p:nvPicPr>
          <p:cNvPr id="3" name="Picture 2">
            <a:extLst>
              <a:ext uri="{FF2B5EF4-FFF2-40B4-BE49-F238E27FC236}">
                <a16:creationId xmlns:a16="http://schemas.microsoft.com/office/drawing/2014/main" id="{1EE02406-9DB7-842F-0283-91947FD718F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sp>
        <p:nvSpPr>
          <p:cNvPr id="2" name="Title 1">
            <a:extLst>
              <a:ext uri="{FF2B5EF4-FFF2-40B4-BE49-F238E27FC236}">
                <a16:creationId xmlns:a16="http://schemas.microsoft.com/office/drawing/2014/main" id="{40ED38B2-5A86-B2CA-DE15-28B89EF2F205}"/>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6" name="Text Placeholder 6">
            <a:extLst>
              <a:ext uri="{FF2B5EF4-FFF2-40B4-BE49-F238E27FC236}">
                <a16:creationId xmlns:a16="http://schemas.microsoft.com/office/drawing/2014/main" id="{847EDAE0-0984-B6FB-F2F6-C80145A7F870}"/>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1936778572"/>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Framed blue gradient background">
    <p:bg>
      <p:bgPr>
        <a:solidFill>
          <a:srgbClr val="FFFFFF"/>
        </a:solidFill>
        <a:effectLst/>
      </p:bgPr>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AF444FED-ED41-FF32-2971-3A9729E61D2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a:off x="186985" y="1315028"/>
            <a:ext cx="11818030" cy="4981694"/>
          </a:xfrm>
          <a:prstGeom prst="round2SameRect">
            <a:avLst>
              <a:gd name="adj1" fmla="val 2562"/>
              <a:gd name="adj2" fmla="val 3071"/>
            </a:avLst>
          </a:prstGeom>
          <a:gradFill>
            <a:gsLst>
              <a:gs pos="0">
                <a:schemeClr val="accent2"/>
              </a:gs>
              <a:gs pos="87000">
                <a:schemeClr val="accent2">
                  <a:lumMod val="60000"/>
                  <a:lumOff val="40000"/>
                </a:schemeClr>
              </a:gs>
            </a:gsLst>
            <a:lin ang="2700000" scaled="1"/>
          </a:gra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pic>
        <p:nvPicPr>
          <p:cNvPr id="3" name="Picture 2">
            <a:extLst>
              <a:ext uri="{FF2B5EF4-FFF2-40B4-BE49-F238E27FC236}">
                <a16:creationId xmlns:a16="http://schemas.microsoft.com/office/drawing/2014/main" id="{1EE02406-9DB7-842F-0283-91947FD718F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sp>
        <p:nvSpPr>
          <p:cNvPr id="2" name="Title 1">
            <a:extLst>
              <a:ext uri="{FF2B5EF4-FFF2-40B4-BE49-F238E27FC236}">
                <a16:creationId xmlns:a16="http://schemas.microsoft.com/office/drawing/2014/main" id="{14808C12-B5EF-5444-21F8-3839C8B39D3A}"/>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6" name="Text Placeholder 6">
            <a:extLst>
              <a:ext uri="{FF2B5EF4-FFF2-40B4-BE49-F238E27FC236}">
                <a16:creationId xmlns:a16="http://schemas.microsoft.com/office/drawing/2014/main" id="{CA854D43-58B6-0ACF-AB2F-5039B336B07C}"/>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777175907"/>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Arrows with photos on top + conten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756EA91-8104-6CA5-BBBB-1CBD1A49CC38}"/>
              </a:ext>
            </a:extLst>
          </p:cNvPr>
          <p:cNvSpPr>
            <a:spLocks noGrp="1"/>
          </p:cNvSpPr>
          <p:nvPr>
            <p:ph type="pic" sz="quarter" idx="10"/>
          </p:nvPr>
        </p:nvSpPr>
        <p:spPr>
          <a:xfrm>
            <a:off x="1143794" y="2093505"/>
            <a:ext cx="2412207" cy="1681163"/>
          </a:xfrm>
          <a:custGeom>
            <a:avLst/>
            <a:gdLst>
              <a:gd name="connsiteX0" fmla="*/ 0 w 4824413"/>
              <a:gd name="connsiteY0" fmla="*/ 0 h 3362325"/>
              <a:gd name="connsiteX1" fmla="*/ 3106163 w 4824413"/>
              <a:gd name="connsiteY1" fmla="*/ 0 h 3362325"/>
              <a:gd name="connsiteX2" fmla="*/ 4824413 w 4824413"/>
              <a:gd name="connsiteY2" fmla="*/ 3362325 h 3362325"/>
              <a:gd name="connsiteX3" fmla="*/ 1718250 w 4824413"/>
              <a:gd name="connsiteY3" fmla="*/ 3362325 h 3362325"/>
              <a:gd name="connsiteX4" fmla="*/ 0 w 4824413"/>
              <a:gd name="connsiteY4" fmla="*/ 0 h 3362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413" h="3362325">
                <a:moveTo>
                  <a:pt x="0" y="0"/>
                </a:moveTo>
                <a:lnTo>
                  <a:pt x="3106163" y="0"/>
                </a:lnTo>
                <a:lnTo>
                  <a:pt x="4824413" y="3362325"/>
                </a:lnTo>
                <a:lnTo>
                  <a:pt x="1718250" y="3362325"/>
                </a:lnTo>
                <a:cubicBezTo>
                  <a:pt x="1718250" y="3362325"/>
                  <a:pt x="0" y="0"/>
                  <a:pt x="0" y="0"/>
                </a:cubicBezTo>
                <a:close/>
              </a:path>
            </a:pathLst>
          </a:custGeom>
          <a:solidFill>
            <a:schemeClr val="bg1">
              <a:lumMod val="75000"/>
            </a:schemeClr>
          </a:solidFill>
        </p:spPr>
        <p:txBody>
          <a:bodyPr wrap="square" anchor="ctr">
            <a:noAutofit/>
          </a:bodyPr>
          <a:lstStyle>
            <a:lvl1pPr marL="0" indent="0" algn="ctr">
              <a:buNone/>
              <a:defRPr b="0" i="0">
                <a:latin typeface="Barlow Light" pitchFamily="2" charset="77"/>
              </a:defRPr>
            </a:lvl1pPr>
          </a:lstStyle>
          <a:p>
            <a:endParaRPr lang="en-ID"/>
          </a:p>
        </p:txBody>
      </p:sp>
      <p:sp>
        <p:nvSpPr>
          <p:cNvPr id="9" name="Picture Placeholder 8">
            <a:extLst>
              <a:ext uri="{FF2B5EF4-FFF2-40B4-BE49-F238E27FC236}">
                <a16:creationId xmlns:a16="http://schemas.microsoft.com/office/drawing/2014/main" id="{CC86D464-B9CE-E31B-0306-6CC350C6B2E1}"/>
              </a:ext>
            </a:extLst>
          </p:cNvPr>
          <p:cNvSpPr>
            <a:spLocks noGrp="1"/>
          </p:cNvSpPr>
          <p:nvPr>
            <p:ph type="pic" sz="quarter" idx="11"/>
          </p:nvPr>
        </p:nvSpPr>
        <p:spPr>
          <a:xfrm>
            <a:off x="2774156" y="2093505"/>
            <a:ext cx="2412207" cy="1681163"/>
          </a:xfrm>
          <a:custGeom>
            <a:avLst/>
            <a:gdLst>
              <a:gd name="connsiteX0" fmla="*/ 0 w 4824413"/>
              <a:gd name="connsiteY0" fmla="*/ 0 h 3362325"/>
              <a:gd name="connsiteX1" fmla="*/ 3106162 w 4824413"/>
              <a:gd name="connsiteY1" fmla="*/ 0 h 3362325"/>
              <a:gd name="connsiteX2" fmla="*/ 4824413 w 4824413"/>
              <a:gd name="connsiteY2" fmla="*/ 3362325 h 3362325"/>
              <a:gd name="connsiteX3" fmla="*/ 1718251 w 4824413"/>
              <a:gd name="connsiteY3" fmla="*/ 3362325 h 3362325"/>
              <a:gd name="connsiteX4" fmla="*/ 0 w 4824413"/>
              <a:gd name="connsiteY4" fmla="*/ 0 h 3362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413" h="3362325">
                <a:moveTo>
                  <a:pt x="0" y="0"/>
                </a:moveTo>
                <a:lnTo>
                  <a:pt x="3106162" y="0"/>
                </a:lnTo>
                <a:lnTo>
                  <a:pt x="4824413" y="3362325"/>
                </a:lnTo>
                <a:lnTo>
                  <a:pt x="1718251" y="3362325"/>
                </a:lnTo>
                <a:cubicBezTo>
                  <a:pt x="1718251" y="3362325"/>
                  <a:pt x="0" y="0"/>
                  <a:pt x="0" y="0"/>
                </a:cubicBezTo>
                <a:close/>
              </a:path>
            </a:pathLst>
          </a:custGeom>
          <a:solidFill>
            <a:schemeClr val="bg1">
              <a:lumMod val="75000"/>
            </a:schemeClr>
          </a:solidFill>
        </p:spPr>
        <p:txBody>
          <a:bodyPr wrap="square" anchor="ctr">
            <a:noAutofit/>
          </a:bodyPr>
          <a:lstStyle>
            <a:lvl1pPr marL="0" indent="0" algn="ctr">
              <a:buNone/>
              <a:defRPr b="0" i="0">
                <a:latin typeface="Barlow Light" pitchFamily="2" charset="77"/>
              </a:defRPr>
            </a:lvl1pPr>
          </a:lstStyle>
          <a:p>
            <a:endParaRPr lang="en-ID"/>
          </a:p>
        </p:txBody>
      </p:sp>
      <p:sp>
        <p:nvSpPr>
          <p:cNvPr id="12" name="Picture Placeholder 11">
            <a:extLst>
              <a:ext uri="{FF2B5EF4-FFF2-40B4-BE49-F238E27FC236}">
                <a16:creationId xmlns:a16="http://schemas.microsoft.com/office/drawing/2014/main" id="{2A0568B0-9DDC-C777-DF32-B0579CECE46A}"/>
              </a:ext>
            </a:extLst>
          </p:cNvPr>
          <p:cNvSpPr>
            <a:spLocks noGrp="1"/>
          </p:cNvSpPr>
          <p:nvPr>
            <p:ph type="pic" sz="quarter" idx="12"/>
          </p:nvPr>
        </p:nvSpPr>
        <p:spPr>
          <a:xfrm>
            <a:off x="4404519" y="2093505"/>
            <a:ext cx="2412207" cy="1681163"/>
          </a:xfrm>
          <a:custGeom>
            <a:avLst/>
            <a:gdLst>
              <a:gd name="connsiteX0" fmla="*/ 0 w 4824413"/>
              <a:gd name="connsiteY0" fmla="*/ 0 h 3362325"/>
              <a:gd name="connsiteX1" fmla="*/ 3106163 w 4824413"/>
              <a:gd name="connsiteY1" fmla="*/ 0 h 3362325"/>
              <a:gd name="connsiteX2" fmla="*/ 4824413 w 4824413"/>
              <a:gd name="connsiteY2" fmla="*/ 3362325 h 3362325"/>
              <a:gd name="connsiteX3" fmla="*/ 1718250 w 4824413"/>
              <a:gd name="connsiteY3" fmla="*/ 3362325 h 3362325"/>
              <a:gd name="connsiteX4" fmla="*/ 0 w 4824413"/>
              <a:gd name="connsiteY4" fmla="*/ 0 h 3362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413" h="3362325">
                <a:moveTo>
                  <a:pt x="0" y="0"/>
                </a:moveTo>
                <a:lnTo>
                  <a:pt x="3106163" y="0"/>
                </a:lnTo>
                <a:lnTo>
                  <a:pt x="4824413" y="3362325"/>
                </a:lnTo>
                <a:lnTo>
                  <a:pt x="1718250" y="3362325"/>
                </a:lnTo>
                <a:cubicBezTo>
                  <a:pt x="1718250" y="3362325"/>
                  <a:pt x="0" y="0"/>
                  <a:pt x="0" y="0"/>
                </a:cubicBezTo>
                <a:close/>
              </a:path>
            </a:pathLst>
          </a:custGeom>
          <a:solidFill>
            <a:schemeClr val="bg1">
              <a:lumMod val="75000"/>
            </a:schemeClr>
          </a:solidFill>
        </p:spPr>
        <p:txBody>
          <a:bodyPr wrap="square" anchor="ctr">
            <a:noAutofit/>
          </a:bodyPr>
          <a:lstStyle>
            <a:lvl1pPr marL="0" indent="0" algn="ctr">
              <a:buNone/>
              <a:defRPr b="0" i="0">
                <a:latin typeface="Barlow Light" pitchFamily="2" charset="77"/>
              </a:defRPr>
            </a:lvl1pPr>
          </a:lstStyle>
          <a:p>
            <a:endParaRPr lang="en-ID"/>
          </a:p>
        </p:txBody>
      </p:sp>
      <p:sp>
        <p:nvSpPr>
          <p:cNvPr id="2" name="AutoShape 5">
            <a:extLst>
              <a:ext uri="{FF2B5EF4-FFF2-40B4-BE49-F238E27FC236}">
                <a16:creationId xmlns:a16="http://schemas.microsoft.com/office/drawing/2014/main" id="{AF49CE77-F837-72BE-171C-F18F0591C7DA}"/>
              </a:ext>
            </a:extLst>
          </p:cNvPr>
          <p:cNvSpPr>
            <a:spLocks/>
          </p:cNvSpPr>
          <p:nvPr userDrawn="1"/>
        </p:nvSpPr>
        <p:spPr bwMode="auto">
          <a:xfrm>
            <a:off x="1143000" y="3760076"/>
            <a:ext cx="2412207" cy="16811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13906" y="21599"/>
                </a:lnTo>
                <a:lnTo>
                  <a:pt x="21600" y="0"/>
                </a:lnTo>
                <a:lnTo>
                  <a:pt x="7693" y="0"/>
                </a:lnTo>
                <a:cubicBezTo>
                  <a:pt x="7693" y="0"/>
                  <a:pt x="0" y="21599"/>
                  <a:pt x="0" y="21599"/>
                </a:cubicBezTo>
                <a:close/>
              </a:path>
            </a:pathLst>
          </a:custGeom>
          <a:gradFill flip="none" rotWithShape="1">
            <a:gsLst>
              <a:gs pos="0">
                <a:schemeClr val="accent3"/>
              </a:gs>
              <a:gs pos="100000">
                <a:schemeClr val="accent1"/>
              </a:gs>
            </a:gsLst>
            <a:lin ang="18900000" scaled="1"/>
            <a:tileRect/>
          </a:gra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b="0" i="0">
              <a:solidFill>
                <a:srgbClr val="FFFFFF"/>
              </a:solidFill>
              <a:effectLst>
                <a:outerShdw blurRad="38100" dist="38100" dir="2700000" algn="tl">
                  <a:srgbClr val="000000"/>
                </a:outerShdw>
              </a:effectLst>
              <a:latin typeface="Barlow Light" pitchFamily="2" charset="77"/>
              <a:ea typeface="ＭＳ Ｐゴシック" charset="0"/>
              <a:cs typeface="Gill Sans" charset="0"/>
              <a:sym typeface="Gill Sans" charset="0"/>
            </a:endParaRPr>
          </a:p>
        </p:txBody>
      </p:sp>
      <p:sp>
        <p:nvSpPr>
          <p:cNvPr id="3" name="AutoShape 8">
            <a:extLst>
              <a:ext uri="{FF2B5EF4-FFF2-40B4-BE49-F238E27FC236}">
                <a16:creationId xmlns:a16="http://schemas.microsoft.com/office/drawing/2014/main" id="{A815115C-D1A1-B01B-523F-4ACA796FC281}"/>
              </a:ext>
            </a:extLst>
          </p:cNvPr>
          <p:cNvSpPr>
            <a:spLocks/>
          </p:cNvSpPr>
          <p:nvPr userDrawn="1"/>
        </p:nvSpPr>
        <p:spPr bwMode="auto">
          <a:xfrm>
            <a:off x="2773363" y="3760076"/>
            <a:ext cx="2412207" cy="16811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13906" y="21599"/>
                </a:lnTo>
                <a:lnTo>
                  <a:pt x="21600" y="0"/>
                </a:lnTo>
                <a:lnTo>
                  <a:pt x="7693" y="0"/>
                </a:lnTo>
                <a:cubicBezTo>
                  <a:pt x="7693" y="0"/>
                  <a:pt x="0" y="21599"/>
                  <a:pt x="0" y="21599"/>
                </a:cubicBezTo>
                <a:close/>
              </a:path>
            </a:pathLst>
          </a:custGeom>
          <a:gradFill flip="none" rotWithShape="1">
            <a:gsLst>
              <a:gs pos="0">
                <a:schemeClr val="accent3"/>
              </a:gs>
              <a:gs pos="100000">
                <a:schemeClr val="accent1"/>
              </a:gs>
            </a:gsLst>
            <a:lin ang="18900000" scaled="1"/>
            <a:tileRect/>
          </a:gra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lvl="0" algn="ctr" defTabSz="228600" fontAlgn="base" hangingPunct="0">
              <a:spcBef>
                <a:spcPct val="0"/>
              </a:spcBef>
              <a:spcAft>
                <a:spcPct val="0"/>
              </a:spcAft>
            </a:pPr>
            <a:endParaRPr lang="en-US" sz="1500" b="0" i="0">
              <a:solidFill>
                <a:srgbClr val="FFFFFF"/>
              </a:solidFill>
              <a:effectLst>
                <a:outerShdw blurRad="38100" dist="38100" dir="2700000" algn="tl">
                  <a:srgbClr val="000000"/>
                </a:outerShdw>
              </a:effectLst>
              <a:latin typeface="Barlow Light" pitchFamily="2" charset="77"/>
              <a:ea typeface="ＭＳ Ｐゴシック" charset="0"/>
              <a:cs typeface="Gill Sans" charset="0"/>
              <a:sym typeface="Gill Sans" charset="0"/>
            </a:endParaRPr>
          </a:p>
        </p:txBody>
      </p:sp>
      <p:sp>
        <p:nvSpPr>
          <p:cNvPr id="4" name="AutoShape 11">
            <a:extLst>
              <a:ext uri="{FF2B5EF4-FFF2-40B4-BE49-F238E27FC236}">
                <a16:creationId xmlns:a16="http://schemas.microsoft.com/office/drawing/2014/main" id="{D90676F1-F58F-0583-B50E-012752DA9D2D}"/>
              </a:ext>
            </a:extLst>
          </p:cNvPr>
          <p:cNvSpPr>
            <a:spLocks/>
          </p:cNvSpPr>
          <p:nvPr userDrawn="1"/>
        </p:nvSpPr>
        <p:spPr bwMode="auto">
          <a:xfrm>
            <a:off x="4403725" y="3760076"/>
            <a:ext cx="2412207" cy="16811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13906" y="21599"/>
                </a:lnTo>
                <a:lnTo>
                  <a:pt x="21600" y="0"/>
                </a:lnTo>
                <a:lnTo>
                  <a:pt x="7693" y="0"/>
                </a:lnTo>
                <a:cubicBezTo>
                  <a:pt x="7693" y="0"/>
                  <a:pt x="0" y="21599"/>
                  <a:pt x="0" y="21599"/>
                </a:cubicBezTo>
                <a:close/>
              </a:path>
            </a:pathLst>
          </a:custGeom>
          <a:gradFill flip="none" rotWithShape="1">
            <a:gsLst>
              <a:gs pos="0">
                <a:schemeClr val="accent3"/>
              </a:gs>
              <a:gs pos="100000">
                <a:schemeClr val="accent1"/>
              </a:gs>
            </a:gsLst>
            <a:lin ang="18900000" scaled="1"/>
            <a:tileRect/>
          </a:gra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lvl="0" algn="ctr" defTabSz="228600" fontAlgn="base" hangingPunct="0">
              <a:spcBef>
                <a:spcPct val="0"/>
              </a:spcBef>
              <a:spcAft>
                <a:spcPct val="0"/>
              </a:spcAft>
            </a:pPr>
            <a:endParaRPr lang="en-US" sz="1500" b="0" i="0">
              <a:solidFill>
                <a:srgbClr val="FFFFFF"/>
              </a:solidFill>
              <a:effectLst>
                <a:outerShdw blurRad="38100" dist="38100" dir="2700000" algn="tl">
                  <a:srgbClr val="000000"/>
                </a:outerShdw>
              </a:effectLst>
              <a:latin typeface="Barlow Light" pitchFamily="2" charset="77"/>
              <a:ea typeface="ＭＳ Ｐゴシック" charset="0"/>
              <a:cs typeface="Gill Sans" charset="0"/>
              <a:sym typeface="Gill Sans" charset="0"/>
            </a:endParaRPr>
          </a:p>
        </p:txBody>
      </p:sp>
      <p:pic>
        <p:nvPicPr>
          <p:cNvPr id="16" name="Picture 15">
            <a:extLst>
              <a:ext uri="{FF2B5EF4-FFF2-40B4-BE49-F238E27FC236}">
                <a16:creationId xmlns:a16="http://schemas.microsoft.com/office/drawing/2014/main" id="{D7C4D499-456E-CB00-5AC3-680A1E07B8E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17" name="Straight Connector 16">
            <a:extLst>
              <a:ext uri="{FF2B5EF4-FFF2-40B4-BE49-F238E27FC236}">
                <a16:creationId xmlns:a16="http://schemas.microsoft.com/office/drawing/2014/main" id="{F2B67E1B-A46A-68F2-21BE-68F0F179547D}"/>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7" name="Text Placeholder 6">
            <a:extLst>
              <a:ext uri="{FF2B5EF4-FFF2-40B4-BE49-F238E27FC236}">
                <a16:creationId xmlns:a16="http://schemas.microsoft.com/office/drawing/2014/main" id="{22CDF359-46C1-E2FA-60C1-A83BDD89008A}"/>
              </a:ext>
            </a:extLst>
          </p:cNvPr>
          <p:cNvSpPr>
            <a:spLocks noGrp="1"/>
          </p:cNvSpPr>
          <p:nvPr>
            <p:ph type="body" sz="quarter" idx="14"/>
          </p:nvPr>
        </p:nvSpPr>
        <p:spPr>
          <a:xfrm>
            <a:off x="7323138" y="2317750"/>
            <a:ext cx="4106862" cy="3027363"/>
          </a:xfrm>
          <a:prstGeom prst="rect">
            <a:avLst/>
          </a:prstGeom>
        </p:spPr>
        <p:txBody>
          <a:bodyPr/>
          <a:lstStyle>
            <a:lvl1pPr marL="171450" indent="-171450">
              <a:buClr>
                <a:schemeClr val="bg2"/>
              </a:buClr>
              <a:buFont typeface="Arial" panose="020B0604020202020204" pitchFamily="34" charset="0"/>
              <a:buChar char="•"/>
              <a:tabLst/>
              <a:defRPr b="0" i="0">
                <a:latin typeface="Barlow Light" pitchFamily="2" charset="77"/>
              </a:defRPr>
            </a:lvl1pPr>
            <a:lvl2pPr marL="571500" indent="-173038">
              <a:buClr>
                <a:schemeClr val="bg2"/>
              </a:buClr>
              <a:buFont typeface="Arial" panose="020B0604020202020204" pitchFamily="34" charset="0"/>
              <a:buChar char="•"/>
              <a:tabLst/>
              <a:defRPr b="0" i="0">
                <a:latin typeface="Barlow Light" pitchFamily="2" charset="77"/>
              </a:defRPr>
            </a:lvl2pPr>
            <a:lvl3pPr marL="1316038" indent="-173038">
              <a:buClr>
                <a:schemeClr val="bg2"/>
              </a:buClr>
              <a:buFont typeface="Arial" panose="020B0604020202020204" pitchFamily="34" charset="0"/>
              <a:buChar char="•"/>
              <a:tabLst/>
              <a:defRPr b="0" i="0">
                <a:latin typeface="Barlow Light" pitchFamily="2" charset="77"/>
              </a:defRPr>
            </a:lvl3pPr>
            <a:lvl4pPr marL="1716088" indent="-173038">
              <a:buClr>
                <a:schemeClr val="bg2"/>
              </a:buClr>
              <a:buFont typeface="Arial" panose="020B0604020202020204" pitchFamily="34" charset="0"/>
              <a:buChar char="•"/>
              <a:tabLst/>
              <a:defRPr b="0" i="0">
                <a:latin typeface="Barlow Light" pitchFamily="2" charset="77"/>
              </a:defRPr>
            </a:lvl4pPr>
            <a:lvl5pPr marL="2060575" indent="-171450">
              <a:buClr>
                <a:schemeClr val="bg2"/>
              </a:buClr>
              <a:buFont typeface="Arial" panose="020B0604020202020204" pitchFamily="34" charset="0"/>
              <a:buChar char="•"/>
              <a:tabLst/>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2F88BC38-FAA6-DCF3-AB1D-F1A0C3420D6A}"/>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8" name="Text Placeholder 6">
            <a:extLst>
              <a:ext uri="{FF2B5EF4-FFF2-40B4-BE49-F238E27FC236}">
                <a16:creationId xmlns:a16="http://schemas.microsoft.com/office/drawing/2014/main" id="{FA36F64A-6A8F-5BED-AB38-56C6BCF5F716}"/>
              </a:ext>
            </a:extLst>
          </p:cNvPr>
          <p:cNvSpPr>
            <a:spLocks noGrp="1"/>
          </p:cNvSpPr>
          <p:nvPr>
            <p:ph type="body" sz="quarter" idx="15"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2079420835"/>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userDrawn="1">
          <p15:clr>
            <a:srgbClr val="FBAE40"/>
          </p15:clr>
        </p15:guide>
        <p15:guide id="3" pos="720" userDrawn="1">
          <p15:clr>
            <a:srgbClr val="FBAE40"/>
          </p15:clr>
        </p15:guide>
        <p15:guide id="4" pos="576" userDrawn="1">
          <p15:clr>
            <a:srgbClr val="FBAE40"/>
          </p15:clr>
        </p15:guide>
        <p15:guide id="5" pos="3840" userDrawn="1">
          <p15:clr>
            <a:srgbClr val="FBAE40"/>
          </p15:clr>
        </p15:guide>
        <p15:guide id="6" pos="360" userDrawn="1">
          <p15:clr>
            <a:srgbClr val="FBAE40"/>
          </p15:clr>
        </p15:guide>
        <p15:guide id="7" pos="312" userDrawn="1">
          <p15:clr>
            <a:srgbClr val="FBAE40"/>
          </p15:clr>
        </p15:guide>
        <p15:guide id="8" pos="408" userDrawn="1">
          <p15:clr>
            <a:srgbClr val="FBAE40"/>
          </p15:clr>
        </p15:guide>
        <p15:guide id="9" orient="horz" pos="2160"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hotos in arrows + content">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FAB2FC63-314B-299A-C21B-ED1B13D5A24C}"/>
              </a:ext>
            </a:extLst>
          </p:cNvPr>
          <p:cNvSpPr>
            <a:spLocks noGrp="1"/>
          </p:cNvSpPr>
          <p:nvPr>
            <p:ph type="pic" sz="quarter" idx="10"/>
          </p:nvPr>
        </p:nvSpPr>
        <p:spPr>
          <a:xfrm>
            <a:off x="1142204" y="2085621"/>
            <a:ext cx="2413796" cy="3347734"/>
          </a:xfrm>
          <a:custGeom>
            <a:avLst/>
            <a:gdLst>
              <a:gd name="connsiteX0" fmla="*/ 1589 w 2413796"/>
              <a:gd name="connsiteY0" fmla="*/ 0 h 3347734"/>
              <a:gd name="connsiteX1" fmla="*/ 1554671 w 2413796"/>
              <a:gd name="connsiteY1" fmla="*/ 0 h 3347734"/>
              <a:gd name="connsiteX2" fmla="*/ 2413796 w 2413796"/>
              <a:gd name="connsiteY2" fmla="*/ 1681163 h 3347734"/>
              <a:gd name="connsiteX3" fmla="*/ 2412052 w 2413796"/>
              <a:gd name="connsiteY3" fmla="*/ 1681163 h 3347734"/>
              <a:gd name="connsiteX4" fmla="*/ 1563684 w 2413796"/>
              <a:gd name="connsiteY4" fmla="*/ 3347734 h 3347734"/>
              <a:gd name="connsiteX5" fmla="*/ 0 w 2413796"/>
              <a:gd name="connsiteY5" fmla="*/ 3347734 h 3347734"/>
              <a:gd name="connsiteX6" fmla="*/ 848523 w 2413796"/>
              <a:gd name="connsiteY6" fmla="*/ 1680859 h 3347734"/>
              <a:gd name="connsiteX7" fmla="*/ 860559 w 2413796"/>
              <a:gd name="connsiteY7" fmla="*/ 1680859 h 3347734"/>
              <a:gd name="connsiteX8" fmla="*/ 851066 w 2413796"/>
              <a:gd name="connsiteY8" fmla="*/ 1662283 h 3347734"/>
              <a:gd name="connsiteX9" fmla="*/ 1589 w 2413796"/>
              <a:gd name="connsiteY9" fmla="*/ 0 h 3347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13796" h="3347734">
                <a:moveTo>
                  <a:pt x="1589" y="0"/>
                </a:moveTo>
                <a:lnTo>
                  <a:pt x="1554671" y="0"/>
                </a:lnTo>
                <a:lnTo>
                  <a:pt x="2413796" y="1681163"/>
                </a:lnTo>
                <a:lnTo>
                  <a:pt x="2412052" y="1681163"/>
                </a:lnTo>
                <a:lnTo>
                  <a:pt x="1563684" y="3347734"/>
                </a:lnTo>
                <a:lnTo>
                  <a:pt x="0" y="3347734"/>
                </a:lnTo>
                <a:lnTo>
                  <a:pt x="848523" y="1680859"/>
                </a:lnTo>
                <a:lnTo>
                  <a:pt x="860559" y="1680859"/>
                </a:lnTo>
                <a:lnTo>
                  <a:pt x="851066" y="1662283"/>
                </a:lnTo>
                <a:cubicBezTo>
                  <a:pt x="756680" y="1477585"/>
                  <a:pt x="1589" y="0"/>
                  <a:pt x="1589" y="0"/>
                </a:cubicBezTo>
                <a:close/>
              </a:path>
            </a:pathLst>
          </a:custGeom>
          <a:solidFill>
            <a:schemeClr val="bg1">
              <a:lumMod val="75000"/>
            </a:schemeClr>
          </a:solidFill>
        </p:spPr>
        <p:txBody>
          <a:bodyPr wrap="square" anchor="ctr">
            <a:noAutofit/>
          </a:bodyPr>
          <a:lstStyle>
            <a:lvl1pPr marL="0" indent="0" algn="ctr">
              <a:buNone/>
              <a:defRPr b="0" i="0">
                <a:latin typeface="Barlow Light" pitchFamily="2" charset="77"/>
              </a:defRPr>
            </a:lvl1pPr>
          </a:lstStyle>
          <a:p>
            <a:endParaRPr lang="en-ID"/>
          </a:p>
        </p:txBody>
      </p:sp>
      <p:sp>
        <p:nvSpPr>
          <p:cNvPr id="27" name="Picture Placeholder 26">
            <a:extLst>
              <a:ext uri="{FF2B5EF4-FFF2-40B4-BE49-F238E27FC236}">
                <a16:creationId xmlns:a16="http://schemas.microsoft.com/office/drawing/2014/main" id="{9ED3BEA1-FA83-F08E-2EE4-82CBDE68B1F2}"/>
              </a:ext>
            </a:extLst>
          </p:cNvPr>
          <p:cNvSpPr>
            <a:spLocks noGrp="1"/>
          </p:cNvSpPr>
          <p:nvPr>
            <p:ph type="pic" sz="quarter" idx="11"/>
          </p:nvPr>
        </p:nvSpPr>
        <p:spPr>
          <a:xfrm>
            <a:off x="2774155" y="2085621"/>
            <a:ext cx="2418556" cy="3347734"/>
          </a:xfrm>
          <a:custGeom>
            <a:avLst/>
            <a:gdLst>
              <a:gd name="connsiteX0" fmla="*/ 0 w 2418556"/>
              <a:gd name="connsiteY0" fmla="*/ 0 h 3347734"/>
              <a:gd name="connsiteX1" fmla="*/ 1553082 w 2418556"/>
              <a:gd name="connsiteY1" fmla="*/ 0 h 3347734"/>
              <a:gd name="connsiteX2" fmla="*/ 2412052 w 2418556"/>
              <a:gd name="connsiteY2" fmla="*/ 1680859 h 3347734"/>
              <a:gd name="connsiteX3" fmla="*/ 2418556 w 2418556"/>
              <a:gd name="connsiteY3" fmla="*/ 1680859 h 3347734"/>
              <a:gd name="connsiteX4" fmla="*/ 1570033 w 2418556"/>
              <a:gd name="connsiteY4" fmla="*/ 3347734 h 3347734"/>
              <a:gd name="connsiteX5" fmla="*/ 6349 w 2418556"/>
              <a:gd name="connsiteY5" fmla="*/ 3347734 h 3347734"/>
              <a:gd name="connsiteX6" fmla="*/ 854872 w 2418556"/>
              <a:gd name="connsiteY6" fmla="*/ 1680859 h 3347734"/>
              <a:gd name="connsiteX7" fmla="*/ 858971 w 2418556"/>
              <a:gd name="connsiteY7" fmla="*/ 1680859 h 3347734"/>
              <a:gd name="connsiteX8" fmla="*/ 849478 w 2418556"/>
              <a:gd name="connsiteY8" fmla="*/ 1662283 h 3347734"/>
              <a:gd name="connsiteX9" fmla="*/ 0 w 2418556"/>
              <a:gd name="connsiteY9" fmla="*/ 0 h 3347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18556" h="3347734">
                <a:moveTo>
                  <a:pt x="0" y="0"/>
                </a:moveTo>
                <a:lnTo>
                  <a:pt x="1553082" y="0"/>
                </a:lnTo>
                <a:lnTo>
                  <a:pt x="2412052" y="1680859"/>
                </a:lnTo>
                <a:lnTo>
                  <a:pt x="2418556" y="1680859"/>
                </a:lnTo>
                <a:lnTo>
                  <a:pt x="1570033" y="3347734"/>
                </a:lnTo>
                <a:lnTo>
                  <a:pt x="6349" y="3347734"/>
                </a:lnTo>
                <a:lnTo>
                  <a:pt x="854872" y="1680859"/>
                </a:lnTo>
                <a:lnTo>
                  <a:pt x="858971" y="1680859"/>
                </a:lnTo>
                <a:lnTo>
                  <a:pt x="849478" y="1662283"/>
                </a:lnTo>
                <a:cubicBezTo>
                  <a:pt x="755091" y="1477585"/>
                  <a:pt x="0" y="0"/>
                  <a:pt x="0" y="0"/>
                </a:cubicBezTo>
                <a:close/>
              </a:path>
            </a:pathLst>
          </a:custGeom>
          <a:solidFill>
            <a:schemeClr val="bg1">
              <a:lumMod val="75000"/>
            </a:schemeClr>
          </a:solidFill>
        </p:spPr>
        <p:txBody>
          <a:bodyPr wrap="square" anchor="ctr">
            <a:noAutofit/>
          </a:bodyPr>
          <a:lstStyle>
            <a:lvl1pPr marL="0" indent="0" algn="ctr">
              <a:buNone/>
              <a:defRPr b="0" i="0">
                <a:latin typeface="Barlow Light" pitchFamily="2" charset="77"/>
              </a:defRPr>
            </a:lvl1pPr>
          </a:lstStyle>
          <a:p>
            <a:endParaRPr lang="en-ID"/>
          </a:p>
        </p:txBody>
      </p:sp>
      <p:sp>
        <p:nvSpPr>
          <p:cNvPr id="28" name="Picture Placeholder 27">
            <a:extLst>
              <a:ext uri="{FF2B5EF4-FFF2-40B4-BE49-F238E27FC236}">
                <a16:creationId xmlns:a16="http://schemas.microsoft.com/office/drawing/2014/main" id="{6F00ED62-6B47-71D3-7561-8F0D4E919894}"/>
              </a:ext>
            </a:extLst>
          </p:cNvPr>
          <p:cNvSpPr>
            <a:spLocks noGrp="1"/>
          </p:cNvSpPr>
          <p:nvPr>
            <p:ph type="pic" sz="quarter" idx="12"/>
          </p:nvPr>
        </p:nvSpPr>
        <p:spPr>
          <a:xfrm>
            <a:off x="4404519" y="2085621"/>
            <a:ext cx="2413793" cy="3347734"/>
          </a:xfrm>
          <a:custGeom>
            <a:avLst/>
            <a:gdLst>
              <a:gd name="connsiteX0" fmla="*/ 0 w 2413793"/>
              <a:gd name="connsiteY0" fmla="*/ 0 h 3347734"/>
              <a:gd name="connsiteX1" fmla="*/ 1553082 w 2413793"/>
              <a:gd name="connsiteY1" fmla="*/ 0 h 3347734"/>
              <a:gd name="connsiteX2" fmla="*/ 2412052 w 2413793"/>
              <a:gd name="connsiteY2" fmla="*/ 1680859 h 3347734"/>
              <a:gd name="connsiteX3" fmla="*/ 2413793 w 2413793"/>
              <a:gd name="connsiteY3" fmla="*/ 1680859 h 3347734"/>
              <a:gd name="connsiteX4" fmla="*/ 1565270 w 2413793"/>
              <a:gd name="connsiteY4" fmla="*/ 3347734 h 3347734"/>
              <a:gd name="connsiteX5" fmla="*/ 1586 w 2413793"/>
              <a:gd name="connsiteY5" fmla="*/ 3347734 h 3347734"/>
              <a:gd name="connsiteX6" fmla="*/ 850109 w 2413793"/>
              <a:gd name="connsiteY6" fmla="*/ 1680859 h 3347734"/>
              <a:gd name="connsiteX7" fmla="*/ 858970 w 2413793"/>
              <a:gd name="connsiteY7" fmla="*/ 1680859 h 3347734"/>
              <a:gd name="connsiteX8" fmla="*/ 849477 w 2413793"/>
              <a:gd name="connsiteY8" fmla="*/ 1662283 h 3347734"/>
              <a:gd name="connsiteX9" fmla="*/ 0 w 2413793"/>
              <a:gd name="connsiteY9" fmla="*/ 0 h 3347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13793" h="3347734">
                <a:moveTo>
                  <a:pt x="0" y="0"/>
                </a:moveTo>
                <a:lnTo>
                  <a:pt x="1553082" y="0"/>
                </a:lnTo>
                <a:lnTo>
                  <a:pt x="2412052" y="1680859"/>
                </a:lnTo>
                <a:lnTo>
                  <a:pt x="2413793" y="1680859"/>
                </a:lnTo>
                <a:lnTo>
                  <a:pt x="1565270" y="3347734"/>
                </a:lnTo>
                <a:lnTo>
                  <a:pt x="1586" y="3347734"/>
                </a:lnTo>
                <a:lnTo>
                  <a:pt x="850109" y="1680859"/>
                </a:lnTo>
                <a:lnTo>
                  <a:pt x="858970" y="1680859"/>
                </a:lnTo>
                <a:lnTo>
                  <a:pt x="849477" y="1662283"/>
                </a:lnTo>
                <a:cubicBezTo>
                  <a:pt x="755091" y="1477585"/>
                  <a:pt x="0" y="0"/>
                  <a:pt x="0" y="0"/>
                </a:cubicBezTo>
                <a:close/>
              </a:path>
            </a:pathLst>
          </a:custGeom>
          <a:solidFill>
            <a:schemeClr val="bg1">
              <a:lumMod val="75000"/>
            </a:schemeClr>
          </a:solidFill>
        </p:spPr>
        <p:txBody>
          <a:bodyPr wrap="square" anchor="ctr">
            <a:noAutofit/>
          </a:bodyPr>
          <a:lstStyle>
            <a:lvl1pPr marL="0" indent="0" algn="ctr">
              <a:buNone/>
              <a:defRPr b="0" i="0">
                <a:latin typeface="Barlow Light" pitchFamily="2" charset="77"/>
              </a:defRPr>
            </a:lvl1pPr>
          </a:lstStyle>
          <a:p>
            <a:endParaRPr lang="en-ID"/>
          </a:p>
        </p:txBody>
      </p:sp>
      <p:pic>
        <p:nvPicPr>
          <p:cNvPr id="31" name="Picture 30">
            <a:extLst>
              <a:ext uri="{FF2B5EF4-FFF2-40B4-BE49-F238E27FC236}">
                <a16:creationId xmlns:a16="http://schemas.microsoft.com/office/drawing/2014/main" id="{69BB6021-F09C-52A7-4E26-5EF8F86996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32" name="Straight Connector 31">
            <a:extLst>
              <a:ext uri="{FF2B5EF4-FFF2-40B4-BE49-F238E27FC236}">
                <a16:creationId xmlns:a16="http://schemas.microsoft.com/office/drawing/2014/main" id="{27325338-CB31-6C91-C630-D5E87B54DA4C}"/>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ext Placeholder 6">
            <a:extLst>
              <a:ext uri="{FF2B5EF4-FFF2-40B4-BE49-F238E27FC236}">
                <a16:creationId xmlns:a16="http://schemas.microsoft.com/office/drawing/2014/main" id="{D363F868-27B6-1FBA-6CAE-9CACA734D505}"/>
              </a:ext>
            </a:extLst>
          </p:cNvPr>
          <p:cNvSpPr>
            <a:spLocks noGrp="1"/>
          </p:cNvSpPr>
          <p:nvPr>
            <p:ph type="body" sz="quarter" idx="14"/>
          </p:nvPr>
        </p:nvSpPr>
        <p:spPr>
          <a:xfrm>
            <a:off x="7323138" y="2317750"/>
            <a:ext cx="4106862" cy="3027363"/>
          </a:xfrm>
          <a:prstGeom prst="rect">
            <a:avLst/>
          </a:prstGeom>
        </p:spPr>
        <p:txBody>
          <a:bodyPr/>
          <a:lstStyle>
            <a:lvl1pPr marL="171450" indent="-171450">
              <a:buClr>
                <a:schemeClr val="bg2"/>
              </a:buClr>
              <a:buFont typeface="Arial" panose="020B0604020202020204" pitchFamily="34" charset="0"/>
              <a:buChar char="•"/>
              <a:tabLst/>
              <a:defRPr b="0" i="0">
                <a:latin typeface="Barlow Light" pitchFamily="2" charset="77"/>
              </a:defRPr>
            </a:lvl1pPr>
            <a:lvl2pPr marL="571500" indent="-173038">
              <a:buClr>
                <a:schemeClr val="bg2"/>
              </a:buClr>
              <a:buFont typeface="Arial" panose="020B0604020202020204" pitchFamily="34" charset="0"/>
              <a:buChar char="•"/>
              <a:tabLst/>
              <a:defRPr b="0" i="0">
                <a:latin typeface="Barlow Light" pitchFamily="2" charset="77"/>
              </a:defRPr>
            </a:lvl2pPr>
            <a:lvl3pPr marL="1316038" indent="-173038">
              <a:buClr>
                <a:schemeClr val="bg2"/>
              </a:buClr>
              <a:buFont typeface="Arial" panose="020B0604020202020204" pitchFamily="34" charset="0"/>
              <a:buChar char="•"/>
              <a:tabLst/>
              <a:defRPr b="0" i="0">
                <a:latin typeface="Barlow Light" pitchFamily="2" charset="77"/>
              </a:defRPr>
            </a:lvl3pPr>
            <a:lvl4pPr marL="1716088" indent="-173038">
              <a:buClr>
                <a:schemeClr val="bg2"/>
              </a:buClr>
              <a:buFont typeface="Arial" panose="020B0604020202020204" pitchFamily="34" charset="0"/>
              <a:buChar char="•"/>
              <a:tabLst/>
              <a:defRPr b="0" i="0">
                <a:latin typeface="Barlow Light" pitchFamily="2" charset="77"/>
              </a:defRPr>
            </a:lvl4pPr>
            <a:lvl5pPr marL="2060575" indent="-171450">
              <a:buClr>
                <a:schemeClr val="bg2"/>
              </a:buClr>
              <a:buFont typeface="Arial" panose="020B0604020202020204" pitchFamily="34" charset="0"/>
              <a:buChar char="•"/>
              <a:tabLst/>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1">
            <a:extLst>
              <a:ext uri="{FF2B5EF4-FFF2-40B4-BE49-F238E27FC236}">
                <a16:creationId xmlns:a16="http://schemas.microsoft.com/office/drawing/2014/main" id="{DF9345D2-2D6C-7F4C-F37B-3E90E3604196}"/>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8B0312FD-B4BC-C3C2-1AB2-056975276BA8}"/>
              </a:ext>
            </a:extLst>
          </p:cNvPr>
          <p:cNvSpPr>
            <a:spLocks noGrp="1"/>
          </p:cNvSpPr>
          <p:nvPr>
            <p:ph type="body" sz="quarter" idx="15"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383393034"/>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userDrawn="1">
          <p15:clr>
            <a:srgbClr val="FBAE40"/>
          </p15:clr>
        </p15:guide>
        <p15:guide id="3" pos="720" userDrawn="1">
          <p15:clr>
            <a:srgbClr val="FBAE40"/>
          </p15:clr>
        </p15:guide>
        <p15:guide id="4" pos="576" userDrawn="1">
          <p15:clr>
            <a:srgbClr val="FBAE40"/>
          </p15:clr>
        </p15:guide>
        <p15:guide id="5" pos="3840" userDrawn="1">
          <p15:clr>
            <a:srgbClr val="FBAE40"/>
          </p15:clr>
        </p15:guide>
        <p15:guide id="6" pos="360" userDrawn="1">
          <p15:clr>
            <a:srgbClr val="FBAE40"/>
          </p15:clr>
        </p15:guide>
        <p15:guide id="7" pos="312" userDrawn="1">
          <p15:clr>
            <a:srgbClr val="FBAE40"/>
          </p15:clr>
        </p15:guide>
        <p15:guide id="8" pos="408" userDrawn="1">
          <p15:clr>
            <a:srgbClr val="FBAE40"/>
          </p15:clr>
        </p15:guide>
        <p15:guide id="9" orient="horz" pos="2160"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One photo in 3 arrows + conten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5AB3FA-88B0-AD73-CF67-B054544AC93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4" name="Straight Connector 3">
            <a:extLst>
              <a:ext uri="{FF2B5EF4-FFF2-40B4-BE49-F238E27FC236}">
                <a16:creationId xmlns:a16="http://schemas.microsoft.com/office/drawing/2014/main" id="{86CE37D9-A25B-57CB-E283-27CCF9A32511}"/>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5" name="Text Placeholder 6">
            <a:extLst>
              <a:ext uri="{FF2B5EF4-FFF2-40B4-BE49-F238E27FC236}">
                <a16:creationId xmlns:a16="http://schemas.microsoft.com/office/drawing/2014/main" id="{BAABD523-4538-6DEA-66E0-ACDE3CA245E2}"/>
              </a:ext>
            </a:extLst>
          </p:cNvPr>
          <p:cNvSpPr>
            <a:spLocks noGrp="1"/>
          </p:cNvSpPr>
          <p:nvPr>
            <p:ph type="body" sz="quarter" idx="14"/>
          </p:nvPr>
        </p:nvSpPr>
        <p:spPr>
          <a:xfrm>
            <a:off x="7323138" y="2317750"/>
            <a:ext cx="4106862" cy="3027363"/>
          </a:xfrm>
          <a:prstGeom prst="rect">
            <a:avLst/>
          </a:prstGeom>
        </p:spPr>
        <p:txBody>
          <a:bodyPr/>
          <a:lstStyle>
            <a:lvl1pPr marL="171450" indent="-171450">
              <a:buClr>
                <a:schemeClr val="bg2"/>
              </a:buClr>
              <a:buFont typeface="Arial" panose="020B0604020202020204" pitchFamily="34" charset="0"/>
              <a:buChar char="•"/>
              <a:tabLst/>
              <a:defRPr b="0" i="0">
                <a:latin typeface="Barlow Light" pitchFamily="2" charset="77"/>
              </a:defRPr>
            </a:lvl1pPr>
            <a:lvl2pPr marL="571500" indent="-173038">
              <a:buClr>
                <a:schemeClr val="bg2"/>
              </a:buClr>
              <a:buFont typeface="Arial" panose="020B0604020202020204" pitchFamily="34" charset="0"/>
              <a:buChar char="•"/>
              <a:tabLst/>
              <a:defRPr b="0" i="0">
                <a:latin typeface="Barlow Light" pitchFamily="2" charset="77"/>
              </a:defRPr>
            </a:lvl2pPr>
            <a:lvl3pPr marL="1316038" indent="-173038">
              <a:buClr>
                <a:schemeClr val="bg2"/>
              </a:buClr>
              <a:buFont typeface="Arial" panose="020B0604020202020204" pitchFamily="34" charset="0"/>
              <a:buChar char="•"/>
              <a:tabLst/>
              <a:defRPr b="0" i="0">
                <a:latin typeface="Barlow Light" pitchFamily="2" charset="77"/>
              </a:defRPr>
            </a:lvl3pPr>
            <a:lvl4pPr marL="1716088" indent="-173038">
              <a:buClr>
                <a:schemeClr val="bg2"/>
              </a:buClr>
              <a:buFont typeface="Arial" panose="020B0604020202020204" pitchFamily="34" charset="0"/>
              <a:buChar char="•"/>
              <a:tabLst/>
              <a:defRPr b="0" i="0">
                <a:latin typeface="Barlow Light" pitchFamily="2" charset="77"/>
              </a:defRPr>
            </a:lvl4pPr>
            <a:lvl5pPr marL="2060575" indent="-171450">
              <a:buClr>
                <a:schemeClr val="bg2"/>
              </a:buClr>
              <a:buFont typeface="Arial" panose="020B0604020202020204" pitchFamily="34" charset="0"/>
              <a:buChar char="•"/>
              <a:tabLst/>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D59BE4BD-CAD4-9989-D406-23D8AD0ED652}"/>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7" name="Text Placeholder 6">
            <a:extLst>
              <a:ext uri="{FF2B5EF4-FFF2-40B4-BE49-F238E27FC236}">
                <a16:creationId xmlns:a16="http://schemas.microsoft.com/office/drawing/2014/main" id="{24A39913-7414-0F69-C751-2D9F6B3D74DE}"/>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8" name="Picture Placeholder 1">
            <a:extLst>
              <a:ext uri="{FF2B5EF4-FFF2-40B4-BE49-F238E27FC236}">
                <a16:creationId xmlns:a16="http://schemas.microsoft.com/office/drawing/2014/main" id="{0CE3CF6B-8B25-ADAD-9122-52BBF46E7EFD}"/>
              </a:ext>
            </a:extLst>
          </p:cNvPr>
          <p:cNvSpPr>
            <a:spLocks noGrp="1"/>
          </p:cNvSpPr>
          <p:nvPr>
            <p:ph type="pic" sz="quarter" idx="16"/>
          </p:nvPr>
        </p:nvSpPr>
        <p:spPr>
          <a:xfrm>
            <a:off x="1142204" y="2080576"/>
            <a:ext cx="5676108" cy="3347734"/>
          </a:xfrm>
          <a:custGeom>
            <a:avLst/>
            <a:gdLst>
              <a:gd name="connsiteX0" fmla="*/ 3262315 w 5676108"/>
              <a:gd name="connsiteY0" fmla="*/ 0 h 3347734"/>
              <a:gd name="connsiteX1" fmla="*/ 4815397 w 5676108"/>
              <a:gd name="connsiteY1" fmla="*/ 0 h 3347734"/>
              <a:gd name="connsiteX2" fmla="*/ 5674367 w 5676108"/>
              <a:gd name="connsiteY2" fmla="*/ 1680859 h 3347734"/>
              <a:gd name="connsiteX3" fmla="*/ 5676108 w 5676108"/>
              <a:gd name="connsiteY3" fmla="*/ 1680859 h 3347734"/>
              <a:gd name="connsiteX4" fmla="*/ 4827585 w 5676108"/>
              <a:gd name="connsiteY4" fmla="*/ 3347734 h 3347734"/>
              <a:gd name="connsiteX5" fmla="*/ 3263901 w 5676108"/>
              <a:gd name="connsiteY5" fmla="*/ 3347734 h 3347734"/>
              <a:gd name="connsiteX6" fmla="*/ 4112424 w 5676108"/>
              <a:gd name="connsiteY6" fmla="*/ 1680859 h 3347734"/>
              <a:gd name="connsiteX7" fmla="*/ 4121285 w 5676108"/>
              <a:gd name="connsiteY7" fmla="*/ 1680859 h 3347734"/>
              <a:gd name="connsiteX8" fmla="*/ 4111792 w 5676108"/>
              <a:gd name="connsiteY8" fmla="*/ 1662283 h 3347734"/>
              <a:gd name="connsiteX9" fmla="*/ 3262315 w 5676108"/>
              <a:gd name="connsiteY9" fmla="*/ 0 h 3347734"/>
              <a:gd name="connsiteX10" fmla="*/ 1631951 w 5676108"/>
              <a:gd name="connsiteY10" fmla="*/ 0 h 3347734"/>
              <a:gd name="connsiteX11" fmla="*/ 3185033 w 5676108"/>
              <a:gd name="connsiteY11" fmla="*/ 0 h 3347734"/>
              <a:gd name="connsiteX12" fmla="*/ 4044003 w 5676108"/>
              <a:gd name="connsiteY12" fmla="*/ 1680859 h 3347734"/>
              <a:gd name="connsiteX13" fmla="*/ 4050507 w 5676108"/>
              <a:gd name="connsiteY13" fmla="*/ 1680859 h 3347734"/>
              <a:gd name="connsiteX14" fmla="*/ 3201984 w 5676108"/>
              <a:gd name="connsiteY14" fmla="*/ 3347734 h 3347734"/>
              <a:gd name="connsiteX15" fmla="*/ 1638300 w 5676108"/>
              <a:gd name="connsiteY15" fmla="*/ 3347734 h 3347734"/>
              <a:gd name="connsiteX16" fmla="*/ 2486823 w 5676108"/>
              <a:gd name="connsiteY16" fmla="*/ 1680859 h 3347734"/>
              <a:gd name="connsiteX17" fmla="*/ 2490922 w 5676108"/>
              <a:gd name="connsiteY17" fmla="*/ 1680859 h 3347734"/>
              <a:gd name="connsiteX18" fmla="*/ 2481429 w 5676108"/>
              <a:gd name="connsiteY18" fmla="*/ 1662283 h 3347734"/>
              <a:gd name="connsiteX19" fmla="*/ 1631951 w 5676108"/>
              <a:gd name="connsiteY19" fmla="*/ 0 h 3347734"/>
              <a:gd name="connsiteX20" fmla="*/ 1589 w 5676108"/>
              <a:gd name="connsiteY20" fmla="*/ 0 h 3347734"/>
              <a:gd name="connsiteX21" fmla="*/ 1554671 w 5676108"/>
              <a:gd name="connsiteY21" fmla="*/ 0 h 3347734"/>
              <a:gd name="connsiteX22" fmla="*/ 2413796 w 5676108"/>
              <a:gd name="connsiteY22" fmla="*/ 1681163 h 3347734"/>
              <a:gd name="connsiteX23" fmla="*/ 2412052 w 5676108"/>
              <a:gd name="connsiteY23" fmla="*/ 1681163 h 3347734"/>
              <a:gd name="connsiteX24" fmla="*/ 1563684 w 5676108"/>
              <a:gd name="connsiteY24" fmla="*/ 3347734 h 3347734"/>
              <a:gd name="connsiteX25" fmla="*/ 0 w 5676108"/>
              <a:gd name="connsiteY25" fmla="*/ 3347734 h 3347734"/>
              <a:gd name="connsiteX26" fmla="*/ 848523 w 5676108"/>
              <a:gd name="connsiteY26" fmla="*/ 1680859 h 3347734"/>
              <a:gd name="connsiteX27" fmla="*/ 860559 w 5676108"/>
              <a:gd name="connsiteY27" fmla="*/ 1680859 h 3347734"/>
              <a:gd name="connsiteX28" fmla="*/ 851066 w 5676108"/>
              <a:gd name="connsiteY28" fmla="*/ 1662283 h 3347734"/>
              <a:gd name="connsiteX29" fmla="*/ 1589 w 5676108"/>
              <a:gd name="connsiteY29" fmla="*/ 0 h 3347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76108" h="3347734">
                <a:moveTo>
                  <a:pt x="3262315" y="0"/>
                </a:moveTo>
                <a:lnTo>
                  <a:pt x="4815397" y="0"/>
                </a:lnTo>
                <a:lnTo>
                  <a:pt x="5674367" y="1680859"/>
                </a:lnTo>
                <a:lnTo>
                  <a:pt x="5676108" y="1680859"/>
                </a:lnTo>
                <a:lnTo>
                  <a:pt x="4827585" y="3347734"/>
                </a:lnTo>
                <a:lnTo>
                  <a:pt x="3263901" y="3347734"/>
                </a:lnTo>
                <a:lnTo>
                  <a:pt x="4112424" y="1680859"/>
                </a:lnTo>
                <a:lnTo>
                  <a:pt x="4121285" y="1680859"/>
                </a:lnTo>
                <a:lnTo>
                  <a:pt x="4111792" y="1662283"/>
                </a:lnTo>
                <a:cubicBezTo>
                  <a:pt x="4017406" y="1477585"/>
                  <a:pt x="3262315" y="0"/>
                  <a:pt x="3262315" y="0"/>
                </a:cubicBezTo>
                <a:close/>
                <a:moveTo>
                  <a:pt x="1631951" y="0"/>
                </a:moveTo>
                <a:lnTo>
                  <a:pt x="3185033" y="0"/>
                </a:lnTo>
                <a:lnTo>
                  <a:pt x="4044003" y="1680859"/>
                </a:lnTo>
                <a:lnTo>
                  <a:pt x="4050507" y="1680859"/>
                </a:lnTo>
                <a:lnTo>
                  <a:pt x="3201984" y="3347734"/>
                </a:lnTo>
                <a:lnTo>
                  <a:pt x="1638300" y="3347734"/>
                </a:lnTo>
                <a:lnTo>
                  <a:pt x="2486823" y="1680859"/>
                </a:lnTo>
                <a:lnTo>
                  <a:pt x="2490922" y="1680859"/>
                </a:lnTo>
                <a:lnTo>
                  <a:pt x="2481429" y="1662283"/>
                </a:lnTo>
                <a:cubicBezTo>
                  <a:pt x="2387042" y="1477585"/>
                  <a:pt x="1631951" y="0"/>
                  <a:pt x="1631951" y="0"/>
                </a:cubicBezTo>
                <a:close/>
                <a:moveTo>
                  <a:pt x="1589" y="0"/>
                </a:moveTo>
                <a:lnTo>
                  <a:pt x="1554671" y="0"/>
                </a:lnTo>
                <a:lnTo>
                  <a:pt x="2413796" y="1681163"/>
                </a:lnTo>
                <a:lnTo>
                  <a:pt x="2412052" y="1681163"/>
                </a:lnTo>
                <a:lnTo>
                  <a:pt x="1563684" y="3347734"/>
                </a:lnTo>
                <a:lnTo>
                  <a:pt x="0" y="3347734"/>
                </a:lnTo>
                <a:lnTo>
                  <a:pt x="848523" y="1680859"/>
                </a:lnTo>
                <a:lnTo>
                  <a:pt x="860559" y="1680859"/>
                </a:lnTo>
                <a:lnTo>
                  <a:pt x="851066" y="1662283"/>
                </a:lnTo>
                <a:cubicBezTo>
                  <a:pt x="756680" y="1477585"/>
                  <a:pt x="1589" y="0"/>
                  <a:pt x="1589" y="0"/>
                </a:cubicBezTo>
                <a:close/>
              </a:path>
            </a:pathLst>
          </a:custGeom>
          <a:solidFill>
            <a:schemeClr val="bg1">
              <a:lumMod val="75000"/>
            </a:schemeClr>
          </a:solidFill>
        </p:spPr>
        <p:txBody>
          <a:bodyPr wrap="square" anchor="ctr">
            <a:noAutofit/>
          </a:bodyPr>
          <a:lstStyle>
            <a:lvl1pPr marL="0" indent="0" algn="ctr">
              <a:buNone/>
              <a:defRPr sz="3200" b="0" i="0">
                <a:latin typeface="Barlow Light" pitchFamily="2" charset="77"/>
              </a:defRPr>
            </a:lvl1pPr>
          </a:lstStyle>
          <a:p>
            <a:endParaRPr lang="en-ID"/>
          </a:p>
        </p:txBody>
      </p:sp>
    </p:spTree>
    <p:extLst>
      <p:ext uri="{BB962C8B-B14F-4D97-AF65-F5344CB8AC3E}">
        <p14:creationId xmlns:p14="http://schemas.microsoft.com/office/powerpoint/2010/main" val="2243486402"/>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userDrawn="1">
          <p15:clr>
            <a:srgbClr val="FBAE40"/>
          </p15:clr>
        </p15:guide>
        <p15:guide id="3" pos="720" userDrawn="1">
          <p15:clr>
            <a:srgbClr val="FBAE40"/>
          </p15:clr>
        </p15:guide>
        <p15:guide id="4" pos="576" userDrawn="1">
          <p15:clr>
            <a:srgbClr val="FBAE40"/>
          </p15:clr>
        </p15:guide>
        <p15:guide id="5" pos="3840" userDrawn="1">
          <p15:clr>
            <a:srgbClr val="FBAE40"/>
          </p15:clr>
        </p15:guide>
        <p15:guide id="6" pos="360" userDrawn="1">
          <p15:clr>
            <a:srgbClr val="FBAE40"/>
          </p15:clr>
        </p15:guide>
        <p15:guide id="7" pos="312" userDrawn="1">
          <p15:clr>
            <a:srgbClr val="FBAE40"/>
          </p15:clr>
        </p15:guide>
        <p15:guide id="8" pos="408" userDrawn="1">
          <p15:clr>
            <a:srgbClr val="FBAE40"/>
          </p15:clr>
        </p15:guide>
        <p15:guide id="9" orient="horz" pos="2160"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Large arrow (photo) + content">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F756EA91-8104-6CA5-BBBB-1CBD1A49CC38}"/>
              </a:ext>
            </a:extLst>
          </p:cNvPr>
          <p:cNvSpPr>
            <a:spLocks noGrp="1"/>
          </p:cNvSpPr>
          <p:nvPr>
            <p:ph type="pic" sz="quarter" idx="10"/>
          </p:nvPr>
        </p:nvSpPr>
        <p:spPr>
          <a:xfrm>
            <a:off x="0" y="1316151"/>
            <a:ext cx="7722522" cy="4821382"/>
          </a:xfrm>
          <a:prstGeom prst="homePlate">
            <a:avLst>
              <a:gd name="adj" fmla="val 17288"/>
            </a:avLst>
          </a:prstGeom>
          <a:solidFill>
            <a:schemeClr val="tx2"/>
          </a:solidFill>
        </p:spPr>
        <p:txBody>
          <a:bodyPr wrap="square" anchor="ctr">
            <a:noAutofit/>
          </a:bodyPr>
          <a:lstStyle>
            <a:lvl1pPr marL="0" indent="0" algn="ctr">
              <a:buNone/>
              <a:defRPr sz="3200" b="0" i="0">
                <a:solidFill>
                  <a:schemeClr val="bg1"/>
                </a:solidFill>
                <a:latin typeface="Barlow Light" pitchFamily="2" charset="77"/>
              </a:defRPr>
            </a:lvl1pPr>
          </a:lstStyle>
          <a:p>
            <a:endParaRPr lang="en-ID"/>
          </a:p>
        </p:txBody>
      </p:sp>
      <p:pic>
        <p:nvPicPr>
          <p:cNvPr id="6" name="Picture 5">
            <a:extLst>
              <a:ext uri="{FF2B5EF4-FFF2-40B4-BE49-F238E27FC236}">
                <a16:creationId xmlns:a16="http://schemas.microsoft.com/office/drawing/2014/main" id="{CCD9886C-CC7B-84D0-4331-684DDF90D8F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7" name="Straight Connector 6">
            <a:extLst>
              <a:ext uri="{FF2B5EF4-FFF2-40B4-BE49-F238E27FC236}">
                <a16:creationId xmlns:a16="http://schemas.microsoft.com/office/drawing/2014/main" id="{9917FDE1-C507-E066-E8EF-DF812DF859F6}"/>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ext Placeholder 6">
            <a:extLst>
              <a:ext uri="{FF2B5EF4-FFF2-40B4-BE49-F238E27FC236}">
                <a16:creationId xmlns:a16="http://schemas.microsoft.com/office/drawing/2014/main" id="{586CCE3C-00A9-8CDC-42E4-3E2C95C279B5}"/>
              </a:ext>
            </a:extLst>
          </p:cNvPr>
          <p:cNvSpPr>
            <a:spLocks noGrp="1"/>
          </p:cNvSpPr>
          <p:nvPr>
            <p:ph type="body" sz="quarter" idx="14"/>
          </p:nvPr>
        </p:nvSpPr>
        <p:spPr>
          <a:xfrm>
            <a:off x="7717276" y="2317750"/>
            <a:ext cx="4106862" cy="3027363"/>
          </a:xfrm>
          <a:prstGeom prst="rect">
            <a:avLst/>
          </a:prstGeom>
        </p:spPr>
        <p:txBody>
          <a:bodyPr/>
          <a:lstStyle>
            <a:lvl1pPr marL="171450" indent="-171450">
              <a:buClr>
                <a:schemeClr val="bg2"/>
              </a:buClr>
              <a:buFont typeface="Arial" panose="020B0604020202020204" pitchFamily="34" charset="0"/>
              <a:buChar char="•"/>
              <a:tabLst/>
              <a:defRPr b="0" i="0">
                <a:latin typeface="Barlow Light" pitchFamily="2" charset="77"/>
              </a:defRPr>
            </a:lvl1pPr>
            <a:lvl2pPr marL="571500" indent="-173038">
              <a:buClr>
                <a:schemeClr val="bg2"/>
              </a:buClr>
              <a:buFont typeface="Arial" panose="020B0604020202020204" pitchFamily="34" charset="0"/>
              <a:buChar char="•"/>
              <a:tabLst/>
              <a:defRPr b="0" i="0">
                <a:latin typeface="Barlow Light" pitchFamily="2" charset="77"/>
              </a:defRPr>
            </a:lvl2pPr>
            <a:lvl3pPr marL="1316038" indent="-173038">
              <a:buClr>
                <a:schemeClr val="bg2"/>
              </a:buClr>
              <a:buFont typeface="Arial" panose="020B0604020202020204" pitchFamily="34" charset="0"/>
              <a:buChar char="•"/>
              <a:tabLst/>
              <a:defRPr b="0" i="0">
                <a:latin typeface="Barlow Light" pitchFamily="2" charset="77"/>
              </a:defRPr>
            </a:lvl3pPr>
            <a:lvl4pPr marL="1716088" indent="-173038">
              <a:buClr>
                <a:schemeClr val="bg2"/>
              </a:buClr>
              <a:buFont typeface="Arial" panose="020B0604020202020204" pitchFamily="34" charset="0"/>
              <a:buChar char="•"/>
              <a:tabLst/>
              <a:defRPr b="0" i="0">
                <a:latin typeface="Barlow Light" pitchFamily="2" charset="77"/>
              </a:defRPr>
            </a:lvl4pPr>
            <a:lvl5pPr marL="2060575" indent="-171450">
              <a:buClr>
                <a:schemeClr val="bg2"/>
              </a:buClr>
              <a:buFont typeface="Arial" panose="020B0604020202020204" pitchFamily="34" charset="0"/>
              <a:buChar char="•"/>
              <a:tabLst/>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1">
            <a:extLst>
              <a:ext uri="{FF2B5EF4-FFF2-40B4-BE49-F238E27FC236}">
                <a16:creationId xmlns:a16="http://schemas.microsoft.com/office/drawing/2014/main" id="{726034B2-D44C-9637-864C-018FF23437CA}"/>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CB05FC3D-1A0A-8B42-CE4F-292D2D938083}"/>
              </a:ext>
            </a:extLst>
          </p:cNvPr>
          <p:cNvSpPr>
            <a:spLocks noGrp="1"/>
          </p:cNvSpPr>
          <p:nvPr>
            <p:ph type="body" sz="quarter" idx="15"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3893002742"/>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userDrawn="1">
          <p15:clr>
            <a:srgbClr val="FBAE40"/>
          </p15:clr>
        </p15:guide>
        <p15:guide id="3" pos="720" userDrawn="1">
          <p15:clr>
            <a:srgbClr val="FBAE40"/>
          </p15:clr>
        </p15:guide>
        <p15:guide id="4" pos="576" userDrawn="1">
          <p15:clr>
            <a:srgbClr val="FBAE40"/>
          </p15:clr>
        </p15:guide>
        <p15:guide id="5" pos="3840" userDrawn="1">
          <p15:clr>
            <a:srgbClr val="FBAE40"/>
          </p15:clr>
        </p15:guide>
        <p15:guide id="6" pos="360" userDrawn="1">
          <p15:clr>
            <a:srgbClr val="FBAE40"/>
          </p15:clr>
        </p15:guide>
        <p15:guide id="7" pos="312" userDrawn="1">
          <p15:clr>
            <a:srgbClr val="FBAE40"/>
          </p15:clr>
        </p15:guide>
        <p15:guide id="8" pos="408" userDrawn="1">
          <p15:clr>
            <a:srgbClr val="FBAE40"/>
          </p15:clr>
        </p15:guide>
        <p15:guide id="9" orient="horz" pos="2160"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Large arrow with 3 columns + content">
    <p:spTree>
      <p:nvGrpSpPr>
        <p:cNvPr id="1" name=""/>
        <p:cNvGrpSpPr/>
        <p:nvPr/>
      </p:nvGrpSpPr>
      <p:grpSpPr>
        <a:xfrm>
          <a:off x="0" y="0"/>
          <a:ext cx="0" cy="0"/>
          <a:chOff x="0" y="0"/>
          <a:chExt cx="0" cy="0"/>
        </a:xfrm>
      </p:grpSpPr>
      <p:sp>
        <p:nvSpPr>
          <p:cNvPr id="3" name="Pentagon 2">
            <a:extLst>
              <a:ext uri="{FF2B5EF4-FFF2-40B4-BE49-F238E27FC236}">
                <a16:creationId xmlns:a16="http://schemas.microsoft.com/office/drawing/2014/main" id="{15C0716E-DBC1-AA84-F8A7-9DCEEFB67E24}"/>
              </a:ext>
            </a:extLst>
          </p:cNvPr>
          <p:cNvSpPr/>
          <p:nvPr userDrawn="1"/>
        </p:nvSpPr>
        <p:spPr>
          <a:xfrm>
            <a:off x="0" y="1999783"/>
            <a:ext cx="7722522" cy="3508917"/>
          </a:xfrm>
          <a:prstGeom prst="homePlate">
            <a:avLst>
              <a:gd name="adj" fmla="val 17585"/>
            </a:avLst>
          </a:prstGeom>
          <a:gradFill flip="none" rotWithShape="1">
            <a:gsLst>
              <a:gs pos="0">
                <a:schemeClr val="accent3"/>
              </a:gs>
              <a:gs pos="100000">
                <a:schemeClr val="accent1"/>
              </a:gs>
            </a:gsLst>
            <a:lin ang="2700000" scaled="1"/>
            <a:tileRect/>
          </a:gradFill>
          <a:ln w="19050" cap="flat">
            <a:noFill/>
            <a:prstDash val="solid"/>
            <a:miter/>
          </a:ln>
          <a:effectLst/>
        </p:spPr>
        <p:txBody>
          <a:bodyPr rtlCol="0" anchor="ctr"/>
          <a:lstStyle/>
          <a:p>
            <a:pPr algn="l"/>
            <a:endParaRPr lang="en-US" b="0" i="0">
              <a:latin typeface="Barlow Light" pitchFamily="2" charset="77"/>
            </a:endParaRPr>
          </a:p>
        </p:txBody>
      </p:sp>
      <p:sp>
        <p:nvSpPr>
          <p:cNvPr id="5" name="Freeform: Shape 4">
            <a:extLst>
              <a:ext uri="{FF2B5EF4-FFF2-40B4-BE49-F238E27FC236}">
                <a16:creationId xmlns:a16="http://schemas.microsoft.com/office/drawing/2014/main" id="{F756EA91-8104-6CA5-BBBB-1CBD1A49CC38}"/>
              </a:ext>
            </a:extLst>
          </p:cNvPr>
          <p:cNvSpPr>
            <a:spLocks noGrp="1"/>
          </p:cNvSpPr>
          <p:nvPr>
            <p:ph type="pic" sz="quarter" idx="10"/>
          </p:nvPr>
        </p:nvSpPr>
        <p:spPr>
          <a:xfrm>
            <a:off x="930361" y="1516567"/>
            <a:ext cx="2459610" cy="2267414"/>
          </a:xfrm>
          <a:prstGeom prst="homePlate">
            <a:avLst>
              <a:gd name="adj" fmla="val 0"/>
            </a:avLst>
          </a:prstGeom>
          <a:noFill/>
        </p:spPr>
        <p:txBody>
          <a:bodyPr wrap="square">
            <a:noAutofit/>
          </a:bodyPr>
          <a:lstStyle>
            <a:lvl1pPr marL="0" indent="0">
              <a:buNone/>
              <a:defRPr b="0" i="0">
                <a:latin typeface="Barlow Light" pitchFamily="2" charset="77"/>
              </a:defRPr>
            </a:lvl1pPr>
          </a:lstStyle>
          <a:p>
            <a:endParaRPr lang="en-ID"/>
          </a:p>
        </p:txBody>
      </p:sp>
      <p:sp>
        <p:nvSpPr>
          <p:cNvPr id="2" name="Content Placeholder 15">
            <a:extLst>
              <a:ext uri="{FF2B5EF4-FFF2-40B4-BE49-F238E27FC236}">
                <a16:creationId xmlns:a16="http://schemas.microsoft.com/office/drawing/2014/main" id="{7AB9EEE7-4141-E873-2E25-A092C3A56023}"/>
              </a:ext>
            </a:extLst>
          </p:cNvPr>
          <p:cNvSpPr>
            <a:spLocks noGrp="1"/>
          </p:cNvSpPr>
          <p:nvPr>
            <p:ph sz="quarter" idx="20"/>
          </p:nvPr>
        </p:nvSpPr>
        <p:spPr>
          <a:xfrm>
            <a:off x="7843023" y="1999784"/>
            <a:ext cx="3836021" cy="3508917"/>
          </a:xfrm>
          <a:prstGeom prst="roundRect">
            <a:avLst>
              <a:gd name="adj" fmla="val 0"/>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CC4CD90A-CD6E-0B69-5E8C-4D3A4752EC27}"/>
              </a:ext>
            </a:extLst>
          </p:cNvPr>
          <p:cNvCxnSpPr>
            <a:cxnSpLocks/>
          </p:cNvCxnSpPr>
          <p:nvPr userDrawn="1"/>
        </p:nvCxnSpPr>
        <p:spPr bwMode="auto">
          <a:xfrm>
            <a:off x="303672" y="3783981"/>
            <a:ext cx="7256855" cy="0"/>
          </a:xfrm>
          <a:prstGeom prst="line">
            <a:avLst/>
          </a:prstGeom>
          <a:noFill/>
          <a:ln w="19050" cap="flat" cmpd="sng" algn="ctr">
            <a:solidFill>
              <a:schemeClr val="bg1"/>
            </a:solidFill>
            <a:prstDash val="solid"/>
            <a:round/>
            <a:headEnd type="none" w="med" len="med"/>
            <a:tailEnd type="none" w="med" len="med"/>
          </a:ln>
          <a:effectLst/>
        </p:spPr>
      </p:cxnSp>
      <p:sp>
        <p:nvSpPr>
          <p:cNvPr id="8" name="Text Placeholder 2">
            <a:extLst>
              <a:ext uri="{FF2B5EF4-FFF2-40B4-BE49-F238E27FC236}">
                <a16:creationId xmlns:a16="http://schemas.microsoft.com/office/drawing/2014/main" id="{2408190A-4F37-A719-16F5-FC744D59B8C7}"/>
              </a:ext>
            </a:extLst>
          </p:cNvPr>
          <p:cNvSpPr>
            <a:spLocks noGrp="1"/>
          </p:cNvSpPr>
          <p:nvPr>
            <p:ph type="body" sz="quarter" idx="16"/>
          </p:nvPr>
        </p:nvSpPr>
        <p:spPr>
          <a:xfrm>
            <a:off x="656128" y="3871769"/>
            <a:ext cx="2131677" cy="1549142"/>
          </a:xfrm>
          <a:prstGeom prst="rect">
            <a:avLst/>
          </a:prstGeom>
        </p:spPr>
        <p:txBody>
          <a:bodyPr wrap="square" anchor="t">
            <a:spAutoFit/>
          </a:bodyPr>
          <a:lstStyle>
            <a:lvl1pPr marL="174625" indent="-174625">
              <a:buClr>
                <a:schemeClr val="bg1"/>
              </a:buClr>
              <a:buFont typeface="Arial" panose="020B0604020202020204" pitchFamily="34" charset="0"/>
              <a:buChar char="•"/>
              <a:tabLst/>
              <a:defRPr sz="1800" b="0" i="0">
                <a:solidFill>
                  <a:schemeClr val="bg1"/>
                </a:solidFill>
                <a:latin typeface="Barlow Light" pitchFamily="2" charset="77"/>
              </a:defRPr>
            </a:lvl1pPr>
            <a:lvl2pPr marL="342900" indent="-168275">
              <a:buClr>
                <a:schemeClr val="bg1"/>
              </a:buClr>
              <a:buSzPct val="100000"/>
              <a:buFont typeface="Arial" panose="020B0604020202020204" pitchFamily="34" charset="0"/>
              <a:buChar char="•"/>
              <a:tabLst/>
              <a:defRPr sz="1400" b="0" i="0">
                <a:solidFill>
                  <a:schemeClr val="bg1"/>
                </a:solidFill>
                <a:latin typeface="Barlow Light" pitchFamily="2" charset="77"/>
              </a:defRPr>
            </a:lvl2pPr>
            <a:lvl3pPr marL="460375" indent="-117475">
              <a:buClr>
                <a:schemeClr val="bg1"/>
              </a:buClr>
              <a:buSzPct val="100000"/>
              <a:buFont typeface="Arial" panose="020B0604020202020204" pitchFamily="34" charset="0"/>
              <a:buChar char="•"/>
              <a:tabLst/>
              <a:defRPr sz="1200" b="0" i="0">
                <a:solidFill>
                  <a:schemeClr val="bg1"/>
                </a:solidFill>
                <a:latin typeface="Barlow Light" pitchFamily="2" charset="77"/>
              </a:defRPr>
            </a:lvl3pPr>
            <a:lvl4pPr marL="576263" indent="-115888">
              <a:buClr>
                <a:schemeClr val="bg1"/>
              </a:buClr>
              <a:buFont typeface="Arial" panose="020B0604020202020204" pitchFamily="34" charset="0"/>
              <a:buChar char="•"/>
              <a:tabLst/>
              <a:defRPr sz="1100" b="0" i="0">
                <a:solidFill>
                  <a:schemeClr val="bg1"/>
                </a:solidFill>
                <a:latin typeface="Barlow Light" pitchFamily="2" charset="77"/>
              </a:defRPr>
            </a:lvl4pPr>
            <a:lvl5pPr marL="687388" indent="-111125">
              <a:buClr>
                <a:schemeClr val="bg1"/>
              </a:buClr>
              <a:buFont typeface="Arial" panose="020B0604020202020204" pitchFamily="34" charset="0"/>
              <a:buChar char="•"/>
              <a:tabLst/>
              <a:defRPr sz="1100" b="0" i="0">
                <a:solidFill>
                  <a:schemeClr val="bg1"/>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7CB89894-BF09-0A22-D75E-2E02F3B8525A}"/>
              </a:ext>
            </a:extLst>
          </p:cNvPr>
          <p:cNvSpPr>
            <a:spLocks noGrp="1"/>
          </p:cNvSpPr>
          <p:nvPr>
            <p:ph type="body" sz="quarter" idx="21"/>
          </p:nvPr>
        </p:nvSpPr>
        <p:spPr>
          <a:xfrm>
            <a:off x="2834333" y="3871769"/>
            <a:ext cx="2131677" cy="1549142"/>
          </a:xfrm>
          <a:prstGeom prst="rect">
            <a:avLst/>
          </a:prstGeom>
        </p:spPr>
        <p:txBody>
          <a:bodyPr wrap="square" anchor="t">
            <a:spAutoFit/>
          </a:bodyPr>
          <a:lstStyle>
            <a:lvl1pPr marL="174625" indent="-174625">
              <a:buClr>
                <a:schemeClr val="bg1"/>
              </a:buClr>
              <a:buFont typeface="Arial" panose="020B0604020202020204" pitchFamily="34" charset="0"/>
              <a:buChar char="•"/>
              <a:tabLst/>
              <a:defRPr sz="1800" b="0" i="0">
                <a:solidFill>
                  <a:schemeClr val="bg1"/>
                </a:solidFill>
                <a:latin typeface="Barlow Light" pitchFamily="2" charset="77"/>
              </a:defRPr>
            </a:lvl1pPr>
            <a:lvl2pPr marL="342900" indent="-168275">
              <a:buClr>
                <a:schemeClr val="bg1"/>
              </a:buClr>
              <a:buSzPct val="100000"/>
              <a:buFont typeface="Arial" panose="020B0604020202020204" pitchFamily="34" charset="0"/>
              <a:buChar char="•"/>
              <a:tabLst/>
              <a:defRPr sz="1400" b="0" i="0">
                <a:solidFill>
                  <a:schemeClr val="bg1"/>
                </a:solidFill>
                <a:latin typeface="Barlow Light" pitchFamily="2" charset="77"/>
              </a:defRPr>
            </a:lvl2pPr>
            <a:lvl3pPr marL="460375" indent="-117475">
              <a:buClr>
                <a:schemeClr val="bg1"/>
              </a:buClr>
              <a:buSzPct val="100000"/>
              <a:buFont typeface="Arial" panose="020B0604020202020204" pitchFamily="34" charset="0"/>
              <a:buChar char="•"/>
              <a:tabLst/>
              <a:defRPr sz="1200" b="0" i="0">
                <a:solidFill>
                  <a:schemeClr val="bg1"/>
                </a:solidFill>
                <a:latin typeface="Barlow Light" pitchFamily="2" charset="77"/>
              </a:defRPr>
            </a:lvl3pPr>
            <a:lvl4pPr marL="576263" indent="-115888">
              <a:buClr>
                <a:schemeClr val="bg1"/>
              </a:buClr>
              <a:buFont typeface="Arial" panose="020B0604020202020204" pitchFamily="34" charset="0"/>
              <a:buChar char="•"/>
              <a:tabLst/>
              <a:defRPr sz="1100" b="0" i="0">
                <a:solidFill>
                  <a:schemeClr val="bg1"/>
                </a:solidFill>
                <a:latin typeface="Barlow Light" pitchFamily="2" charset="77"/>
              </a:defRPr>
            </a:lvl4pPr>
            <a:lvl5pPr marL="687388" indent="-111125">
              <a:buClr>
                <a:schemeClr val="bg1"/>
              </a:buClr>
              <a:buFont typeface="Arial" panose="020B0604020202020204" pitchFamily="34" charset="0"/>
              <a:buChar char="•"/>
              <a:tabLst/>
              <a:defRPr sz="1100" b="0" i="0">
                <a:solidFill>
                  <a:schemeClr val="bg1"/>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B0E0F39A-803F-90C8-41ED-EDE35A66C6FD}"/>
              </a:ext>
            </a:extLst>
          </p:cNvPr>
          <p:cNvSpPr>
            <a:spLocks noGrp="1"/>
          </p:cNvSpPr>
          <p:nvPr>
            <p:ph type="body" sz="quarter" idx="22"/>
          </p:nvPr>
        </p:nvSpPr>
        <p:spPr>
          <a:xfrm>
            <a:off x="5012537" y="3871769"/>
            <a:ext cx="2131677" cy="1549142"/>
          </a:xfrm>
          <a:prstGeom prst="rect">
            <a:avLst/>
          </a:prstGeom>
        </p:spPr>
        <p:txBody>
          <a:bodyPr wrap="square" anchor="t">
            <a:spAutoFit/>
          </a:bodyPr>
          <a:lstStyle>
            <a:lvl1pPr marL="174625" indent="-174625">
              <a:buClr>
                <a:schemeClr val="bg1"/>
              </a:buClr>
              <a:buFont typeface="Arial" panose="020B0604020202020204" pitchFamily="34" charset="0"/>
              <a:buChar char="•"/>
              <a:tabLst/>
              <a:defRPr sz="1800" b="0" i="0">
                <a:solidFill>
                  <a:schemeClr val="bg1"/>
                </a:solidFill>
                <a:latin typeface="Barlow Light" pitchFamily="2" charset="77"/>
              </a:defRPr>
            </a:lvl1pPr>
            <a:lvl2pPr marL="342900" indent="-168275">
              <a:buClr>
                <a:schemeClr val="bg1"/>
              </a:buClr>
              <a:buSzPct val="100000"/>
              <a:buFont typeface="Arial" panose="020B0604020202020204" pitchFamily="34" charset="0"/>
              <a:buChar char="•"/>
              <a:tabLst/>
              <a:defRPr sz="1400" b="0" i="0">
                <a:solidFill>
                  <a:schemeClr val="bg1"/>
                </a:solidFill>
                <a:latin typeface="Barlow Light" pitchFamily="2" charset="77"/>
              </a:defRPr>
            </a:lvl2pPr>
            <a:lvl3pPr marL="460375" indent="-117475">
              <a:buClr>
                <a:schemeClr val="bg1"/>
              </a:buClr>
              <a:buSzPct val="100000"/>
              <a:buFont typeface="Arial" panose="020B0604020202020204" pitchFamily="34" charset="0"/>
              <a:buChar char="•"/>
              <a:tabLst/>
              <a:defRPr sz="1200" b="0" i="0">
                <a:solidFill>
                  <a:schemeClr val="bg1"/>
                </a:solidFill>
                <a:latin typeface="Barlow Light" pitchFamily="2" charset="77"/>
              </a:defRPr>
            </a:lvl3pPr>
            <a:lvl4pPr marL="576263" indent="-115888">
              <a:buClr>
                <a:schemeClr val="bg1"/>
              </a:buClr>
              <a:buFont typeface="Arial" panose="020B0604020202020204" pitchFamily="34" charset="0"/>
              <a:buChar char="•"/>
              <a:tabLst/>
              <a:defRPr sz="1100" b="0" i="0">
                <a:solidFill>
                  <a:schemeClr val="bg1"/>
                </a:solidFill>
                <a:latin typeface="Barlow Light" pitchFamily="2" charset="77"/>
              </a:defRPr>
            </a:lvl4pPr>
            <a:lvl5pPr marL="687388" indent="-111125">
              <a:buClr>
                <a:schemeClr val="bg1"/>
              </a:buClr>
              <a:buFont typeface="Arial" panose="020B0604020202020204" pitchFamily="34" charset="0"/>
              <a:buChar char="•"/>
              <a:tabLst/>
              <a:defRPr sz="1100" b="0" i="0">
                <a:solidFill>
                  <a:schemeClr val="bg1"/>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2" name="Text Placeholder 2">
            <a:extLst>
              <a:ext uri="{FF2B5EF4-FFF2-40B4-BE49-F238E27FC236}">
                <a16:creationId xmlns:a16="http://schemas.microsoft.com/office/drawing/2014/main" id="{8EA2D185-95C7-7DDD-F0AF-B2DBB60732E6}"/>
              </a:ext>
            </a:extLst>
          </p:cNvPr>
          <p:cNvSpPr>
            <a:spLocks noGrp="1"/>
          </p:cNvSpPr>
          <p:nvPr>
            <p:ph type="body" sz="quarter" idx="23"/>
          </p:nvPr>
        </p:nvSpPr>
        <p:spPr>
          <a:xfrm>
            <a:off x="3510473" y="2699911"/>
            <a:ext cx="3633742" cy="400110"/>
          </a:xfrm>
          <a:prstGeom prst="rect">
            <a:avLst/>
          </a:prstGeom>
        </p:spPr>
        <p:txBody>
          <a:bodyPr wrap="square" anchor="ctr">
            <a:spAutoFit/>
          </a:bodyPr>
          <a:lstStyle>
            <a:lvl1pPr marL="0" indent="0">
              <a:buClr>
                <a:schemeClr val="bg1"/>
              </a:buClr>
              <a:buFont typeface="Arial" panose="020B0604020202020204" pitchFamily="34" charset="0"/>
              <a:buNone/>
              <a:tabLst/>
              <a:defRPr sz="2000" b="0" i="0">
                <a:solidFill>
                  <a:schemeClr val="bg1"/>
                </a:solidFill>
                <a:latin typeface="Barlow Light" pitchFamily="2" charset="77"/>
              </a:defRPr>
            </a:lvl1pPr>
            <a:lvl2pPr marL="174625" indent="0">
              <a:buClr>
                <a:schemeClr val="bg1"/>
              </a:buClr>
              <a:buSzPct val="100000"/>
              <a:buFont typeface="Arial" panose="020B0604020202020204" pitchFamily="34" charset="0"/>
              <a:buNone/>
              <a:tabLst/>
              <a:defRPr sz="1600">
                <a:solidFill>
                  <a:schemeClr val="bg1"/>
                </a:solidFill>
                <a:latin typeface="+mn-lt"/>
              </a:defRPr>
            </a:lvl2pPr>
            <a:lvl3pPr marL="342900" indent="0">
              <a:buClr>
                <a:schemeClr val="bg1"/>
              </a:buClr>
              <a:buSzPct val="100000"/>
              <a:buFont typeface="Arial" panose="020B0604020202020204" pitchFamily="34" charset="0"/>
              <a:buNone/>
              <a:tabLst/>
              <a:defRPr sz="1400">
                <a:solidFill>
                  <a:schemeClr val="bg1"/>
                </a:solidFill>
                <a:latin typeface="+mn-lt"/>
              </a:defRPr>
            </a:lvl3pPr>
            <a:lvl4pPr marL="460375" indent="0">
              <a:buClr>
                <a:schemeClr val="bg1"/>
              </a:buClr>
              <a:buFont typeface="Arial" panose="020B0604020202020204" pitchFamily="34" charset="0"/>
              <a:buNone/>
              <a:tabLst/>
              <a:defRPr sz="1200">
                <a:solidFill>
                  <a:schemeClr val="bg1"/>
                </a:solidFill>
                <a:latin typeface="+mn-lt"/>
              </a:defRPr>
            </a:lvl4pPr>
            <a:lvl5pPr marL="576263" indent="0">
              <a:buClr>
                <a:schemeClr val="bg1"/>
              </a:buClr>
              <a:buFont typeface="Arial" panose="020B0604020202020204" pitchFamily="34" charset="0"/>
              <a:buNone/>
              <a:tabLst/>
              <a:defRPr sz="1200">
                <a:solidFill>
                  <a:schemeClr val="bg1"/>
                </a:solidFill>
                <a:latin typeface="+mn-lt"/>
              </a:defRPr>
            </a:lvl5pPr>
          </a:lstStyle>
          <a:p>
            <a:pPr lvl="0"/>
            <a:r>
              <a:rPr lang="en-US"/>
              <a:t>Click to edit</a:t>
            </a:r>
          </a:p>
        </p:txBody>
      </p:sp>
      <p:pic>
        <p:nvPicPr>
          <p:cNvPr id="16" name="Picture 15">
            <a:extLst>
              <a:ext uri="{FF2B5EF4-FFF2-40B4-BE49-F238E27FC236}">
                <a16:creationId xmlns:a16="http://schemas.microsoft.com/office/drawing/2014/main" id="{0DC3AE85-3092-EBD6-E69B-32FA70E0AE2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17" name="Straight Connector 16">
            <a:extLst>
              <a:ext uri="{FF2B5EF4-FFF2-40B4-BE49-F238E27FC236}">
                <a16:creationId xmlns:a16="http://schemas.microsoft.com/office/drawing/2014/main" id="{2541302E-96A8-2D73-313C-EC268015552A}"/>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4" name="Title 1">
            <a:extLst>
              <a:ext uri="{FF2B5EF4-FFF2-40B4-BE49-F238E27FC236}">
                <a16:creationId xmlns:a16="http://schemas.microsoft.com/office/drawing/2014/main" id="{5A536596-D7A3-D777-2180-A61FCDD0B205}"/>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7" name="Text Placeholder 6">
            <a:extLst>
              <a:ext uri="{FF2B5EF4-FFF2-40B4-BE49-F238E27FC236}">
                <a16:creationId xmlns:a16="http://schemas.microsoft.com/office/drawing/2014/main" id="{946E5945-8E92-761F-13AD-42A43D56809F}"/>
              </a:ext>
            </a:extLst>
          </p:cNvPr>
          <p:cNvSpPr>
            <a:spLocks noGrp="1"/>
          </p:cNvSpPr>
          <p:nvPr>
            <p:ph type="body" sz="quarter" idx="24"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1623994882"/>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userDrawn="1">
          <p15:clr>
            <a:srgbClr val="FBAE40"/>
          </p15:clr>
        </p15:guide>
        <p15:guide id="3" pos="720" userDrawn="1">
          <p15:clr>
            <a:srgbClr val="FBAE40"/>
          </p15:clr>
        </p15:guide>
        <p15:guide id="4" pos="576" userDrawn="1">
          <p15:clr>
            <a:srgbClr val="FBAE40"/>
          </p15:clr>
        </p15:guide>
        <p15:guide id="5" pos="3840" userDrawn="1">
          <p15:clr>
            <a:srgbClr val="FBAE40"/>
          </p15:clr>
        </p15:guide>
        <p15:guide id="6" pos="360" userDrawn="1">
          <p15:clr>
            <a:srgbClr val="FBAE40"/>
          </p15:clr>
        </p15:guide>
        <p15:guide id="7" pos="312" userDrawn="1">
          <p15:clr>
            <a:srgbClr val="FBAE40"/>
          </p15:clr>
        </p15:guide>
        <p15:guide id="8" pos="408" userDrawn="1">
          <p15:clr>
            <a:srgbClr val="FBAE40"/>
          </p15:clr>
        </p15:guide>
        <p15:guide id="9" orient="horz" pos="2160"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 Photos alternating - blue">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1D3C1F27-1E5C-8675-D5BE-29C003C92063}"/>
              </a:ext>
            </a:extLst>
          </p:cNvPr>
          <p:cNvSpPr/>
          <p:nvPr userDrawn="1"/>
        </p:nvSpPr>
        <p:spPr bwMode="auto">
          <a:xfrm>
            <a:off x="6097702" y="1603357"/>
            <a:ext cx="4270248" cy="1828800"/>
          </a:xfrm>
          <a:prstGeom prst="rect">
            <a:avLst/>
          </a:prstGeom>
          <a:gradFill flip="none" rotWithShape="1">
            <a:gsLst>
              <a:gs pos="0">
                <a:schemeClr val="accent2">
                  <a:lumMod val="60000"/>
                  <a:lumOff val="40000"/>
                </a:schemeClr>
              </a:gs>
              <a:gs pos="82000">
                <a:schemeClr val="accent2"/>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32" name="Rectangle 31">
            <a:extLst>
              <a:ext uri="{FF2B5EF4-FFF2-40B4-BE49-F238E27FC236}">
                <a16:creationId xmlns:a16="http://schemas.microsoft.com/office/drawing/2014/main" id="{9C33EFFA-4807-9C5F-849F-647844A0293A}"/>
              </a:ext>
            </a:extLst>
          </p:cNvPr>
          <p:cNvSpPr/>
          <p:nvPr userDrawn="1"/>
        </p:nvSpPr>
        <p:spPr bwMode="auto">
          <a:xfrm>
            <a:off x="8311" y="1603357"/>
            <a:ext cx="4270248" cy="1828800"/>
          </a:xfrm>
          <a:prstGeom prst="rect">
            <a:avLst/>
          </a:prstGeom>
          <a:gradFill flip="none" rotWithShape="1">
            <a:gsLst>
              <a:gs pos="0">
                <a:schemeClr val="accent2">
                  <a:lumMod val="60000"/>
                  <a:lumOff val="40000"/>
                </a:schemeClr>
              </a:gs>
              <a:gs pos="82000">
                <a:schemeClr val="accent2"/>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33" name="Rectangle 32">
            <a:extLst>
              <a:ext uri="{FF2B5EF4-FFF2-40B4-BE49-F238E27FC236}">
                <a16:creationId xmlns:a16="http://schemas.microsoft.com/office/drawing/2014/main" id="{ACE11549-ED4A-667C-6790-22944A532793}"/>
              </a:ext>
            </a:extLst>
          </p:cNvPr>
          <p:cNvSpPr/>
          <p:nvPr userDrawn="1"/>
        </p:nvSpPr>
        <p:spPr bwMode="auto">
          <a:xfrm>
            <a:off x="1833603" y="3429836"/>
            <a:ext cx="4270248" cy="1828800"/>
          </a:xfrm>
          <a:prstGeom prst="rect">
            <a:avLst/>
          </a:prstGeom>
          <a:gradFill flip="none" rotWithShape="1">
            <a:gsLst>
              <a:gs pos="0">
                <a:schemeClr val="accent2">
                  <a:lumMod val="60000"/>
                  <a:lumOff val="40000"/>
                </a:schemeClr>
              </a:gs>
              <a:gs pos="82000">
                <a:schemeClr val="accent4"/>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34" name="Rectangle 33">
            <a:extLst>
              <a:ext uri="{FF2B5EF4-FFF2-40B4-BE49-F238E27FC236}">
                <a16:creationId xmlns:a16="http://schemas.microsoft.com/office/drawing/2014/main" id="{090B24DB-270C-2AD2-1834-C7C3439FEA45}"/>
              </a:ext>
            </a:extLst>
          </p:cNvPr>
          <p:cNvSpPr/>
          <p:nvPr userDrawn="1"/>
        </p:nvSpPr>
        <p:spPr bwMode="auto">
          <a:xfrm>
            <a:off x="7926890" y="3429836"/>
            <a:ext cx="4270248" cy="1828800"/>
          </a:xfrm>
          <a:prstGeom prst="rect">
            <a:avLst/>
          </a:prstGeom>
          <a:gradFill flip="none" rotWithShape="1">
            <a:gsLst>
              <a:gs pos="0">
                <a:schemeClr val="accent2">
                  <a:lumMod val="60000"/>
                  <a:lumOff val="40000"/>
                </a:schemeClr>
              </a:gs>
              <a:gs pos="82000">
                <a:schemeClr val="accent4"/>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35" name="Picture Placeholder 26">
            <a:extLst>
              <a:ext uri="{FF2B5EF4-FFF2-40B4-BE49-F238E27FC236}">
                <a16:creationId xmlns:a16="http://schemas.microsoft.com/office/drawing/2014/main" id="{90A4BC4B-B7B9-2AFF-D5CA-F6290FBA6B8D}"/>
              </a:ext>
            </a:extLst>
          </p:cNvPr>
          <p:cNvSpPr>
            <a:spLocks noGrp="1"/>
          </p:cNvSpPr>
          <p:nvPr>
            <p:ph type="pic" sz="quarter" idx="18"/>
          </p:nvPr>
        </p:nvSpPr>
        <p:spPr>
          <a:xfrm>
            <a:off x="4272870" y="1603357"/>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36" name="Picture Placeholder 26">
            <a:extLst>
              <a:ext uri="{FF2B5EF4-FFF2-40B4-BE49-F238E27FC236}">
                <a16:creationId xmlns:a16="http://schemas.microsoft.com/office/drawing/2014/main" id="{D008F39D-91EA-B2CD-7324-29C36321F2AF}"/>
              </a:ext>
            </a:extLst>
          </p:cNvPr>
          <p:cNvSpPr>
            <a:spLocks noGrp="1"/>
          </p:cNvSpPr>
          <p:nvPr>
            <p:ph type="pic" sz="quarter" idx="19"/>
          </p:nvPr>
        </p:nvSpPr>
        <p:spPr>
          <a:xfrm>
            <a:off x="10365308" y="1603357"/>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37" name="Picture Placeholder 26">
            <a:extLst>
              <a:ext uri="{FF2B5EF4-FFF2-40B4-BE49-F238E27FC236}">
                <a16:creationId xmlns:a16="http://schemas.microsoft.com/office/drawing/2014/main" id="{53D7C473-5CAC-58DF-D136-624BF81253F2}"/>
              </a:ext>
            </a:extLst>
          </p:cNvPr>
          <p:cNvSpPr>
            <a:spLocks noGrp="1"/>
          </p:cNvSpPr>
          <p:nvPr>
            <p:ph type="pic" sz="quarter" idx="20"/>
          </p:nvPr>
        </p:nvSpPr>
        <p:spPr>
          <a:xfrm>
            <a:off x="9235" y="3429836"/>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38" name="Picture Placeholder 26">
            <a:extLst>
              <a:ext uri="{FF2B5EF4-FFF2-40B4-BE49-F238E27FC236}">
                <a16:creationId xmlns:a16="http://schemas.microsoft.com/office/drawing/2014/main" id="{54E4955A-8F23-B733-4C21-F24FCCF24901}"/>
              </a:ext>
            </a:extLst>
          </p:cNvPr>
          <p:cNvSpPr>
            <a:spLocks noGrp="1"/>
          </p:cNvSpPr>
          <p:nvPr>
            <p:ph type="pic" sz="quarter" idx="21"/>
          </p:nvPr>
        </p:nvSpPr>
        <p:spPr>
          <a:xfrm>
            <a:off x="6101600" y="3429836"/>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39" name="Text Placeholder 3">
            <a:extLst>
              <a:ext uri="{FF2B5EF4-FFF2-40B4-BE49-F238E27FC236}">
                <a16:creationId xmlns:a16="http://schemas.microsoft.com/office/drawing/2014/main" id="{4459C781-A917-DA2E-A9AD-80214F278CDF}"/>
              </a:ext>
            </a:extLst>
          </p:cNvPr>
          <p:cNvSpPr>
            <a:spLocks noGrp="1"/>
          </p:cNvSpPr>
          <p:nvPr>
            <p:ph type="body" sz="quarter" idx="22"/>
          </p:nvPr>
        </p:nvSpPr>
        <p:spPr>
          <a:xfrm>
            <a:off x="399011" y="1945149"/>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0" name="Text Placeholder 3">
            <a:extLst>
              <a:ext uri="{FF2B5EF4-FFF2-40B4-BE49-F238E27FC236}">
                <a16:creationId xmlns:a16="http://schemas.microsoft.com/office/drawing/2014/main" id="{B6BE2BD3-FF31-665A-5D8B-CC120CF6304F}"/>
              </a:ext>
            </a:extLst>
          </p:cNvPr>
          <p:cNvSpPr>
            <a:spLocks noGrp="1"/>
          </p:cNvSpPr>
          <p:nvPr>
            <p:ph type="body" sz="quarter" idx="23"/>
          </p:nvPr>
        </p:nvSpPr>
        <p:spPr>
          <a:xfrm>
            <a:off x="6467302" y="1945149"/>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1" name="Text Placeholder 3">
            <a:extLst>
              <a:ext uri="{FF2B5EF4-FFF2-40B4-BE49-F238E27FC236}">
                <a16:creationId xmlns:a16="http://schemas.microsoft.com/office/drawing/2014/main" id="{D7D502A2-D5EC-1CAE-9923-3D54F19E3101}"/>
              </a:ext>
            </a:extLst>
          </p:cNvPr>
          <p:cNvSpPr>
            <a:spLocks noGrp="1"/>
          </p:cNvSpPr>
          <p:nvPr>
            <p:ph type="body" sz="quarter" idx="24"/>
          </p:nvPr>
        </p:nvSpPr>
        <p:spPr>
          <a:xfrm>
            <a:off x="2217830" y="3773948"/>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2" name="Text Placeholder 3">
            <a:extLst>
              <a:ext uri="{FF2B5EF4-FFF2-40B4-BE49-F238E27FC236}">
                <a16:creationId xmlns:a16="http://schemas.microsoft.com/office/drawing/2014/main" id="{491EB53A-5F88-4B8A-6CDF-695ADD8FA4A6}"/>
              </a:ext>
            </a:extLst>
          </p:cNvPr>
          <p:cNvSpPr>
            <a:spLocks noGrp="1"/>
          </p:cNvSpPr>
          <p:nvPr>
            <p:ph type="body" sz="quarter" idx="25"/>
          </p:nvPr>
        </p:nvSpPr>
        <p:spPr>
          <a:xfrm>
            <a:off x="8302747" y="3773948"/>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pic>
        <p:nvPicPr>
          <p:cNvPr id="43" name="Picture 42">
            <a:extLst>
              <a:ext uri="{FF2B5EF4-FFF2-40B4-BE49-F238E27FC236}">
                <a16:creationId xmlns:a16="http://schemas.microsoft.com/office/drawing/2014/main" id="{B056E866-9BCD-7EF2-4C1C-F73C0ED382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44" name="Straight Connector 43">
            <a:extLst>
              <a:ext uri="{FF2B5EF4-FFF2-40B4-BE49-F238E27FC236}">
                <a16:creationId xmlns:a16="http://schemas.microsoft.com/office/drawing/2014/main" id="{20E6F750-39DE-B46E-E3DD-CB7DD8A255A0}"/>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ECA0D027-B612-3F6F-10F2-5B4877F772B0}"/>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B7ACF433-D144-75C4-28B8-2BD7D37ECCF0}"/>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1647317445"/>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userDrawn="1">
          <p15:clr>
            <a:srgbClr val="FBAE40"/>
          </p15:clr>
        </p15:guide>
        <p15:guide id="3" pos="720" userDrawn="1">
          <p15:clr>
            <a:srgbClr val="FBAE40"/>
          </p15:clr>
        </p15:guide>
        <p15:guide id="4" pos="576" userDrawn="1">
          <p15:clr>
            <a:srgbClr val="FBAE40"/>
          </p15:clr>
        </p15:guide>
        <p15:guide id="5" pos="3840" userDrawn="1">
          <p15:clr>
            <a:srgbClr val="FBAE40"/>
          </p15:clr>
        </p15:guide>
        <p15:guide id="6" pos="360" userDrawn="1">
          <p15:clr>
            <a:srgbClr val="FBAE40"/>
          </p15:clr>
        </p15:guide>
        <p15:guide id="7" pos="312" userDrawn="1">
          <p15:clr>
            <a:srgbClr val="FBAE40"/>
          </p15:clr>
        </p15:guide>
        <p15:guide id="8" pos="408" userDrawn="1">
          <p15:clr>
            <a:srgbClr val="FBAE40"/>
          </p15:clr>
        </p15:guide>
        <p15:guide id="9" orient="horz" pos="2160"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 photos alternating - re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4C8652D2-83E5-64CA-B0CF-AA40D2D21598}"/>
              </a:ext>
            </a:extLst>
          </p:cNvPr>
          <p:cNvSpPr/>
          <p:nvPr userDrawn="1"/>
        </p:nvSpPr>
        <p:spPr bwMode="auto">
          <a:xfrm>
            <a:off x="6097702" y="1603357"/>
            <a:ext cx="4270248" cy="1828800"/>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23" name="Rectangle 22">
            <a:extLst>
              <a:ext uri="{FF2B5EF4-FFF2-40B4-BE49-F238E27FC236}">
                <a16:creationId xmlns:a16="http://schemas.microsoft.com/office/drawing/2014/main" id="{17D6F830-CA76-DB47-0609-5ECB240265D8}"/>
              </a:ext>
            </a:extLst>
          </p:cNvPr>
          <p:cNvSpPr/>
          <p:nvPr userDrawn="1"/>
        </p:nvSpPr>
        <p:spPr bwMode="auto">
          <a:xfrm>
            <a:off x="8311" y="1603357"/>
            <a:ext cx="4270248" cy="1828800"/>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25" name="Rectangle 24">
            <a:extLst>
              <a:ext uri="{FF2B5EF4-FFF2-40B4-BE49-F238E27FC236}">
                <a16:creationId xmlns:a16="http://schemas.microsoft.com/office/drawing/2014/main" id="{CAD1B53E-D489-E578-C89A-B68A1B9572ED}"/>
              </a:ext>
            </a:extLst>
          </p:cNvPr>
          <p:cNvSpPr/>
          <p:nvPr userDrawn="1"/>
        </p:nvSpPr>
        <p:spPr bwMode="auto">
          <a:xfrm>
            <a:off x="1833603" y="3429836"/>
            <a:ext cx="4270248" cy="1828800"/>
          </a:xfrm>
          <a:prstGeom prst="rect">
            <a:avLst/>
          </a:prstGeom>
          <a:gradFill flip="none" rotWithShape="1">
            <a:gsLst>
              <a:gs pos="0">
                <a:schemeClr val="accent5"/>
              </a:gs>
              <a:gs pos="82000">
                <a:schemeClr val="accent3"/>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2" name="Rectangle 1">
            <a:extLst>
              <a:ext uri="{FF2B5EF4-FFF2-40B4-BE49-F238E27FC236}">
                <a16:creationId xmlns:a16="http://schemas.microsoft.com/office/drawing/2014/main" id="{C6C95B84-6CBA-01D9-FEC4-27D231EE653B}"/>
              </a:ext>
            </a:extLst>
          </p:cNvPr>
          <p:cNvSpPr/>
          <p:nvPr userDrawn="1"/>
        </p:nvSpPr>
        <p:spPr bwMode="auto">
          <a:xfrm>
            <a:off x="7926890" y="3429836"/>
            <a:ext cx="4270248" cy="1828800"/>
          </a:xfrm>
          <a:prstGeom prst="rect">
            <a:avLst/>
          </a:prstGeom>
          <a:gradFill flip="none" rotWithShape="1">
            <a:gsLst>
              <a:gs pos="0">
                <a:schemeClr val="accent5"/>
              </a:gs>
              <a:gs pos="82000">
                <a:schemeClr val="accent3"/>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27" name="Picture Placeholder 26">
            <a:extLst>
              <a:ext uri="{FF2B5EF4-FFF2-40B4-BE49-F238E27FC236}">
                <a16:creationId xmlns:a16="http://schemas.microsoft.com/office/drawing/2014/main" id="{F13770FE-E9CC-C71F-05FE-8B59044AA48E}"/>
              </a:ext>
            </a:extLst>
          </p:cNvPr>
          <p:cNvSpPr>
            <a:spLocks noGrp="1"/>
          </p:cNvSpPr>
          <p:nvPr>
            <p:ph type="pic" sz="quarter" idx="14"/>
          </p:nvPr>
        </p:nvSpPr>
        <p:spPr>
          <a:xfrm>
            <a:off x="4272870" y="1603357"/>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28" name="Picture Placeholder 26">
            <a:extLst>
              <a:ext uri="{FF2B5EF4-FFF2-40B4-BE49-F238E27FC236}">
                <a16:creationId xmlns:a16="http://schemas.microsoft.com/office/drawing/2014/main" id="{E273A3F7-CB1D-3271-9927-22F97F7BBBF5}"/>
              </a:ext>
            </a:extLst>
          </p:cNvPr>
          <p:cNvSpPr>
            <a:spLocks noGrp="1"/>
          </p:cNvSpPr>
          <p:nvPr>
            <p:ph type="pic" sz="quarter" idx="15"/>
          </p:nvPr>
        </p:nvSpPr>
        <p:spPr>
          <a:xfrm>
            <a:off x="10365308" y="1603357"/>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29" name="Picture Placeholder 26">
            <a:extLst>
              <a:ext uri="{FF2B5EF4-FFF2-40B4-BE49-F238E27FC236}">
                <a16:creationId xmlns:a16="http://schemas.microsoft.com/office/drawing/2014/main" id="{F05129BB-1F90-D031-B249-6A664ADAE20E}"/>
              </a:ext>
            </a:extLst>
          </p:cNvPr>
          <p:cNvSpPr>
            <a:spLocks noGrp="1"/>
          </p:cNvSpPr>
          <p:nvPr>
            <p:ph type="pic" sz="quarter" idx="16"/>
          </p:nvPr>
        </p:nvSpPr>
        <p:spPr>
          <a:xfrm>
            <a:off x="9235" y="3429836"/>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30" name="Picture Placeholder 26">
            <a:extLst>
              <a:ext uri="{FF2B5EF4-FFF2-40B4-BE49-F238E27FC236}">
                <a16:creationId xmlns:a16="http://schemas.microsoft.com/office/drawing/2014/main" id="{29ECBD6A-6985-2084-A22F-29CE7C009C78}"/>
              </a:ext>
            </a:extLst>
          </p:cNvPr>
          <p:cNvSpPr>
            <a:spLocks noGrp="1"/>
          </p:cNvSpPr>
          <p:nvPr>
            <p:ph type="pic" sz="quarter" idx="17"/>
          </p:nvPr>
        </p:nvSpPr>
        <p:spPr>
          <a:xfrm>
            <a:off x="6101600" y="3429836"/>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4" name="Text Placeholder 3">
            <a:extLst>
              <a:ext uri="{FF2B5EF4-FFF2-40B4-BE49-F238E27FC236}">
                <a16:creationId xmlns:a16="http://schemas.microsoft.com/office/drawing/2014/main" id="{AEBD0622-720F-DD35-5E8B-9B3088BFF906}"/>
              </a:ext>
            </a:extLst>
          </p:cNvPr>
          <p:cNvSpPr>
            <a:spLocks noGrp="1"/>
          </p:cNvSpPr>
          <p:nvPr>
            <p:ph type="body" sz="quarter" idx="18"/>
          </p:nvPr>
        </p:nvSpPr>
        <p:spPr>
          <a:xfrm>
            <a:off x="399011" y="1945149"/>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5" name="Text Placeholder 3">
            <a:extLst>
              <a:ext uri="{FF2B5EF4-FFF2-40B4-BE49-F238E27FC236}">
                <a16:creationId xmlns:a16="http://schemas.microsoft.com/office/drawing/2014/main" id="{0A51E137-21E3-5CE2-80C7-ED85B92EDE8D}"/>
              </a:ext>
            </a:extLst>
          </p:cNvPr>
          <p:cNvSpPr>
            <a:spLocks noGrp="1"/>
          </p:cNvSpPr>
          <p:nvPr>
            <p:ph type="body" sz="quarter" idx="19"/>
          </p:nvPr>
        </p:nvSpPr>
        <p:spPr>
          <a:xfrm>
            <a:off x="6467302" y="1945149"/>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6" name="Text Placeholder 3">
            <a:extLst>
              <a:ext uri="{FF2B5EF4-FFF2-40B4-BE49-F238E27FC236}">
                <a16:creationId xmlns:a16="http://schemas.microsoft.com/office/drawing/2014/main" id="{23A5023B-432A-8833-8260-7A851AEA4B77}"/>
              </a:ext>
            </a:extLst>
          </p:cNvPr>
          <p:cNvSpPr>
            <a:spLocks noGrp="1"/>
          </p:cNvSpPr>
          <p:nvPr>
            <p:ph type="body" sz="quarter" idx="20"/>
          </p:nvPr>
        </p:nvSpPr>
        <p:spPr>
          <a:xfrm>
            <a:off x="2217830" y="3773948"/>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7" name="Text Placeholder 3">
            <a:extLst>
              <a:ext uri="{FF2B5EF4-FFF2-40B4-BE49-F238E27FC236}">
                <a16:creationId xmlns:a16="http://schemas.microsoft.com/office/drawing/2014/main" id="{F78F3673-2C4F-2072-B169-52A006E63D2E}"/>
              </a:ext>
            </a:extLst>
          </p:cNvPr>
          <p:cNvSpPr>
            <a:spLocks noGrp="1"/>
          </p:cNvSpPr>
          <p:nvPr>
            <p:ph type="body" sz="quarter" idx="21"/>
          </p:nvPr>
        </p:nvSpPr>
        <p:spPr>
          <a:xfrm>
            <a:off x="8302747" y="3773948"/>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pic>
        <p:nvPicPr>
          <p:cNvPr id="32" name="Picture 31">
            <a:extLst>
              <a:ext uri="{FF2B5EF4-FFF2-40B4-BE49-F238E27FC236}">
                <a16:creationId xmlns:a16="http://schemas.microsoft.com/office/drawing/2014/main" id="{FB95C680-7FC4-CC0E-CC38-7773C6CC8D8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33" name="Straight Connector 32">
            <a:extLst>
              <a:ext uri="{FF2B5EF4-FFF2-40B4-BE49-F238E27FC236}">
                <a16:creationId xmlns:a16="http://schemas.microsoft.com/office/drawing/2014/main" id="{C2AFC82B-8452-E28A-0C44-4BF88C53306C}"/>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3" name="Title 1">
            <a:extLst>
              <a:ext uri="{FF2B5EF4-FFF2-40B4-BE49-F238E27FC236}">
                <a16:creationId xmlns:a16="http://schemas.microsoft.com/office/drawing/2014/main" id="{135D1E31-0708-B11A-966D-A629001D0C53}"/>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8" name="Text Placeholder 6">
            <a:extLst>
              <a:ext uri="{FF2B5EF4-FFF2-40B4-BE49-F238E27FC236}">
                <a16:creationId xmlns:a16="http://schemas.microsoft.com/office/drawing/2014/main" id="{693D9CA9-658F-0AB0-C718-41624ADDE4B9}"/>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4251728977"/>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userDrawn="1">
          <p15:clr>
            <a:srgbClr val="FBAE40"/>
          </p15:clr>
        </p15:guide>
        <p15:guide id="3" pos="720" userDrawn="1">
          <p15:clr>
            <a:srgbClr val="FBAE40"/>
          </p15:clr>
        </p15:guide>
        <p15:guide id="4" pos="576" userDrawn="1">
          <p15:clr>
            <a:srgbClr val="FBAE40"/>
          </p15:clr>
        </p15:guide>
        <p15:guide id="5" pos="3840" userDrawn="1">
          <p15:clr>
            <a:srgbClr val="FBAE40"/>
          </p15:clr>
        </p15:guide>
        <p15:guide id="6" pos="360" userDrawn="1">
          <p15:clr>
            <a:srgbClr val="FBAE40"/>
          </p15:clr>
        </p15:guide>
        <p15:guide id="7" pos="312" userDrawn="1">
          <p15:clr>
            <a:srgbClr val="FBAE40"/>
          </p15:clr>
        </p15:guide>
        <p15:guide id="8" pos="408" userDrawn="1">
          <p15:clr>
            <a:srgbClr val="FBAE40"/>
          </p15:clr>
        </p15:guide>
        <p15:guide id="9" orient="horz" pos="2160"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creenshot_Laptop_WhiteBackgroun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BDF3183-8FFC-F502-2622-1FF528FA5D8A}"/>
              </a:ext>
            </a:extLst>
          </p:cNvPr>
          <p:cNvSpPr/>
          <p:nvPr userDrawn="1"/>
        </p:nvSpPr>
        <p:spPr>
          <a:xfrm>
            <a:off x="0" y="5083629"/>
            <a:ext cx="12192000" cy="1265883"/>
          </a:xfrm>
          <a:prstGeom prst="rect">
            <a:avLst/>
          </a:prstGeom>
          <a:gradFill>
            <a:gsLst>
              <a:gs pos="15000">
                <a:schemeClr val="accent3"/>
              </a:gs>
              <a:gs pos="61000">
                <a:schemeClr val="accent1"/>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pic>
        <p:nvPicPr>
          <p:cNvPr id="3" name="Picture 2">
            <a:extLst>
              <a:ext uri="{FF2B5EF4-FFF2-40B4-BE49-F238E27FC236}">
                <a16:creationId xmlns:a16="http://schemas.microsoft.com/office/drawing/2014/main" id="{0C255B69-C270-2569-F9CE-D00AFBA98D8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
          <a:stretch/>
        </p:blipFill>
        <p:spPr>
          <a:xfrm>
            <a:off x="6050441" y="1648237"/>
            <a:ext cx="6141559" cy="4358261"/>
          </a:xfrm>
          <a:prstGeom prst="rect">
            <a:avLst/>
          </a:prstGeom>
          <a:effectLst>
            <a:reflection blurRad="6350" stA="30000" endPos="7000" dir="5400000" sy="-100000" algn="bl" rotWithShape="0"/>
          </a:effectLst>
        </p:spPr>
      </p:pic>
      <p:sp>
        <p:nvSpPr>
          <p:cNvPr id="6" name="Picture Placeholder 7">
            <a:extLst>
              <a:ext uri="{FF2B5EF4-FFF2-40B4-BE49-F238E27FC236}">
                <a16:creationId xmlns:a16="http://schemas.microsoft.com/office/drawing/2014/main" id="{53531AA5-59D0-E22C-BF0A-E836E0C58D84}"/>
              </a:ext>
            </a:extLst>
          </p:cNvPr>
          <p:cNvSpPr>
            <a:spLocks noGrp="1"/>
          </p:cNvSpPr>
          <p:nvPr>
            <p:ph type="pic" sz="quarter" idx="11" hasCustomPrompt="1"/>
          </p:nvPr>
        </p:nvSpPr>
        <p:spPr>
          <a:xfrm>
            <a:off x="7212169" y="1936821"/>
            <a:ext cx="4979831" cy="3533106"/>
          </a:xfrm>
          <a:prstGeom prst="rect">
            <a:avLst/>
          </a:prstGeom>
          <a:gradFill flip="none" rotWithShape="1">
            <a:gsLst>
              <a:gs pos="20000">
                <a:schemeClr val="bg2"/>
              </a:gs>
              <a:gs pos="69000">
                <a:schemeClr val="tx1"/>
              </a:gs>
            </a:gsLst>
            <a:path path="circle">
              <a:fillToRect r="100000" b="100000"/>
            </a:path>
            <a:tileRect l="-100000" t="-100000"/>
          </a:gradFill>
          <a:effectLst>
            <a:innerShdw blurRad="156269" dist="50800" dir="13500000">
              <a:prstClr val="black">
                <a:alpha val="20000"/>
              </a:prstClr>
            </a:innerShdw>
          </a:effectLst>
        </p:spPr>
        <p:txBody>
          <a:bodyPr anchor="ctr"/>
          <a:lstStyle>
            <a:lvl1pPr marL="0" indent="0" algn="ctr">
              <a:buNone/>
              <a:defRPr sz="1500" b="0" i="0">
                <a:solidFill>
                  <a:schemeClr val="bg1"/>
                </a:solidFill>
                <a:latin typeface="Barlow Light" pitchFamily="2" charset="77"/>
              </a:defRPr>
            </a:lvl1pPr>
          </a:lstStyle>
          <a:p>
            <a:r>
              <a:rPr lang="en-US"/>
              <a:t>Click to add screenshot</a:t>
            </a:r>
          </a:p>
        </p:txBody>
      </p:sp>
      <p:sp>
        <p:nvSpPr>
          <p:cNvPr id="7" name="Picture Placeholder 7">
            <a:extLst>
              <a:ext uri="{FF2B5EF4-FFF2-40B4-BE49-F238E27FC236}">
                <a16:creationId xmlns:a16="http://schemas.microsoft.com/office/drawing/2014/main" id="{E3A42BF1-A379-79AC-D932-3D34EF13A4A8}"/>
              </a:ext>
            </a:extLst>
          </p:cNvPr>
          <p:cNvSpPr>
            <a:spLocks noGrp="1"/>
          </p:cNvSpPr>
          <p:nvPr>
            <p:ph type="pic" sz="quarter" idx="12" hasCustomPrompt="1"/>
          </p:nvPr>
        </p:nvSpPr>
        <p:spPr>
          <a:xfrm>
            <a:off x="7736259" y="402297"/>
            <a:ext cx="4073997" cy="1064553"/>
          </a:xfrm>
          <a:prstGeom prst="rect">
            <a:avLst/>
          </a:prstGeom>
        </p:spPr>
        <p:txBody>
          <a:bodyPr anchor="ctr"/>
          <a:lstStyle>
            <a:lvl1pPr marL="0" indent="0" algn="ctr">
              <a:buNone/>
              <a:defRPr sz="1500" b="0" i="0">
                <a:solidFill>
                  <a:schemeClr val="bg2"/>
                </a:solidFill>
                <a:latin typeface="Barlow Light" pitchFamily="2" charset="77"/>
              </a:defRPr>
            </a:lvl1pPr>
          </a:lstStyle>
          <a:p>
            <a:r>
              <a:rPr lang="en-US"/>
              <a:t>Click to add software logo </a:t>
            </a:r>
            <a:br>
              <a:rPr lang="en-US"/>
            </a:br>
            <a:r>
              <a:rPr lang="en-US"/>
              <a:t>(resize accordingly)</a:t>
            </a:r>
          </a:p>
        </p:txBody>
      </p:sp>
      <p:sp>
        <p:nvSpPr>
          <p:cNvPr id="10" name="Text Placeholder 2">
            <a:extLst>
              <a:ext uri="{FF2B5EF4-FFF2-40B4-BE49-F238E27FC236}">
                <a16:creationId xmlns:a16="http://schemas.microsoft.com/office/drawing/2014/main" id="{CCF5D2A0-6B86-8BE7-1FD5-5C755DF4CF89}"/>
              </a:ext>
            </a:extLst>
          </p:cNvPr>
          <p:cNvSpPr>
            <a:spLocks noGrp="1"/>
          </p:cNvSpPr>
          <p:nvPr>
            <p:ph type="body" sz="quarter" idx="16"/>
          </p:nvPr>
        </p:nvSpPr>
        <p:spPr>
          <a:xfrm>
            <a:off x="1012967" y="2608262"/>
            <a:ext cx="4118988" cy="1641475"/>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12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B8978979-E124-3E65-BB18-DB81AE1B219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13" name="Straight Connector 12">
            <a:extLst>
              <a:ext uri="{FF2B5EF4-FFF2-40B4-BE49-F238E27FC236}">
                <a16:creationId xmlns:a16="http://schemas.microsoft.com/office/drawing/2014/main" id="{BB1CAD52-EB7C-6E0E-2B7E-8FFB05878906}"/>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E44A4637-1D36-FB98-4651-C77644D48158}"/>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D59D0D14-3683-2A7D-B3C8-4432950E3B64}"/>
              </a:ext>
            </a:extLst>
          </p:cNvPr>
          <p:cNvSpPr>
            <a:spLocks noGrp="1"/>
          </p:cNvSpPr>
          <p:nvPr>
            <p:ph type="body" sz="quarter" idx="10" hasCustomPrompt="1"/>
          </p:nvPr>
        </p:nvSpPr>
        <p:spPr>
          <a:xfrm>
            <a:off x="1044205" y="805328"/>
            <a:ext cx="5591373" cy="605294"/>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264845687"/>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creenshot_Laptop_RedOrangeBackground">
    <p:bg>
      <p:bgPr>
        <a:solidFill>
          <a:srgbClr val="FFFFFF"/>
        </a:solidFill>
        <a:effectLst/>
      </p:bgPr>
    </p:bg>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CBDF3183-8FFC-F502-2622-1FF528FA5D8A}"/>
              </a:ext>
            </a:extLst>
          </p:cNvPr>
          <p:cNvSpPr/>
          <p:nvPr userDrawn="1"/>
        </p:nvSpPr>
        <p:spPr>
          <a:xfrm>
            <a:off x="930360" y="2193047"/>
            <a:ext cx="11261639" cy="4156465"/>
          </a:xfrm>
          <a:prstGeom prst="roundRect">
            <a:avLst>
              <a:gd name="adj" fmla="val 2306"/>
            </a:avLst>
          </a:prstGeom>
          <a:gradFill>
            <a:gsLst>
              <a:gs pos="15000">
                <a:schemeClr val="accent3"/>
              </a:gs>
              <a:gs pos="61000">
                <a:schemeClr val="accent1"/>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pic>
        <p:nvPicPr>
          <p:cNvPr id="3" name="Picture 2">
            <a:extLst>
              <a:ext uri="{FF2B5EF4-FFF2-40B4-BE49-F238E27FC236}">
                <a16:creationId xmlns:a16="http://schemas.microsoft.com/office/drawing/2014/main" id="{0C255B69-C270-2569-F9CE-D00AFBA98D8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
          <a:stretch/>
        </p:blipFill>
        <p:spPr>
          <a:xfrm>
            <a:off x="6050441" y="1648237"/>
            <a:ext cx="6141559" cy="4358261"/>
          </a:xfrm>
          <a:prstGeom prst="rect">
            <a:avLst/>
          </a:prstGeom>
          <a:effectLst>
            <a:reflection blurRad="6350" stA="30000" endPos="7000" dir="5400000" sy="-100000" algn="bl" rotWithShape="0"/>
          </a:effectLst>
        </p:spPr>
      </p:pic>
      <p:sp>
        <p:nvSpPr>
          <p:cNvPr id="6" name="Picture Placeholder 7">
            <a:extLst>
              <a:ext uri="{FF2B5EF4-FFF2-40B4-BE49-F238E27FC236}">
                <a16:creationId xmlns:a16="http://schemas.microsoft.com/office/drawing/2014/main" id="{53531AA5-59D0-E22C-BF0A-E836E0C58D84}"/>
              </a:ext>
            </a:extLst>
          </p:cNvPr>
          <p:cNvSpPr>
            <a:spLocks noGrp="1"/>
          </p:cNvSpPr>
          <p:nvPr>
            <p:ph type="pic" sz="quarter" idx="11" hasCustomPrompt="1"/>
          </p:nvPr>
        </p:nvSpPr>
        <p:spPr>
          <a:xfrm>
            <a:off x="7212169" y="1936821"/>
            <a:ext cx="4979831" cy="3533106"/>
          </a:xfrm>
          <a:prstGeom prst="rect">
            <a:avLst/>
          </a:prstGeom>
          <a:gradFill flip="none" rotWithShape="1">
            <a:gsLst>
              <a:gs pos="20000">
                <a:schemeClr val="bg2"/>
              </a:gs>
              <a:gs pos="69000">
                <a:schemeClr val="tx1"/>
              </a:gs>
            </a:gsLst>
            <a:path path="circle">
              <a:fillToRect r="100000" b="100000"/>
            </a:path>
            <a:tileRect l="-100000" t="-100000"/>
          </a:gradFill>
          <a:effectLst>
            <a:innerShdw blurRad="156269" dist="50800" dir="13500000">
              <a:prstClr val="black">
                <a:alpha val="20000"/>
              </a:prstClr>
            </a:innerShdw>
          </a:effectLst>
        </p:spPr>
        <p:txBody>
          <a:bodyPr anchor="ctr"/>
          <a:lstStyle>
            <a:lvl1pPr marL="0" indent="0" algn="ctr">
              <a:buNone/>
              <a:defRPr sz="1500" b="0" i="0">
                <a:solidFill>
                  <a:schemeClr val="bg1"/>
                </a:solidFill>
                <a:latin typeface="Barlow Light" pitchFamily="2" charset="77"/>
              </a:defRPr>
            </a:lvl1pPr>
          </a:lstStyle>
          <a:p>
            <a:r>
              <a:rPr lang="en-US"/>
              <a:t>Click to add screenshot</a:t>
            </a:r>
          </a:p>
        </p:txBody>
      </p:sp>
      <p:sp>
        <p:nvSpPr>
          <p:cNvPr id="7" name="Picture Placeholder 7">
            <a:extLst>
              <a:ext uri="{FF2B5EF4-FFF2-40B4-BE49-F238E27FC236}">
                <a16:creationId xmlns:a16="http://schemas.microsoft.com/office/drawing/2014/main" id="{E3A42BF1-A379-79AC-D932-3D34EF13A4A8}"/>
              </a:ext>
            </a:extLst>
          </p:cNvPr>
          <p:cNvSpPr>
            <a:spLocks noGrp="1"/>
          </p:cNvSpPr>
          <p:nvPr>
            <p:ph type="pic" sz="quarter" idx="12" hasCustomPrompt="1"/>
          </p:nvPr>
        </p:nvSpPr>
        <p:spPr>
          <a:xfrm>
            <a:off x="7736259" y="718309"/>
            <a:ext cx="4073997" cy="1064553"/>
          </a:xfrm>
          <a:prstGeom prst="rect">
            <a:avLst/>
          </a:prstGeom>
        </p:spPr>
        <p:txBody>
          <a:bodyPr anchor="ctr"/>
          <a:lstStyle>
            <a:lvl1pPr marL="0" indent="0" algn="ctr">
              <a:lnSpc>
                <a:spcPct val="90000"/>
              </a:lnSpc>
              <a:spcAft>
                <a:spcPts val="0"/>
              </a:spcAft>
              <a:buNone/>
              <a:defRPr sz="1500" b="0" i="0">
                <a:solidFill>
                  <a:schemeClr val="bg2"/>
                </a:solidFill>
                <a:latin typeface="Barlow Light" pitchFamily="2" charset="77"/>
              </a:defRPr>
            </a:lvl1pPr>
          </a:lstStyle>
          <a:p>
            <a:r>
              <a:rPr lang="en-US"/>
              <a:t>Click to add software logo </a:t>
            </a:r>
            <a:br>
              <a:rPr lang="en-US"/>
            </a:br>
            <a:r>
              <a:rPr lang="en-US"/>
              <a:t>(resize accordingly)</a:t>
            </a:r>
          </a:p>
        </p:txBody>
      </p:sp>
      <p:sp>
        <p:nvSpPr>
          <p:cNvPr id="10" name="Text Placeholder 2">
            <a:extLst>
              <a:ext uri="{FF2B5EF4-FFF2-40B4-BE49-F238E27FC236}">
                <a16:creationId xmlns:a16="http://schemas.microsoft.com/office/drawing/2014/main" id="{CCF5D2A0-6B86-8BE7-1FD5-5C755DF4CF89}"/>
              </a:ext>
            </a:extLst>
          </p:cNvPr>
          <p:cNvSpPr>
            <a:spLocks noGrp="1"/>
          </p:cNvSpPr>
          <p:nvPr>
            <p:ph type="body" sz="quarter" idx="16"/>
          </p:nvPr>
        </p:nvSpPr>
        <p:spPr>
          <a:xfrm>
            <a:off x="1611086" y="3968978"/>
            <a:ext cx="5094513" cy="1641475"/>
          </a:xfrm>
          <a:prstGeom prst="rect">
            <a:avLst/>
          </a:prstGeom>
        </p:spPr>
        <p:txBody>
          <a:bodyPr wrap="square" anchor="t">
            <a:spAutoFit/>
          </a:bodyPr>
          <a:lstStyle>
            <a:lvl1pPr marL="174625" indent="-174625">
              <a:buClr>
                <a:schemeClr val="bg1"/>
              </a:buClr>
              <a:buFont typeface="Arial" panose="020B0604020202020204" pitchFamily="34" charset="0"/>
              <a:buChar char="•"/>
              <a:tabLst/>
              <a:defRPr sz="2000" b="0" i="0">
                <a:solidFill>
                  <a:schemeClr val="bg1"/>
                </a:solidFill>
                <a:latin typeface="Barlow Light" pitchFamily="2" charset="77"/>
              </a:defRPr>
            </a:lvl1pPr>
            <a:lvl2pPr marL="342900" indent="-168275">
              <a:buClr>
                <a:schemeClr val="bg1"/>
              </a:buClr>
              <a:buSzPct val="100000"/>
              <a:buFont typeface="Arial" panose="020B0604020202020204" pitchFamily="34" charset="0"/>
              <a:buChar char="•"/>
              <a:tabLst/>
              <a:defRPr sz="1600" b="0" i="0">
                <a:solidFill>
                  <a:schemeClr val="bg1"/>
                </a:solidFill>
                <a:latin typeface="Barlow Light" pitchFamily="2" charset="77"/>
              </a:defRPr>
            </a:lvl2pPr>
            <a:lvl3pPr marL="460375" indent="-117475">
              <a:buClr>
                <a:schemeClr val="bg1"/>
              </a:buClr>
              <a:buSzPct val="100000"/>
              <a:buFont typeface="Arial" panose="020B0604020202020204" pitchFamily="34" charset="0"/>
              <a:buChar char="•"/>
              <a:tabLst/>
              <a:defRPr sz="1400" b="0" i="0">
                <a:solidFill>
                  <a:schemeClr val="bg1"/>
                </a:solidFill>
                <a:latin typeface="Barlow Light" pitchFamily="2" charset="77"/>
              </a:defRPr>
            </a:lvl3pPr>
            <a:lvl4pPr marL="576263" indent="-115888">
              <a:buClr>
                <a:schemeClr val="bg1"/>
              </a:buClr>
              <a:buFont typeface="Arial" panose="020B0604020202020204" pitchFamily="34" charset="0"/>
              <a:buChar char="•"/>
              <a:tabLst/>
              <a:defRPr sz="1200" b="0" i="0">
                <a:solidFill>
                  <a:schemeClr val="bg1"/>
                </a:solidFill>
                <a:latin typeface="Barlow Light" pitchFamily="2" charset="77"/>
              </a:defRPr>
            </a:lvl4pPr>
            <a:lvl5pPr marL="687388" indent="-111125">
              <a:buClr>
                <a:schemeClr val="bg1"/>
              </a:buClr>
              <a:buFont typeface="Arial" panose="020B0604020202020204" pitchFamily="34" charset="0"/>
              <a:buChar char="•"/>
              <a:tabLst/>
              <a:defRPr sz="1200" b="0" i="0">
                <a:solidFill>
                  <a:schemeClr val="bg1"/>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5" name="Text Placeholder 2">
            <a:extLst>
              <a:ext uri="{FF2B5EF4-FFF2-40B4-BE49-F238E27FC236}">
                <a16:creationId xmlns:a16="http://schemas.microsoft.com/office/drawing/2014/main" id="{152CEBB8-B9AC-5D99-BDFD-9489E15C31BA}"/>
              </a:ext>
            </a:extLst>
          </p:cNvPr>
          <p:cNvSpPr>
            <a:spLocks noGrp="1"/>
          </p:cNvSpPr>
          <p:nvPr>
            <p:ph type="body" sz="quarter" idx="17"/>
          </p:nvPr>
        </p:nvSpPr>
        <p:spPr>
          <a:xfrm>
            <a:off x="1317172" y="3429000"/>
            <a:ext cx="5388428" cy="461665"/>
          </a:xfrm>
          <a:prstGeom prst="rect">
            <a:avLst/>
          </a:prstGeom>
        </p:spPr>
        <p:txBody>
          <a:bodyPr wrap="square" anchor="b">
            <a:spAutoFit/>
          </a:bodyPr>
          <a:lstStyle>
            <a:lvl1pPr marL="0" indent="0">
              <a:buClr>
                <a:schemeClr val="bg1"/>
              </a:buClr>
              <a:buFont typeface="Arial" panose="020B0604020202020204" pitchFamily="34" charset="0"/>
              <a:buNone/>
              <a:tabLst/>
              <a:defRPr sz="2400" b="0" i="0">
                <a:solidFill>
                  <a:schemeClr val="bg1"/>
                </a:solidFill>
                <a:latin typeface="Barlow Light" pitchFamily="2" charset="77"/>
              </a:defRPr>
            </a:lvl1pPr>
            <a:lvl2pPr marL="174625" indent="0">
              <a:buClr>
                <a:schemeClr val="bg1"/>
              </a:buClr>
              <a:buSzPct val="100000"/>
              <a:buFont typeface="Arial" panose="020B0604020202020204" pitchFamily="34" charset="0"/>
              <a:buNone/>
              <a:tabLst/>
              <a:defRPr sz="2400">
                <a:solidFill>
                  <a:schemeClr val="bg1"/>
                </a:solidFill>
                <a:latin typeface="+mn-lt"/>
              </a:defRPr>
            </a:lvl2pPr>
            <a:lvl3pPr marL="342900" indent="0">
              <a:buClr>
                <a:schemeClr val="bg1"/>
              </a:buClr>
              <a:buSzPct val="100000"/>
              <a:buFont typeface="Arial" panose="020B0604020202020204" pitchFamily="34" charset="0"/>
              <a:buNone/>
              <a:tabLst/>
              <a:defRPr sz="2000">
                <a:solidFill>
                  <a:schemeClr val="bg1"/>
                </a:solidFill>
                <a:latin typeface="+mn-lt"/>
              </a:defRPr>
            </a:lvl3pPr>
            <a:lvl4pPr marL="460375" indent="0">
              <a:buClr>
                <a:schemeClr val="bg1"/>
              </a:buClr>
              <a:buFont typeface="Arial" panose="020B0604020202020204" pitchFamily="34" charset="0"/>
              <a:buNone/>
              <a:tabLst/>
              <a:defRPr sz="1800">
                <a:solidFill>
                  <a:schemeClr val="bg1"/>
                </a:solidFill>
                <a:latin typeface="+mn-lt"/>
              </a:defRPr>
            </a:lvl4pPr>
            <a:lvl5pPr marL="576263" indent="0">
              <a:buClr>
                <a:schemeClr val="bg1"/>
              </a:buClr>
              <a:buFont typeface="Arial" panose="020B0604020202020204" pitchFamily="34" charset="0"/>
              <a:buNone/>
              <a:tabLst/>
              <a:defRPr sz="1800">
                <a:solidFill>
                  <a:schemeClr val="bg1"/>
                </a:solidFill>
                <a:latin typeface="+mn-lt"/>
              </a:defRPr>
            </a:lvl5pPr>
          </a:lstStyle>
          <a:p>
            <a:pPr lvl="0"/>
            <a:r>
              <a:rPr lang="en-US"/>
              <a:t>Click to edit</a:t>
            </a:r>
          </a:p>
        </p:txBody>
      </p:sp>
      <p:pic>
        <p:nvPicPr>
          <p:cNvPr id="12" name="Picture 11">
            <a:extLst>
              <a:ext uri="{FF2B5EF4-FFF2-40B4-BE49-F238E27FC236}">
                <a16:creationId xmlns:a16="http://schemas.microsoft.com/office/drawing/2014/main" id="{4BDDB612-6811-CEE1-95D0-B091D3A349B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13" name="Straight Connector 12">
            <a:extLst>
              <a:ext uri="{FF2B5EF4-FFF2-40B4-BE49-F238E27FC236}">
                <a16:creationId xmlns:a16="http://schemas.microsoft.com/office/drawing/2014/main" id="{4982BF81-DAA6-DEC0-E412-3DFF416DA4EA}"/>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8379A960-CFAF-7772-7BAD-CC972840426E}"/>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AEB018FA-B39D-863C-25F2-6EA701B187F9}"/>
              </a:ext>
            </a:extLst>
          </p:cNvPr>
          <p:cNvSpPr>
            <a:spLocks noGrp="1"/>
          </p:cNvSpPr>
          <p:nvPr>
            <p:ph type="body" sz="quarter" idx="10" hasCustomPrompt="1"/>
          </p:nvPr>
        </p:nvSpPr>
        <p:spPr>
          <a:xfrm>
            <a:off x="1044206" y="805328"/>
            <a:ext cx="5661394" cy="605294"/>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2430238159"/>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emiCircle photo with 3 columns">
    <p:bg>
      <p:bgPr>
        <a:solidFill>
          <a:srgbClr val="FFFFFF"/>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460917" y="3907291"/>
            <a:ext cx="11328273" cy="522579"/>
          </a:xfrm>
          <a:prstGeom prst="rect">
            <a:avLst/>
          </a:prstGeom>
        </p:spPr>
        <p:txBody>
          <a:bodyPr wrap="square" anchor="b">
            <a:spAutoFit/>
          </a:bodyPr>
          <a:lstStyle>
            <a:lvl1pPr algn="ct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460917" y="4385152"/>
            <a:ext cx="11328273" cy="348813"/>
          </a:xfrm>
          <a:prstGeom prst="rect">
            <a:avLst/>
          </a:prstGeom>
        </p:spPr>
        <p:txBody>
          <a:bodyPr wrap="square" anchor="t">
            <a:spAutoFit/>
          </a:bodyPr>
          <a:lstStyle>
            <a:lvl1pPr marL="0" indent="0" algn="ctr">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12" name="Picture Placeholder 11">
            <a:extLst>
              <a:ext uri="{FF2B5EF4-FFF2-40B4-BE49-F238E27FC236}">
                <a16:creationId xmlns:a16="http://schemas.microsoft.com/office/drawing/2014/main" id="{9CA2E0E5-FE1E-89A0-A8E3-9609FE359784}"/>
              </a:ext>
            </a:extLst>
          </p:cNvPr>
          <p:cNvSpPr>
            <a:spLocks noGrp="1"/>
          </p:cNvSpPr>
          <p:nvPr>
            <p:ph type="pic" sz="quarter" idx="11"/>
          </p:nvPr>
        </p:nvSpPr>
        <p:spPr>
          <a:xfrm>
            <a:off x="2520214" y="10306"/>
            <a:ext cx="7151572" cy="3577313"/>
          </a:xfrm>
          <a:custGeom>
            <a:avLst/>
            <a:gdLst>
              <a:gd name="connsiteX0" fmla="*/ 0 w 7151572"/>
              <a:gd name="connsiteY0" fmla="*/ 0 h 3577313"/>
              <a:gd name="connsiteX1" fmla="*/ 2272412 w 7151572"/>
              <a:gd name="connsiteY1" fmla="*/ 0 h 3577313"/>
              <a:gd name="connsiteX2" fmla="*/ 3575786 w 7151572"/>
              <a:gd name="connsiteY2" fmla="*/ 1304901 h 3577313"/>
              <a:gd name="connsiteX3" fmla="*/ 4879160 w 7151572"/>
              <a:gd name="connsiteY3" fmla="*/ 0 h 3577313"/>
              <a:gd name="connsiteX4" fmla="*/ 7151572 w 7151572"/>
              <a:gd name="connsiteY4" fmla="*/ 0 h 3577313"/>
              <a:gd name="connsiteX5" fmla="*/ 3575786 w 7151572"/>
              <a:gd name="connsiteY5" fmla="*/ 3577313 h 3577313"/>
              <a:gd name="connsiteX6" fmla="*/ 0 w 7151572"/>
              <a:gd name="connsiteY6" fmla="*/ 0 h 3577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51572" h="3577313">
                <a:moveTo>
                  <a:pt x="0" y="0"/>
                </a:moveTo>
                <a:lnTo>
                  <a:pt x="2272412" y="0"/>
                </a:lnTo>
                <a:cubicBezTo>
                  <a:pt x="2272412" y="720677"/>
                  <a:pt x="2855952" y="1304901"/>
                  <a:pt x="3575786" y="1304901"/>
                </a:cubicBezTo>
                <a:cubicBezTo>
                  <a:pt x="4295620" y="1304901"/>
                  <a:pt x="4879160" y="720677"/>
                  <a:pt x="4879160" y="0"/>
                </a:cubicBezTo>
                <a:lnTo>
                  <a:pt x="7151572" y="0"/>
                </a:lnTo>
                <a:cubicBezTo>
                  <a:pt x="7151572" y="1975695"/>
                  <a:pt x="5550638" y="3577313"/>
                  <a:pt x="3575786" y="3577313"/>
                </a:cubicBezTo>
                <a:cubicBezTo>
                  <a:pt x="1600934" y="3577313"/>
                  <a:pt x="0" y="1975695"/>
                  <a:pt x="0" y="0"/>
                </a:cubicBezTo>
                <a:close/>
              </a:path>
            </a:pathLst>
          </a:custGeom>
          <a:gradFill>
            <a:gsLst>
              <a:gs pos="0">
                <a:schemeClr val="accent3"/>
              </a:gs>
              <a:gs pos="100000">
                <a:schemeClr val="accent1"/>
              </a:gs>
            </a:gsLst>
            <a:lin ang="2700000" scaled="1"/>
          </a:gradFill>
        </p:spPr>
        <p:txBody>
          <a:bodyPr wrap="square" anchor="ctr">
            <a:noAutofit/>
          </a:bodyPr>
          <a:lstStyle>
            <a:lvl1pPr marL="0" indent="0" algn="ctr">
              <a:buNone/>
              <a:defRPr sz="3200" b="0" i="0">
                <a:solidFill>
                  <a:schemeClr val="bg1"/>
                </a:solidFill>
                <a:latin typeface="Barlow Light" pitchFamily="2" charset="77"/>
              </a:defRPr>
            </a:lvl1pPr>
          </a:lstStyle>
          <a:p>
            <a:endParaRPr lang="en-US"/>
          </a:p>
        </p:txBody>
      </p:sp>
      <p:sp>
        <p:nvSpPr>
          <p:cNvPr id="13" name="Text Placeholder 2">
            <a:extLst>
              <a:ext uri="{FF2B5EF4-FFF2-40B4-BE49-F238E27FC236}">
                <a16:creationId xmlns:a16="http://schemas.microsoft.com/office/drawing/2014/main" id="{66E92664-DC0A-954D-B29D-2B9A53EDFCE9}"/>
              </a:ext>
            </a:extLst>
          </p:cNvPr>
          <p:cNvSpPr>
            <a:spLocks noGrp="1"/>
          </p:cNvSpPr>
          <p:nvPr>
            <p:ph type="body" sz="quarter" idx="16"/>
          </p:nvPr>
        </p:nvSpPr>
        <p:spPr>
          <a:xfrm>
            <a:off x="745337" y="4973554"/>
            <a:ext cx="3246799" cy="1066959"/>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a:p>
            <a:pPr lvl="2"/>
            <a:r>
              <a:rPr lang="en-US"/>
              <a:t>Third level</a:t>
            </a:r>
          </a:p>
        </p:txBody>
      </p:sp>
      <p:sp>
        <p:nvSpPr>
          <p:cNvPr id="14" name="Text Placeholder 2">
            <a:extLst>
              <a:ext uri="{FF2B5EF4-FFF2-40B4-BE49-F238E27FC236}">
                <a16:creationId xmlns:a16="http://schemas.microsoft.com/office/drawing/2014/main" id="{D6F4C8F0-E05A-3AB6-A523-F895BBD22009}"/>
              </a:ext>
            </a:extLst>
          </p:cNvPr>
          <p:cNvSpPr>
            <a:spLocks noGrp="1"/>
          </p:cNvSpPr>
          <p:nvPr>
            <p:ph type="body" sz="quarter" idx="17"/>
          </p:nvPr>
        </p:nvSpPr>
        <p:spPr>
          <a:xfrm>
            <a:off x="4503298" y="4973554"/>
            <a:ext cx="3246799" cy="1066959"/>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a:p>
            <a:pPr lvl="2"/>
            <a:r>
              <a:rPr lang="en-US"/>
              <a:t>Third level</a:t>
            </a:r>
          </a:p>
        </p:txBody>
      </p:sp>
      <p:sp>
        <p:nvSpPr>
          <p:cNvPr id="15" name="Text Placeholder 2">
            <a:extLst>
              <a:ext uri="{FF2B5EF4-FFF2-40B4-BE49-F238E27FC236}">
                <a16:creationId xmlns:a16="http://schemas.microsoft.com/office/drawing/2014/main" id="{B8F19979-96D8-3BE7-FC06-1113A47C05FF}"/>
              </a:ext>
            </a:extLst>
          </p:cNvPr>
          <p:cNvSpPr>
            <a:spLocks noGrp="1"/>
          </p:cNvSpPr>
          <p:nvPr>
            <p:ph type="body" sz="quarter" idx="18"/>
          </p:nvPr>
        </p:nvSpPr>
        <p:spPr>
          <a:xfrm>
            <a:off x="8261259" y="4973554"/>
            <a:ext cx="3246799" cy="1066959"/>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4C667ECF-B62B-C43C-CB30-5F119D3EF402}"/>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6388" t="13581" r="7427" b="14808"/>
          <a:stretch/>
        </p:blipFill>
        <p:spPr>
          <a:xfrm>
            <a:off x="5870713" y="344557"/>
            <a:ext cx="450574" cy="463826"/>
          </a:xfrm>
          <a:prstGeom prst="rect">
            <a:avLst/>
          </a:prstGeom>
          <a:effectLst/>
        </p:spPr>
      </p:pic>
    </p:spTree>
    <p:extLst>
      <p:ext uri="{BB962C8B-B14F-4D97-AF65-F5344CB8AC3E}">
        <p14:creationId xmlns:p14="http://schemas.microsoft.com/office/powerpoint/2010/main" val="2627254794"/>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emi cirlcle with content left">
    <p:bg>
      <p:bgPr>
        <a:solidFill>
          <a:srgbClr val="FFFFFF"/>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851307A-E8A2-009B-5993-CA527586CC58}"/>
              </a:ext>
            </a:extLst>
          </p:cNvPr>
          <p:cNvSpPr>
            <a:spLocks noGrp="1"/>
          </p:cNvSpPr>
          <p:nvPr>
            <p:ph type="pic" sz="quarter" idx="11"/>
          </p:nvPr>
        </p:nvSpPr>
        <p:spPr>
          <a:xfrm>
            <a:off x="9119462" y="151820"/>
            <a:ext cx="3084730" cy="6172928"/>
          </a:xfrm>
          <a:custGeom>
            <a:avLst/>
            <a:gdLst>
              <a:gd name="connsiteX0" fmla="*/ 3084730 w 3084730"/>
              <a:gd name="connsiteY0" fmla="*/ 0 h 6172928"/>
              <a:gd name="connsiteX1" fmla="*/ 3084730 w 3084730"/>
              <a:gd name="connsiteY1" fmla="*/ 6172928 h 6172928"/>
              <a:gd name="connsiteX2" fmla="*/ 0 w 3084730"/>
              <a:gd name="connsiteY2" fmla="*/ 3086464 h 6172928"/>
              <a:gd name="connsiteX3" fmla="*/ 3084730 w 3084730"/>
              <a:gd name="connsiteY3" fmla="*/ 0 h 6172928"/>
            </a:gdLst>
            <a:ahLst/>
            <a:cxnLst>
              <a:cxn ang="0">
                <a:pos x="connsiteX0" y="connsiteY0"/>
              </a:cxn>
              <a:cxn ang="0">
                <a:pos x="connsiteX1" y="connsiteY1"/>
              </a:cxn>
              <a:cxn ang="0">
                <a:pos x="connsiteX2" y="connsiteY2"/>
              </a:cxn>
              <a:cxn ang="0">
                <a:pos x="connsiteX3" y="connsiteY3"/>
              </a:cxn>
            </a:cxnLst>
            <a:rect l="l" t="t" r="r" b="b"/>
            <a:pathLst>
              <a:path w="3084730" h="6172928">
                <a:moveTo>
                  <a:pt x="3084730" y="0"/>
                </a:moveTo>
                <a:lnTo>
                  <a:pt x="3084730" y="6172928"/>
                </a:lnTo>
                <a:cubicBezTo>
                  <a:pt x="1381081" y="6172928"/>
                  <a:pt x="0" y="4791071"/>
                  <a:pt x="0" y="3086464"/>
                </a:cubicBezTo>
                <a:cubicBezTo>
                  <a:pt x="0" y="1381857"/>
                  <a:pt x="1381081" y="0"/>
                  <a:pt x="3084730" y="0"/>
                </a:cubicBezTo>
                <a:close/>
              </a:path>
            </a:pathLst>
          </a:custGeom>
          <a:gradFill>
            <a:gsLst>
              <a:gs pos="0">
                <a:schemeClr val="accent3"/>
              </a:gs>
              <a:gs pos="100000">
                <a:schemeClr val="accent1"/>
              </a:gs>
            </a:gsLst>
            <a:lin ang="2700000" scaled="1"/>
          </a:gradFill>
        </p:spPr>
        <p:txBody>
          <a:bodyPr wrap="square" anchor="ctr">
            <a:noAutofit/>
          </a:bodyPr>
          <a:lstStyle>
            <a:lvl1pPr marL="0" indent="0" algn="ctr">
              <a:buNone/>
              <a:defRPr sz="3200" b="0" i="0">
                <a:solidFill>
                  <a:schemeClr val="bg1"/>
                </a:solidFill>
                <a:latin typeface="Barlow Light" pitchFamily="2" charset="77"/>
              </a:defRPr>
            </a:lvl1pPr>
          </a:lstStyle>
          <a:p>
            <a:endParaRPr lang="en-US"/>
          </a:p>
        </p:txBody>
      </p:sp>
      <p:sp>
        <p:nvSpPr>
          <p:cNvPr id="18" name="Text Placeholder 2">
            <a:extLst>
              <a:ext uri="{FF2B5EF4-FFF2-40B4-BE49-F238E27FC236}">
                <a16:creationId xmlns:a16="http://schemas.microsoft.com/office/drawing/2014/main" id="{CB0443EE-0F14-EFD3-88AB-1E047503BC05}"/>
              </a:ext>
            </a:extLst>
          </p:cNvPr>
          <p:cNvSpPr>
            <a:spLocks noGrp="1"/>
          </p:cNvSpPr>
          <p:nvPr>
            <p:ph type="body" sz="quarter" idx="16"/>
          </p:nvPr>
        </p:nvSpPr>
        <p:spPr>
          <a:xfrm>
            <a:off x="1044205" y="2544805"/>
            <a:ext cx="3246799" cy="748923"/>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p:txBody>
      </p:sp>
      <p:sp>
        <p:nvSpPr>
          <p:cNvPr id="19" name="Text Placeholder 2">
            <a:extLst>
              <a:ext uri="{FF2B5EF4-FFF2-40B4-BE49-F238E27FC236}">
                <a16:creationId xmlns:a16="http://schemas.microsoft.com/office/drawing/2014/main" id="{C777F313-830F-5BEC-DE60-C16D81E91A9C}"/>
              </a:ext>
            </a:extLst>
          </p:cNvPr>
          <p:cNvSpPr>
            <a:spLocks noGrp="1"/>
          </p:cNvSpPr>
          <p:nvPr>
            <p:ph type="body" sz="quarter" idx="39"/>
          </p:nvPr>
        </p:nvSpPr>
        <p:spPr>
          <a:xfrm>
            <a:off x="1044205" y="3575020"/>
            <a:ext cx="3246799" cy="748923"/>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p:txBody>
      </p:sp>
      <p:sp>
        <p:nvSpPr>
          <p:cNvPr id="20" name="Text Placeholder 2">
            <a:extLst>
              <a:ext uri="{FF2B5EF4-FFF2-40B4-BE49-F238E27FC236}">
                <a16:creationId xmlns:a16="http://schemas.microsoft.com/office/drawing/2014/main" id="{CF66B3A8-6444-3C14-C122-51C56FC3473B}"/>
              </a:ext>
            </a:extLst>
          </p:cNvPr>
          <p:cNvSpPr>
            <a:spLocks noGrp="1"/>
          </p:cNvSpPr>
          <p:nvPr>
            <p:ph type="body" sz="quarter" idx="40"/>
          </p:nvPr>
        </p:nvSpPr>
        <p:spPr>
          <a:xfrm>
            <a:off x="1044205" y="4893091"/>
            <a:ext cx="5101419" cy="1066959"/>
          </a:xfrm>
          <a:prstGeom prst="rect">
            <a:avLst/>
          </a:prstGeom>
        </p:spPr>
        <p:txBody>
          <a:bodyPr wrap="square" anchor="t">
            <a:spAutoFit/>
          </a:bodyPr>
          <a:lstStyle>
            <a:lvl1pPr marL="0" indent="0">
              <a:buClr>
                <a:schemeClr val="bg2"/>
              </a:buClr>
              <a:buFont typeface="Arial" panose="020B0604020202020204" pitchFamily="34" charset="0"/>
              <a:buNone/>
              <a:tabLst/>
              <a:defRPr sz="20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buClr>
                <a:schemeClr val="bg2"/>
              </a:buClr>
              <a:buSzPct val="100000"/>
              <a:buFont typeface="Arial" panose="020B0604020202020204" pitchFamily="34" charset="0"/>
              <a:buNone/>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a:p>
            <a:pPr lvl="2"/>
            <a:r>
              <a:rPr lang="en-US"/>
              <a:t>Third level</a:t>
            </a:r>
          </a:p>
        </p:txBody>
      </p:sp>
      <p:pic>
        <p:nvPicPr>
          <p:cNvPr id="21" name="Picture 20">
            <a:extLst>
              <a:ext uri="{FF2B5EF4-FFF2-40B4-BE49-F238E27FC236}">
                <a16:creationId xmlns:a16="http://schemas.microsoft.com/office/drawing/2014/main" id="{FDB07B50-D675-1400-0F8E-EC5F8162E41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22" name="Straight Connector 21">
            <a:extLst>
              <a:ext uri="{FF2B5EF4-FFF2-40B4-BE49-F238E27FC236}">
                <a16:creationId xmlns:a16="http://schemas.microsoft.com/office/drawing/2014/main" id="{314E1C11-5108-AF9C-B02E-1FA47AAB9704}"/>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A0C3B126-881C-AA7F-C222-C7D32DD8146C}"/>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3A3EA1C9-090A-387F-21FC-D7097948A9AE}"/>
              </a:ext>
            </a:extLst>
          </p:cNvPr>
          <p:cNvSpPr>
            <a:spLocks noGrp="1"/>
          </p:cNvSpPr>
          <p:nvPr>
            <p:ph type="body" sz="quarter" idx="10" hasCustomPrompt="1"/>
          </p:nvPr>
        </p:nvSpPr>
        <p:spPr>
          <a:xfrm>
            <a:off x="1044205" y="805328"/>
            <a:ext cx="6604627" cy="605294"/>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9" name="Arc 8">
            <a:extLst>
              <a:ext uri="{FF2B5EF4-FFF2-40B4-BE49-F238E27FC236}">
                <a16:creationId xmlns:a16="http://schemas.microsoft.com/office/drawing/2014/main" id="{838FBF32-1B58-1BF9-39FE-CEBE9D70C20D}"/>
              </a:ext>
            </a:extLst>
          </p:cNvPr>
          <p:cNvSpPr/>
          <p:nvPr userDrawn="1"/>
        </p:nvSpPr>
        <p:spPr bwMode="auto">
          <a:xfrm rot="10800000">
            <a:off x="9017434" y="73152"/>
            <a:ext cx="6324748" cy="6324748"/>
          </a:xfrm>
          <a:prstGeom prst="arc">
            <a:avLst>
              <a:gd name="adj1" fmla="val 16200000"/>
              <a:gd name="adj2" fmla="val 5394231"/>
            </a:avLst>
          </a:prstGeom>
          <a:noFill/>
          <a:ln w="22225" cap="rnd">
            <a:gradFill flip="none" rotWithShape="1">
              <a:gsLst>
                <a:gs pos="100000">
                  <a:schemeClr val="accent3"/>
                </a:gs>
                <a:gs pos="0">
                  <a:schemeClr val="accent1"/>
                </a:gs>
              </a:gsLst>
              <a:lin ang="2700000" scaled="1"/>
              <a:tileRect/>
            </a:gradFill>
            <a:prstDash val="sysDot"/>
            <a:miter/>
          </a:ln>
          <a:effectLst/>
        </p:spPr>
        <p:txBody>
          <a:bodyPr wrap="square" rtlCol="0" anchor="ctr">
            <a:noAutofit/>
          </a:bodyPr>
          <a:lstStyle/>
          <a:p>
            <a:pPr lvl="0"/>
            <a:endParaRPr lang="en-US" b="0" i="0">
              <a:latin typeface="Barlow Light" pitchFamily="2" charset="77"/>
            </a:endParaRPr>
          </a:p>
        </p:txBody>
      </p:sp>
    </p:spTree>
    <p:extLst>
      <p:ext uri="{BB962C8B-B14F-4D97-AF65-F5344CB8AC3E}">
        <p14:creationId xmlns:p14="http://schemas.microsoft.com/office/powerpoint/2010/main" val="1604932744"/>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One photo in checkerboard + content">
    <p:bg>
      <p:bgPr>
        <a:solidFill>
          <a:srgbClr val="FFFFFF"/>
        </a:solidFill>
        <a:effectLst/>
      </p:bgPr>
    </p:bg>
    <p:spTree>
      <p:nvGrpSpPr>
        <p:cNvPr id="1" name=""/>
        <p:cNvGrpSpPr/>
        <p:nvPr/>
      </p:nvGrpSpPr>
      <p:grpSpPr>
        <a:xfrm>
          <a:off x="0" y="0"/>
          <a:ext cx="0" cy="0"/>
          <a:chOff x="0" y="0"/>
          <a:chExt cx="0" cy="0"/>
        </a:xfrm>
      </p:grpSpPr>
      <p:sp>
        <p:nvSpPr>
          <p:cNvPr id="13" name="Text Placeholder 2">
            <a:extLst>
              <a:ext uri="{FF2B5EF4-FFF2-40B4-BE49-F238E27FC236}">
                <a16:creationId xmlns:a16="http://schemas.microsoft.com/office/drawing/2014/main" id="{66E92664-DC0A-954D-B29D-2B9A53EDFCE9}"/>
              </a:ext>
            </a:extLst>
          </p:cNvPr>
          <p:cNvSpPr>
            <a:spLocks noGrp="1"/>
          </p:cNvSpPr>
          <p:nvPr>
            <p:ph type="body" sz="quarter" idx="16"/>
          </p:nvPr>
        </p:nvSpPr>
        <p:spPr>
          <a:xfrm>
            <a:off x="6095998" y="2544805"/>
            <a:ext cx="5102713" cy="748923"/>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p:txBody>
      </p:sp>
      <p:sp>
        <p:nvSpPr>
          <p:cNvPr id="8" name="Picture Placeholder 7">
            <a:extLst>
              <a:ext uri="{FF2B5EF4-FFF2-40B4-BE49-F238E27FC236}">
                <a16:creationId xmlns:a16="http://schemas.microsoft.com/office/drawing/2014/main" id="{68C0C2E7-7906-BE14-35D8-5B857B318913}"/>
              </a:ext>
            </a:extLst>
          </p:cNvPr>
          <p:cNvSpPr>
            <a:spLocks noGrp="1"/>
          </p:cNvSpPr>
          <p:nvPr>
            <p:ph type="pic" sz="quarter" idx="38"/>
          </p:nvPr>
        </p:nvSpPr>
        <p:spPr>
          <a:xfrm>
            <a:off x="1" y="0"/>
            <a:ext cx="4885385" cy="6858000"/>
          </a:xfrm>
          <a:custGeom>
            <a:avLst/>
            <a:gdLst>
              <a:gd name="connsiteX0" fmla="*/ 2491952 w 4885385"/>
              <a:gd name="connsiteY0" fmla="*/ 6061956 h 6858000"/>
              <a:gd name="connsiteX1" fmla="*/ 3637447 w 4885385"/>
              <a:gd name="connsiteY1" fmla="*/ 6061956 h 6858000"/>
              <a:gd name="connsiteX2" fmla="*/ 3637447 w 4885385"/>
              <a:gd name="connsiteY2" fmla="*/ 6858000 h 6858000"/>
              <a:gd name="connsiteX3" fmla="*/ 2491952 w 4885385"/>
              <a:gd name="connsiteY3" fmla="*/ 6858000 h 6858000"/>
              <a:gd name="connsiteX4" fmla="*/ 1244016 w 4885385"/>
              <a:gd name="connsiteY4" fmla="*/ 6061956 h 6858000"/>
              <a:gd name="connsiteX5" fmla="*/ 2389510 w 4885385"/>
              <a:gd name="connsiteY5" fmla="*/ 6061956 h 6858000"/>
              <a:gd name="connsiteX6" fmla="*/ 2389510 w 4885385"/>
              <a:gd name="connsiteY6" fmla="*/ 6858000 h 6858000"/>
              <a:gd name="connsiteX7" fmla="*/ 1244016 w 4885385"/>
              <a:gd name="connsiteY7" fmla="*/ 6858000 h 6858000"/>
              <a:gd name="connsiteX8" fmla="*/ 3739890 w 4885385"/>
              <a:gd name="connsiteY8" fmla="*/ 4795393 h 6858000"/>
              <a:gd name="connsiteX9" fmla="*/ 4885384 w 4885385"/>
              <a:gd name="connsiteY9" fmla="*/ 4795393 h 6858000"/>
              <a:gd name="connsiteX10" fmla="*/ 4885384 w 4885385"/>
              <a:gd name="connsiteY10" fmla="*/ 5940888 h 6858000"/>
              <a:gd name="connsiteX11" fmla="*/ 3739890 w 4885385"/>
              <a:gd name="connsiteY11" fmla="*/ 5940888 h 6858000"/>
              <a:gd name="connsiteX12" fmla="*/ 2491952 w 4885385"/>
              <a:gd name="connsiteY12" fmla="*/ 4795393 h 6858000"/>
              <a:gd name="connsiteX13" fmla="*/ 3637447 w 4885385"/>
              <a:gd name="connsiteY13" fmla="*/ 4795393 h 6858000"/>
              <a:gd name="connsiteX14" fmla="*/ 3637447 w 4885385"/>
              <a:gd name="connsiteY14" fmla="*/ 5940888 h 6858000"/>
              <a:gd name="connsiteX15" fmla="*/ 2491952 w 4885385"/>
              <a:gd name="connsiteY15" fmla="*/ 5940888 h 6858000"/>
              <a:gd name="connsiteX16" fmla="*/ 1244016 w 4885385"/>
              <a:gd name="connsiteY16" fmla="*/ 4795393 h 6858000"/>
              <a:gd name="connsiteX17" fmla="*/ 2389510 w 4885385"/>
              <a:gd name="connsiteY17" fmla="*/ 4795393 h 6858000"/>
              <a:gd name="connsiteX18" fmla="*/ 2389510 w 4885385"/>
              <a:gd name="connsiteY18" fmla="*/ 5940888 h 6858000"/>
              <a:gd name="connsiteX19" fmla="*/ 1244016 w 4885385"/>
              <a:gd name="connsiteY19" fmla="*/ 5940888 h 6858000"/>
              <a:gd name="connsiteX20" fmla="*/ 2491953 w 4885385"/>
              <a:gd name="connsiteY20" fmla="*/ 3528831 h 6858000"/>
              <a:gd name="connsiteX21" fmla="*/ 3637448 w 4885385"/>
              <a:gd name="connsiteY21" fmla="*/ 3528831 h 6858000"/>
              <a:gd name="connsiteX22" fmla="*/ 3637448 w 4885385"/>
              <a:gd name="connsiteY22" fmla="*/ 4674325 h 6858000"/>
              <a:gd name="connsiteX23" fmla="*/ 2491953 w 4885385"/>
              <a:gd name="connsiteY23" fmla="*/ 4674325 h 6858000"/>
              <a:gd name="connsiteX24" fmla="*/ 1244016 w 4885385"/>
              <a:gd name="connsiteY24" fmla="*/ 3528831 h 6858000"/>
              <a:gd name="connsiteX25" fmla="*/ 2389510 w 4885385"/>
              <a:gd name="connsiteY25" fmla="*/ 3528831 h 6858000"/>
              <a:gd name="connsiteX26" fmla="*/ 2389510 w 4885385"/>
              <a:gd name="connsiteY26" fmla="*/ 4674325 h 6858000"/>
              <a:gd name="connsiteX27" fmla="*/ 1244016 w 4885385"/>
              <a:gd name="connsiteY27" fmla="*/ 4674325 h 6858000"/>
              <a:gd name="connsiteX28" fmla="*/ 0 w 4885385"/>
              <a:gd name="connsiteY28" fmla="*/ 3528831 h 6858000"/>
              <a:gd name="connsiteX29" fmla="*/ 1141574 w 4885385"/>
              <a:gd name="connsiteY29" fmla="*/ 3528831 h 6858000"/>
              <a:gd name="connsiteX30" fmla="*/ 1141574 w 4885385"/>
              <a:gd name="connsiteY30" fmla="*/ 4674325 h 6858000"/>
              <a:gd name="connsiteX31" fmla="*/ 0 w 4885385"/>
              <a:gd name="connsiteY31" fmla="*/ 4674325 h 6858000"/>
              <a:gd name="connsiteX32" fmla="*/ 3739891 w 4885385"/>
              <a:gd name="connsiteY32" fmla="*/ 2293313 h 6858000"/>
              <a:gd name="connsiteX33" fmla="*/ 4885385 w 4885385"/>
              <a:gd name="connsiteY33" fmla="*/ 2293313 h 6858000"/>
              <a:gd name="connsiteX34" fmla="*/ 4885385 w 4885385"/>
              <a:gd name="connsiteY34" fmla="*/ 3438805 h 6858000"/>
              <a:gd name="connsiteX35" fmla="*/ 3739891 w 4885385"/>
              <a:gd name="connsiteY35" fmla="*/ 3438805 h 6858000"/>
              <a:gd name="connsiteX36" fmla="*/ 2491953 w 4885385"/>
              <a:gd name="connsiteY36" fmla="*/ 2293313 h 6858000"/>
              <a:gd name="connsiteX37" fmla="*/ 3637448 w 4885385"/>
              <a:gd name="connsiteY37" fmla="*/ 2293313 h 6858000"/>
              <a:gd name="connsiteX38" fmla="*/ 3637448 w 4885385"/>
              <a:gd name="connsiteY38" fmla="*/ 3438805 h 6858000"/>
              <a:gd name="connsiteX39" fmla="*/ 2491953 w 4885385"/>
              <a:gd name="connsiteY39" fmla="*/ 3438805 h 6858000"/>
              <a:gd name="connsiteX40" fmla="*/ 1244017 w 4885385"/>
              <a:gd name="connsiteY40" fmla="*/ 2293313 h 6858000"/>
              <a:gd name="connsiteX41" fmla="*/ 2389511 w 4885385"/>
              <a:gd name="connsiteY41" fmla="*/ 2293313 h 6858000"/>
              <a:gd name="connsiteX42" fmla="*/ 2389511 w 4885385"/>
              <a:gd name="connsiteY42" fmla="*/ 3438805 h 6858000"/>
              <a:gd name="connsiteX43" fmla="*/ 1244017 w 4885385"/>
              <a:gd name="connsiteY43" fmla="*/ 3438805 h 6858000"/>
              <a:gd name="connsiteX44" fmla="*/ 0 w 4885385"/>
              <a:gd name="connsiteY44" fmla="*/ 2293313 h 6858000"/>
              <a:gd name="connsiteX45" fmla="*/ 1141574 w 4885385"/>
              <a:gd name="connsiteY45" fmla="*/ 2293313 h 6858000"/>
              <a:gd name="connsiteX46" fmla="*/ 1141574 w 4885385"/>
              <a:gd name="connsiteY46" fmla="*/ 3438805 h 6858000"/>
              <a:gd name="connsiteX47" fmla="*/ 0 w 4885385"/>
              <a:gd name="connsiteY47" fmla="*/ 3438805 h 6858000"/>
              <a:gd name="connsiteX48" fmla="*/ 3739891 w 4885385"/>
              <a:gd name="connsiteY48" fmla="*/ 1057793 h 6858000"/>
              <a:gd name="connsiteX49" fmla="*/ 4885385 w 4885385"/>
              <a:gd name="connsiteY49" fmla="*/ 1057793 h 6858000"/>
              <a:gd name="connsiteX50" fmla="*/ 4885385 w 4885385"/>
              <a:gd name="connsiteY50" fmla="*/ 2203288 h 6858000"/>
              <a:gd name="connsiteX51" fmla="*/ 3739891 w 4885385"/>
              <a:gd name="connsiteY51" fmla="*/ 2203288 h 6858000"/>
              <a:gd name="connsiteX52" fmla="*/ 2491953 w 4885385"/>
              <a:gd name="connsiteY52" fmla="*/ 1057793 h 6858000"/>
              <a:gd name="connsiteX53" fmla="*/ 3637448 w 4885385"/>
              <a:gd name="connsiteY53" fmla="*/ 1057793 h 6858000"/>
              <a:gd name="connsiteX54" fmla="*/ 3637448 w 4885385"/>
              <a:gd name="connsiteY54" fmla="*/ 2203288 h 6858000"/>
              <a:gd name="connsiteX55" fmla="*/ 2491953 w 4885385"/>
              <a:gd name="connsiteY55" fmla="*/ 2203288 h 6858000"/>
              <a:gd name="connsiteX56" fmla="*/ 1244018 w 4885385"/>
              <a:gd name="connsiteY56" fmla="*/ 1057793 h 6858000"/>
              <a:gd name="connsiteX57" fmla="*/ 2389511 w 4885385"/>
              <a:gd name="connsiteY57" fmla="*/ 1057793 h 6858000"/>
              <a:gd name="connsiteX58" fmla="*/ 2389511 w 4885385"/>
              <a:gd name="connsiteY58" fmla="*/ 2203288 h 6858000"/>
              <a:gd name="connsiteX59" fmla="*/ 1244018 w 4885385"/>
              <a:gd name="connsiteY59" fmla="*/ 2203288 h 6858000"/>
              <a:gd name="connsiteX60" fmla="*/ 0 w 4885385"/>
              <a:gd name="connsiteY60" fmla="*/ 1057793 h 6858000"/>
              <a:gd name="connsiteX61" fmla="*/ 1141574 w 4885385"/>
              <a:gd name="connsiteY61" fmla="*/ 1057793 h 6858000"/>
              <a:gd name="connsiteX62" fmla="*/ 1141574 w 4885385"/>
              <a:gd name="connsiteY62" fmla="*/ 2203288 h 6858000"/>
              <a:gd name="connsiteX63" fmla="*/ 0 w 4885385"/>
              <a:gd name="connsiteY63" fmla="*/ 2203288 h 6858000"/>
              <a:gd name="connsiteX64" fmla="*/ 2491953 w 4885385"/>
              <a:gd name="connsiteY64" fmla="*/ 0 h 6858000"/>
              <a:gd name="connsiteX65" fmla="*/ 3637448 w 4885385"/>
              <a:gd name="connsiteY65" fmla="*/ 0 h 6858000"/>
              <a:gd name="connsiteX66" fmla="*/ 3637448 w 4885385"/>
              <a:gd name="connsiteY66" fmla="*/ 967768 h 6858000"/>
              <a:gd name="connsiteX67" fmla="*/ 2491953 w 4885385"/>
              <a:gd name="connsiteY67" fmla="*/ 967768 h 6858000"/>
              <a:gd name="connsiteX68" fmla="*/ 1244018 w 4885385"/>
              <a:gd name="connsiteY68" fmla="*/ 0 h 6858000"/>
              <a:gd name="connsiteX69" fmla="*/ 2389511 w 4885385"/>
              <a:gd name="connsiteY69" fmla="*/ 0 h 6858000"/>
              <a:gd name="connsiteX70" fmla="*/ 2389511 w 4885385"/>
              <a:gd name="connsiteY70" fmla="*/ 967769 h 6858000"/>
              <a:gd name="connsiteX71" fmla="*/ 1244018 w 4885385"/>
              <a:gd name="connsiteY71" fmla="*/ 96776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885385" h="6858000">
                <a:moveTo>
                  <a:pt x="2491952" y="6061956"/>
                </a:moveTo>
                <a:lnTo>
                  <a:pt x="3637447" y="6061956"/>
                </a:lnTo>
                <a:lnTo>
                  <a:pt x="3637447" y="6858000"/>
                </a:lnTo>
                <a:lnTo>
                  <a:pt x="2491952" y="6858000"/>
                </a:lnTo>
                <a:close/>
                <a:moveTo>
                  <a:pt x="1244016" y="6061956"/>
                </a:moveTo>
                <a:lnTo>
                  <a:pt x="2389510" y="6061956"/>
                </a:lnTo>
                <a:lnTo>
                  <a:pt x="2389510" y="6858000"/>
                </a:lnTo>
                <a:lnTo>
                  <a:pt x="1244016" y="6858000"/>
                </a:lnTo>
                <a:close/>
                <a:moveTo>
                  <a:pt x="3739890" y="4795393"/>
                </a:moveTo>
                <a:lnTo>
                  <a:pt x="4885384" y="4795393"/>
                </a:lnTo>
                <a:lnTo>
                  <a:pt x="4885384" y="5940888"/>
                </a:lnTo>
                <a:lnTo>
                  <a:pt x="3739890" y="5940888"/>
                </a:lnTo>
                <a:close/>
                <a:moveTo>
                  <a:pt x="2491952" y="4795393"/>
                </a:moveTo>
                <a:lnTo>
                  <a:pt x="3637447" y="4795393"/>
                </a:lnTo>
                <a:lnTo>
                  <a:pt x="3637447" y="5940888"/>
                </a:lnTo>
                <a:lnTo>
                  <a:pt x="2491952" y="5940888"/>
                </a:lnTo>
                <a:close/>
                <a:moveTo>
                  <a:pt x="1244016" y="4795393"/>
                </a:moveTo>
                <a:lnTo>
                  <a:pt x="2389510" y="4795393"/>
                </a:lnTo>
                <a:lnTo>
                  <a:pt x="2389510" y="5940888"/>
                </a:lnTo>
                <a:lnTo>
                  <a:pt x="1244016" y="5940888"/>
                </a:lnTo>
                <a:close/>
                <a:moveTo>
                  <a:pt x="2491953" y="3528831"/>
                </a:moveTo>
                <a:lnTo>
                  <a:pt x="3637448" y="3528831"/>
                </a:lnTo>
                <a:lnTo>
                  <a:pt x="3637448" y="4674325"/>
                </a:lnTo>
                <a:lnTo>
                  <a:pt x="2491953" y="4674325"/>
                </a:lnTo>
                <a:close/>
                <a:moveTo>
                  <a:pt x="1244016" y="3528831"/>
                </a:moveTo>
                <a:lnTo>
                  <a:pt x="2389510" y="3528831"/>
                </a:lnTo>
                <a:lnTo>
                  <a:pt x="2389510" y="4674325"/>
                </a:lnTo>
                <a:lnTo>
                  <a:pt x="1244016" y="4674325"/>
                </a:lnTo>
                <a:close/>
                <a:moveTo>
                  <a:pt x="0" y="3528831"/>
                </a:moveTo>
                <a:lnTo>
                  <a:pt x="1141574" y="3528831"/>
                </a:lnTo>
                <a:lnTo>
                  <a:pt x="1141574" y="4674325"/>
                </a:lnTo>
                <a:lnTo>
                  <a:pt x="0" y="4674325"/>
                </a:lnTo>
                <a:close/>
                <a:moveTo>
                  <a:pt x="3739891" y="2293313"/>
                </a:moveTo>
                <a:lnTo>
                  <a:pt x="4885385" y="2293313"/>
                </a:lnTo>
                <a:lnTo>
                  <a:pt x="4885385" y="3438805"/>
                </a:lnTo>
                <a:lnTo>
                  <a:pt x="3739891" y="3438805"/>
                </a:lnTo>
                <a:close/>
                <a:moveTo>
                  <a:pt x="2491953" y="2293313"/>
                </a:moveTo>
                <a:lnTo>
                  <a:pt x="3637448" y="2293313"/>
                </a:lnTo>
                <a:lnTo>
                  <a:pt x="3637448" y="3438805"/>
                </a:lnTo>
                <a:lnTo>
                  <a:pt x="2491953" y="3438805"/>
                </a:lnTo>
                <a:close/>
                <a:moveTo>
                  <a:pt x="1244017" y="2293313"/>
                </a:moveTo>
                <a:lnTo>
                  <a:pt x="2389511" y="2293313"/>
                </a:lnTo>
                <a:lnTo>
                  <a:pt x="2389511" y="3438805"/>
                </a:lnTo>
                <a:lnTo>
                  <a:pt x="1244017" y="3438805"/>
                </a:lnTo>
                <a:close/>
                <a:moveTo>
                  <a:pt x="0" y="2293313"/>
                </a:moveTo>
                <a:lnTo>
                  <a:pt x="1141574" y="2293313"/>
                </a:lnTo>
                <a:lnTo>
                  <a:pt x="1141574" y="3438805"/>
                </a:lnTo>
                <a:lnTo>
                  <a:pt x="0" y="3438805"/>
                </a:lnTo>
                <a:close/>
                <a:moveTo>
                  <a:pt x="3739891" y="1057793"/>
                </a:moveTo>
                <a:lnTo>
                  <a:pt x="4885385" y="1057793"/>
                </a:lnTo>
                <a:lnTo>
                  <a:pt x="4885385" y="2203288"/>
                </a:lnTo>
                <a:lnTo>
                  <a:pt x="3739891" y="2203288"/>
                </a:lnTo>
                <a:close/>
                <a:moveTo>
                  <a:pt x="2491953" y="1057793"/>
                </a:moveTo>
                <a:lnTo>
                  <a:pt x="3637448" y="1057793"/>
                </a:lnTo>
                <a:lnTo>
                  <a:pt x="3637448" y="2203288"/>
                </a:lnTo>
                <a:lnTo>
                  <a:pt x="2491953" y="2203288"/>
                </a:lnTo>
                <a:close/>
                <a:moveTo>
                  <a:pt x="1244018" y="1057793"/>
                </a:moveTo>
                <a:lnTo>
                  <a:pt x="2389511" y="1057793"/>
                </a:lnTo>
                <a:lnTo>
                  <a:pt x="2389511" y="2203288"/>
                </a:lnTo>
                <a:lnTo>
                  <a:pt x="1244018" y="2203288"/>
                </a:lnTo>
                <a:close/>
                <a:moveTo>
                  <a:pt x="0" y="1057793"/>
                </a:moveTo>
                <a:lnTo>
                  <a:pt x="1141574" y="1057793"/>
                </a:lnTo>
                <a:lnTo>
                  <a:pt x="1141574" y="2203288"/>
                </a:lnTo>
                <a:lnTo>
                  <a:pt x="0" y="2203288"/>
                </a:lnTo>
                <a:close/>
                <a:moveTo>
                  <a:pt x="2491953" y="0"/>
                </a:moveTo>
                <a:lnTo>
                  <a:pt x="3637448" y="0"/>
                </a:lnTo>
                <a:lnTo>
                  <a:pt x="3637448" y="967768"/>
                </a:lnTo>
                <a:lnTo>
                  <a:pt x="2491953" y="967768"/>
                </a:lnTo>
                <a:close/>
                <a:moveTo>
                  <a:pt x="1244018" y="0"/>
                </a:moveTo>
                <a:lnTo>
                  <a:pt x="2389511" y="0"/>
                </a:lnTo>
                <a:lnTo>
                  <a:pt x="2389511" y="967769"/>
                </a:lnTo>
                <a:lnTo>
                  <a:pt x="1244018" y="967769"/>
                </a:lnTo>
                <a:close/>
              </a:path>
            </a:pathLst>
          </a:custGeom>
          <a:gradFill>
            <a:gsLst>
              <a:gs pos="0">
                <a:schemeClr val="accent3"/>
              </a:gs>
              <a:gs pos="100000">
                <a:schemeClr val="accent1"/>
              </a:gs>
            </a:gsLst>
            <a:lin ang="2700000" scaled="1"/>
          </a:gradFill>
        </p:spPr>
        <p:txBody>
          <a:bodyPr wrap="square" anchor="ctr">
            <a:noAutofit/>
          </a:bodyPr>
          <a:lstStyle>
            <a:lvl1pPr marL="0" indent="0" algn="ctr">
              <a:buNone/>
              <a:defRPr sz="2000" b="0" i="0">
                <a:latin typeface="Barlow Light" pitchFamily="2" charset="77"/>
              </a:defRPr>
            </a:lvl1pPr>
          </a:lstStyle>
          <a:p>
            <a:endParaRPr lang="en-US"/>
          </a:p>
        </p:txBody>
      </p:sp>
      <p:sp>
        <p:nvSpPr>
          <p:cNvPr id="62" name="Text Placeholder 2">
            <a:extLst>
              <a:ext uri="{FF2B5EF4-FFF2-40B4-BE49-F238E27FC236}">
                <a16:creationId xmlns:a16="http://schemas.microsoft.com/office/drawing/2014/main" id="{1439456D-CDE8-9765-F4F2-DD66AA9852AB}"/>
              </a:ext>
            </a:extLst>
          </p:cNvPr>
          <p:cNvSpPr>
            <a:spLocks noGrp="1"/>
          </p:cNvSpPr>
          <p:nvPr>
            <p:ph type="body" sz="quarter" idx="39"/>
          </p:nvPr>
        </p:nvSpPr>
        <p:spPr>
          <a:xfrm>
            <a:off x="6095998" y="3575020"/>
            <a:ext cx="5102713" cy="748923"/>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p:txBody>
      </p:sp>
      <p:sp>
        <p:nvSpPr>
          <p:cNvPr id="63" name="Text Placeholder 2">
            <a:extLst>
              <a:ext uri="{FF2B5EF4-FFF2-40B4-BE49-F238E27FC236}">
                <a16:creationId xmlns:a16="http://schemas.microsoft.com/office/drawing/2014/main" id="{8B6FB0DF-DBF0-337D-EC6B-2DF240818378}"/>
              </a:ext>
            </a:extLst>
          </p:cNvPr>
          <p:cNvSpPr>
            <a:spLocks noGrp="1"/>
          </p:cNvSpPr>
          <p:nvPr>
            <p:ph type="body" sz="quarter" idx="40"/>
          </p:nvPr>
        </p:nvSpPr>
        <p:spPr>
          <a:xfrm>
            <a:off x="6095998" y="5054456"/>
            <a:ext cx="5101419" cy="1066959"/>
          </a:xfrm>
          <a:prstGeom prst="rect">
            <a:avLst/>
          </a:prstGeom>
        </p:spPr>
        <p:txBody>
          <a:bodyPr wrap="square" anchor="t">
            <a:spAutoFit/>
          </a:bodyPr>
          <a:lstStyle>
            <a:lvl1pPr marL="0" indent="0">
              <a:buClr>
                <a:schemeClr val="bg2"/>
              </a:buClr>
              <a:buFont typeface="Arial" panose="020B0604020202020204" pitchFamily="34" charset="0"/>
              <a:buNone/>
              <a:tabLst/>
              <a:defRPr sz="20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buClr>
                <a:schemeClr val="bg2"/>
              </a:buClr>
              <a:buSzPct val="100000"/>
              <a:buFont typeface="Arial" panose="020B0604020202020204" pitchFamily="34" charset="0"/>
              <a:buNone/>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a:p>
            <a:pPr lvl="2"/>
            <a:r>
              <a:rPr lang="en-US"/>
              <a:t>Third level</a:t>
            </a:r>
          </a:p>
        </p:txBody>
      </p:sp>
      <p:pic>
        <p:nvPicPr>
          <p:cNvPr id="64" name="Picture 63">
            <a:extLst>
              <a:ext uri="{FF2B5EF4-FFF2-40B4-BE49-F238E27FC236}">
                <a16:creationId xmlns:a16="http://schemas.microsoft.com/office/drawing/2014/main" id="{534775C3-9955-9922-0EAB-4D9B73AF1C1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234288" y="964514"/>
            <a:ext cx="591407" cy="647700"/>
          </a:xfrm>
          <a:prstGeom prst="rect">
            <a:avLst/>
          </a:prstGeom>
          <a:effectLst/>
        </p:spPr>
      </p:pic>
      <p:cxnSp>
        <p:nvCxnSpPr>
          <p:cNvPr id="65" name="Straight Connector 64">
            <a:extLst>
              <a:ext uri="{FF2B5EF4-FFF2-40B4-BE49-F238E27FC236}">
                <a16:creationId xmlns:a16="http://schemas.microsoft.com/office/drawing/2014/main" id="{BC157EA4-27FF-9422-8DA1-840B38E23955}"/>
              </a:ext>
            </a:extLst>
          </p:cNvPr>
          <p:cNvCxnSpPr>
            <a:cxnSpLocks/>
          </p:cNvCxnSpPr>
          <p:nvPr userDrawn="1"/>
        </p:nvCxnSpPr>
        <p:spPr bwMode="auto">
          <a:xfrm flipV="1">
            <a:off x="5955661" y="1104855"/>
            <a:ext cx="0" cy="372586"/>
          </a:xfrm>
          <a:prstGeom prst="line">
            <a:avLst/>
          </a:prstGeom>
          <a:noFill/>
          <a:ln w="15875" cap="flat" cmpd="sng" algn="ctr">
            <a:solidFill>
              <a:schemeClr val="tx1"/>
            </a:solidFill>
            <a:prstDash val="solid"/>
            <a:round/>
            <a:headEnd type="none" w="med" len="med"/>
            <a:tailEnd type="none" w="med" len="med"/>
          </a:ln>
          <a:effectLst/>
        </p:spPr>
      </p:cxnSp>
      <p:sp>
        <p:nvSpPr>
          <p:cNvPr id="10" name="Title 1">
            <a:extLst>
              <a:ext uri="{FF2B5EF4-FFF2-40B4-BE49-F238E27FC236}">
                <a16:creationId xmlns:a16="http://schemas.microsoft.com/office/drawing/2014/main" id="{A2756B34-A893-E33B-C412-5C2FCF6F009E}"/>
              </a:ext>
            </a:extLst>
          </p:cNvPr>
          <p:cNvSpPr>
            <a:spLocks noGrp="1"/>
          </p:cNvSpPr>
          <p:nvPr>
            <p:ph type="title" hasCustomPrompt="1"/>
          </p:nvPr>
        </p:nvSpPr>
        <p:spPr>
          <a:xfrm>
            <a:off x="6085628" y="1048487"/>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11" name="Text Placeholder 6">
            <a:extLst>
              <a:ext uri="{FF2B5EF4-FFF2-40B4-BE49-F238E27FC236}">
                <a16:creationId xmlns:a16="http://schemas.microsoft.com/office/drawing/2014/main" id="{3DABE1A2-674E-7213-1A91-5E312927F830}"/>
              </a:ext>
            </a:extLst>
          </p:cNvPr>
          <p:cNvSpPr>
            <a:spLocks noGrp="1"/>
          </p:cNvSpPr>
          <p:nvPr>
            <p:ph type="body" sz="quarter" idx="10" hasCustomPrompt="1"/>
          </p:nvPr>
        </p:nvSpPr>
        <p:spPr>
          <a:xfrm>
            <a:off x="6085628" y="1502677"/>
            <a:ext cx="5101419" cy="605294"/>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1054255039"/>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Progress / Stages">
    <p:bg>
      <p:bgPr>
        <a:solidFill>
          <a:srgbClr val="FFFFFF"/>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3E98F0A-A2F8-2AB6-89E0-EB7ECEE21DF8}"/>
              </a:ext>
            </a:extLst>
          </p:cNvPr>
          <p:cNvGrpSpPr/>
          <p:nvPr/>
        </p:nvGrpSpPr>
        <p:grpSpPr>
          <a:xfrm>
            <a:off x="380998" y="1905678"/>
            <a:ext cx="11430000" cy="3307257"/>
            <a:chOff x="380998" y="2125978"/>
            <a:chExt cx="11430000" cy="3307257"/>
          </a:xfrm>
        </p:grpSpPr>
        <p:sp>
          <p:nvSpPr>
            <p:cNvPr id="17" name="Arrow: U-Turn 44">
              <a:extLst>
                <a:ext uri="{FF2B5EF4-FFF2-40B4-BE49-F238E27FC236}">
                  <a16:creationId xmlns:a16="http://schemas.microsoft.com/office/drawing/2014/main" id="{E900CCAE-EF79-DC3C-EAC7-B6F8635C35D7}"/>
                </a:ext>
              </a:extLst>
            </p:cNvPr>
            <p:cNvSpPr/>
            <p:nvPr/>
          </p:nvSpPr>
          <p:spPr>
            <a:xfrm flipH="1" flipV="1">
              <a:off x="9524998" y="2125978"/>
              <a:ext cx="2286000" cy="3307255"/>
            </a:xfrm>
            <a:prstGeom prst="uturnArrow">
              <a:avLst>
                <a:gd name="adj1" fmla="val 0"/>
                <a:gd name="adj2" fmla="val 0"/>
                <a:gd name="adj3" fmla="val 0"/>
                <a:gd name="adj4" fmla="val 3400"/>
                <a:gd name="adj5" fmla="val 44382"/>
              </a:avLst>
            </a:prstGeom>
            <a:solidFill>
              <a:schemeClr val="bg1"/>
            </a:solidFill>
            <a:ln w="19050" cap="flat">
              <a:solidFill>
                <a:schemeClr val="bg1">
                  <a:lumMod val="75000"/>
                </a:schemeClr>
              </a:solidFill>
              <a:prstDash val="sysDot"/>
              <a:miter/>
            </a:ln>
            <a:effectLst/>
          </p:spPr>
          <p:txBody>
            <a:bodyPr rtlCol="0" anchor="ctr"/>
            <a:lstStyle/>
            <a:p>
              <a:pPr algn="l"/>
              <a:endParaRPr lang="en-US" b="0" i="0">
                <a:latin typeface="Barlow Light" pitchFamily="2" charset="77"/>
              </a:endParaRPr>
            </a:p>
          </p:txBody>
        </p:sp>
        <p:sp>
          <p:nvSpPr>
            <p:cNvPr id="18" name="Arrow: U-Turn 39">
              <a:extLst>
                <a:ext uri="{FF2B5EF4-FFF2-40B4-BE49-F238E27FC236}">
                  <a16:creationId xmlns:a16="http://schemas.microsoft.com/office/drawing/2014/main" id="{8CBF111B-D42A-07C9-E033-40DACD1936DD}"/>
                </a:ext>
              </a:extLst>
            </p:cNvPr>
            <p:cNvSpPr/>
            <p:nvPr/>
          </p:nvSpPr>
          <p:spPr>
            <a:xfrm flipV="1">
              <a:off x="380998" y="2125979"/>
              <a:ext cx="2286000" cy="3307256"/>
            </a:xfrm>
            <a:prstGeom prst="uturnArrow">
              <a:avLst>
                <a:gd name="adj1" fmla="val 0"/>
                <a:gd name="adj2" fmla="val 0"/>
                <a:gd name="adj3" fmla="val 0"/>
                <a:gd name="adj4" fmla="val 3400"/>
                <a:gd name="adj5" fmla="val 43952"/>
              </a:avLst>
            </a:prstGeom>
            <a:solidFill>
              <a:schemeClr val="bg1"/>
            </a:solidFill>
            <a:ln w="19050" cap="flat">
              <a:solidFill>
                <a:schemeClr val="bg1">
                  <a:lumMod val="75000"/>
                </a:schemeClr>
              </a:solidFill>
              <a:prstDash val="sysDot"/>
              <a:miter/>
            </a:ln>
            <a:effectLst/>
          </p:spPr>
          <p:txBody>
            <a:bodyPr rtlCol="0" anchor="ctr"/>
            <a:lstStyle/>
            <a:p>
              <a:pPr algn="l"/>
              <a:endParaRPr lang="en-US" b="0" i="0">
                <a:latin typeface="Barlow Light" pitchFamily="2" charset="77"/>
              </a:endParaRPr>
            </a:p>
          </p:txBody>
        </p:sp>
        <p:sp>
          <p:nvSpPr>
            <p:cNvPr id="19" name="Arrow: U-Turn 40">
              <a:extLst>
                <a:ext uri="{FF2B5EF4-FFF2-40B4-BE49-F238E27FC236}">
                  <a16:creationId xmlns:a16="http://schemas.microsoft.com/office/drawing/2014/main" id="{8B89D581-4B69-D7AC-2682-78115521400C}"/>
                </a:ext>
              </a:extLst>
            </p:cNvPr>
            <p:cNvSpPr/>
            <p:nvPr/>
          </p:nvSpPr>
          <p:spPr>
            <a:xfrm rot="10800000" flipV="1">
              <a:off x="2666998" y="2125979"/>
              <a:ext cx="2286000" cy="1868869"/>
            </a:xfrm>
            <a:prstGeom prst="uturnArrow">
              <a:avLst>
                <a:gd name="adj1" fmla="val 0"/>
                <a:gd name="adj2" fmla="val 0"/>
                <a:gd name="adj3" fmla="val 0"/>
                <a:gd name="adj4" fmla="val 3400"/>
                <a:gd name="adj5" fmla="val 100000"/>
              </a:avLst>
            </a:prstGeom>
            <a:solidFill>
              <a:schemeClr val="bg1"/>
            </a:solidFill>
            <a:ln w="19050" cap="flat">
              <a:solidFill>
                <a:schemeClr val="bg1">
                  <a:lumMod val="75000"/>
                </a:schemeClr>
              </a:solidFill>
              <a:prstDash val="sysDot"/>
              <a:miter/>
            </a:ln>
            <a:effectLst/>
          </p:spPr>
          <p:txBody>
            <a:bodyPr rtlCol="0" anchor="ctr"/>
            <a:lstStyle/>
            <a:p>
              <a:pPr algn="l"/>
              <a:endParaRPr lang="en-US" b="0" i="0">
                <a:latin typeface="Barlow Light" pitchFamily="2" charset="77"/>
              </a:endParaRPr>
            </a:p>
          </p:txBody>
        </p:sp>
        <p:sp>
          <p:nvSpPr>
            <p:cNvPr id="20" name="Arrow: U-Turn 41">
              <a:extLst>
                <a:ext uri="{FF2B5EF4-FFF2-40B4-BE49-F238E27FC236}">
                  <a16:creationId xmlns:a16="http://schemas.microsoft.com/office/drawing/2014/main" id="{CD5941B2-9ACB-4DFE-2620-35C77BC2AC6C}"/>
                </a:ext>
              </a:extLst>
            </p:cNvPr>
            <p:cNvSpPr/>
            <p:nvPr/>
          </p:nvSpPr>
          <p:spPr>
            <a:xfrm flipV="1">
              <a:off x="4952998" y="3370147"/>
              <a:ext cx="2286000" cy="2063087"/>
            </a:xfrm>
            <a:prstGeom prst="uturnArrow">
              <a:avLst>
                <a:gd name="adj1" fmla="val 0"/>
                <a:gd name="adj2" fmla="val 0"/>
                <a:gd name="adj3" fmla="val 0"/>
                <a:gd name="adj4" fmla="val 3400"/>
                <a:gd name="adj5" fmla="val 100000"/>
              </a:avLst>
            </a:prstGeom>
            <a:solidFill>
              <a:schemeClr val="bg1"/>
            </a:solidFill>
            <a:ln w="19050" cap="flat">
              <a:solidFill>
                <a:schemeClr val="bg1">
                  <a:lumMod val="75000"/>
                </a:schemeClr>
              </a:solidFill>
              <a:prstDash val="sysDot"/>
              <a:miter/>
            </a:ln>
            <a:effectLst/>
          </p:spPr>
          <p:txBody>
            <a:bodyPr rtlCol="0" anchor="ctr"/>
            <a:lstStyle/>
            <a:p>
              <a:pPr algn="l"/>
              <a:endParaRPr lang="en-US" b="0" i="0">
                <a:latin typeface="Barlow Light" pitchFamily="2" charset="77"/>
              </a:endParaRPr>
            </a:p>
          </p:txBody>
        </p:sp>
        <p:sp>
          <p:nvSpPr>
            <p:cNvPr id="21" name="Arrow: U-Turn 43">
              <a:extLst>
                <a:ext uri="{FF2B5EF4-FFF2-40B4-BE49-F238E27FC236}">
                  <a16:creationId xmlns:a16="http://schemas.microsoft.com/office/drawing/2014/main" id="{262D8AA6-3A24-2C44-E99E-F8DFD26AB7BC}"/>
                </a:ext>
              </a:extLst>
            </p:cNvPr>
            <p:cNvSpPr/>
            <p:nvPr/>
          </p:nvSpPr>
          <p:spPr>
            <a:xfrm rot="10800000" flipV="1">
              <a:off x="7238998" y="2125979"/>
              <a:ext cx="2286000" cy="1868869"/>
            </a:xfrm>
            <a:prstGeom prst="uturnArrow">
              <a:avLst>
                <a:gd name="adj1" fmla="val 0"/>
                <a:gd name="adj2" fmla="val 0"/>
                <a:gd name="adj3" fmla="val 0"/>
                <a:gd name="adj4" fmla="val 3400"/>
                <a:gd name="adj5" fmla="val 100000"/>
              </a:avLst>
            </a:prstGeom>
            <a:solidFill>
              <a:schemeClr val="bg1"/>
            </a:solidFill>
            <a:ln w="19050" cap="flat">
              <a:solidFill>
                <a:schemeClr val="bg1">
                  <a:lumMod val="75000"/>
                </a:schemeClr>
              </a:solidFill>
              <a:prstDash val="sysDot"/>
              <a:miter/>
            </a:ln>
            <a:effectLst/>
          </p:spPr>
          <p:txBody>
            <a:bodyPr rtlCol="0" anchor="ctr"/>
            <a:lstStyle/>
            <a:p>
              <a:pPr algn="l"/>
              <a:endParaRPr lang="en-US" b="0" i="0">
                <a:latin typeface="Barlow Light" pitchFamily="2" charset="77"/>
              </a:endParaRPr>
            </a:p>
          </p:txBody>
        </p:sp>
      </p:grpSp>
      <p:sp>
        <p:nvSpPr>
          <p:cNvPr id="5" name="Arrow: Chevron 52">
            <a:extLst>
              <a:ext uri="{FF2B5EF4-FFF2-40B4-BE49-F238E27FC236}">
                <a16:creationId xmlns:a16="http://schemas.microsoft.com/office/drawing/2014/main" id="{C9525ADA-D27D-5AC0-6324-076010BC7405}"/>
              </a:ext>
            </a:extLst>
          </p:cNvPr>
          <p:cNvSpPr/>
          <p:nvPr/>
        </p:nvSpPr>
        <p:spPr>
          <a:xfrm rot="5400000">
            <a:off x="313104" y="3414816"/>
            <a:ext cx="135784" cy="202382"/>
          </a:xfrm>
          <a:custGeom>
            <a:avLst/>
            <a:gdLst>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0 w 135784"/>
              <a:gd name="connsiteY6" fmla="*/ 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91440 w 135784"/>
              <a:gd name="connsiteY6" fmla="*/ 9144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135784 w 135784"/>
              <a:gd name="connsiteY4" fmla="*/ 101191 h 202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84" h="202382">
                <a:moveTo>
                  <a:pt x="0" y="0"/>
                </a:moveTo>
                <a:lnTo>
                  <a:pt x="0" y="0"/>
                </a:lnTo>
                <a:lnTo>
                  <a:pt x="135784" y="101191"/>
                </a:lnTo>
                <a:lnTo>
                  <a:pt x="0" y="202382"/>
                </a:lnTo>
                <a:lnTo>
                  <a:pt x="135784" y="101191"/>
                </a:lnTo>
              </a:path>
            </a:pathLst>
          </a:custGeom>
          <a:noFill/>
          <a:ln w="31750" cap="flat">
            <a:gradFill>
              <a:gsLst>
                <a:gs pos="0">
                  <a:schemeClr val="accent1"/>
                </a:gs>
                <a:gs pos="100000">
                  <a:schemeClr val="accent3"/>
                </a:gs>
              </a:gsLst>
              <a:lin ang="5400000" scaled="1"/>
            </a:gradFill>
            <a:prstDash val="solid"/>
            <a:miter/>
          </a:ln>
          <a:effectLst/>
        </p:spPr>
        <p:txBody>
          <a:bodyPr rtlCol="0" anchor="ctr"/>
          <a:lstStyle/>
          <a:p>
            <a:pPr algn="l"/>
            <a:endParaRPr lang="en-US" b="0" i="0">
              <a:latin typeface="Barlow Light" pitchFamily="2" charset="77"/>
            </a:endParaRPr>
          </a:p>
        </p:txBody>
      </p:sp>
      <p:sp>
        <p:nvSpPr>
          <p:cNvPr id="6" name="Arrow: Chevron 52">
            <a:extLst>
              <a:ext uri="{FF2B5EF4-FFF2-40B4-BE49-F238E27FC236}">
                <a16:creationId xmlns:a16="http://schemas.microsoft.com/office/drawing/2014/main" id="{994B419B-1FF6-44D7-63F3-0611B77129FB}"/>
              </a:ext>
            </a:extLst>
          </p:cNvPr>
          <p:cNvSpPr/>
          <p:nvPr/>
        </p:nvSpPr>
        <p:spPr>
          <a:xfrm rot="16200000" flipV="1">
            <a:off x="2598782" y="3414816"/>
            <a:ext cx="135784" cy="202382"/>
          </a:xfrm>
          <a:custGeom>
            <a:avLst/>
            <a:gdLst>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0 w 135784"/>
              <a:gd name="connsiteY6" fmla="*/ 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91440 w 135784"/>
              <a:gd name="connsiteY6" fmla="*/ 9144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135784 w 135784"/>
              <a:gd name="connsiteY4" fmla="*/ 101191 h 202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84" h="202382">
                <a:moveTo>
                  <a:pt x="0" y="0"/>
                </a:moveTo>
                <a:lnTo>
                  <a:pt x="0" y="0"/>
                </a:lnTo>
                <a:lnTo>
                  <a:pt x="135784" y="101191"/>
                </a:lnTo>
                <a:lnTo>
                  <a:pt x="0" y="202382"/>
                </a:lnTo>
                <a:lnTo>
                  <a:pt x="135784" y="101191"/>
                </a:lnTo>
              </a:path>
            </a:pathLst>
          </a:custGeom>
          <a:noFill/>
          <a:ln w="31750" cap="flat">
            <a:gradFill>
              <a:gsLst>
                <a:gs pos="0">
                  <a:schemeClr val="accent1"/>
                </a:gs>
                <a:gs pos="100000">
                  <a:schemeClr val="accent3"/>
                </a:gs>
              </a:gsLst>
              <a:lin ang="5400000" scaled="1"/>
            </a:gradFill>
            <a:prstDash val="solid"/>
            <a:miter/>
          </a:ln>
          <a:effectLst/>
        </p:spPr>
        <p:txBody>
          <a:bodyPr rtlCol="0" anchor="ctr"/>
          <a:lstStyle/>
          <a:p>
            <a:pPr algn="l"/>
            <a:endParaRPr lang="en-US" b="0" i="0">
              <a:latin typeface="Barlow Light" pitchFamily="2" charset="77"/>
            </a:endParaRPr>
          </a:p>
        </p:txBody>
      </p:sp>
      <p:sp>
        <p:nvSpPr>
          <p:cNvPr id="11" name="Arrow: Chevron 52">
            <a:extLst>
              <a:ext uri="{FF2B5EF4-FFF2-40B4-BE49-F238E27FC236}">
                <a16:creationId xmlns:a16="http://schemas.microsoft.com/office/drawing/2014/main" id="{779133FC-881C-6A40-8667-394B111D017D}"/>
              </a:ext>
            </a:extLst>
          </p:cNvPr>
          <p:cNvSpPr/>
          <p:nvPr/>
        </p:nvSpPr>
        <p:spPr>
          <a:xfrm rot="5400000">
            <a:off x="4884460" y="3414816"/>
            <a:ext cx="135784" cy="202382"/>
          </a:xfrm>
          <a:custGeom>
            <a:avLst/>
            <a:gdLst>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0 w 135784"/>
              <a:gd name="connsiteY6" fmla="*/ 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91440 w 135784"/>
              <a:gd name="connsiteY6" fmla="*/ 9144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135784 w 135784"/>
              <a:gd name="connsiteY4" fmla="*/ 101191 h 202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84" h="202382">
                <a:moveTo>
                  <a:pt x="0" y="0"/>
                </a:moveTo>
                <a:lnTo>
                  <a:pt x="0" y="0"/>
                </a:lnTo>
                <a:lnTo>
                  <a:pt x="135784" y="101191"/>
                </a:lnTo>
                <a:lnTo>
                  <a:pt x="0" y="202382"/>
                </a:lnTo>
                <a:lnTo>
                  <a:pt x="135784" y="101191"/>
                </a:lnTo>
              </a:path>
            </a:pathLst>
          </a:custGeom>
          <a:noFill/>
          <a:ln w="31750" cap="flat">
            <a:gradFill>
              <a:gsLst>
                <a:gs pos="0">
                  <a:schemeClr val="accent1"/>
                </a:gs>
                <a:gs pos="100000">
                  <a:schemeClr val="accent3"/>
                </a:gs>
              </a:gsLst>
              <a:lin ang="5400000" scaled="1"/>
            </a:gradFill>
            <a:prstDash val="solid"/>
            <a:miter/>
          </a:ln>
          <a:effectLst/>
        </p:spPr>
        <p:txBody>
          <a:bodyPr rtlCol="0" anchor="ctr"/>
          <a:lstStyle/>
          <a:p>
            <a:pPr algn="l"/>
            <a:endParaRPr lang="en-US" b="0" i="0">
              <a:latin typeface="Barlow Light" pitchFamily="2" charset="77"/>
            </a:endParaRPr>
          </a:p>
        </p:txBody>
      </p:sp>
      <p:sp>
        <p:nvSpPr>
          <p:cNvPr id="12" name="Arrow: Chevron 52">
            <a:extLst>
              <a:ext uri="{FF2B5EF4-FFF2-40B4-BE49-F238E27FC236}">
                <a16:creationId xmlns:a16="http://schemas.microsoft.com/office/drawing/2014/main" id="{814565C4-E7E7-F8BC-82E1-5FA4757F09A6}"/>
              </a:ext>
            </a:extLst>
          </p:cNvPr>
          <p:cNvSpPr/>
          <p:nvPr/>
        </p:nvSpPr>
        <p:spPr>
          <a:xfrm rot="16200000" flipV="1">
            <a:off x="7170138" y="3414816"/>
            <a:ext cx="135784" cy="202382"/>
          </a:xfrm>
          <a:custGeom>
            <a:avLst/>
            <a:gdLst>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0 w 135784"/>
              <a:gd name="connsiteY6" fmla="*/ 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91440 w 135784"/>
              <a:gd name="connsiteY6" fmla="*/ 9144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135784 w 135784"/>
              <a:gd name="connsiteY4" fmla="*/ 101191 h 202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84" h="202382">
                <a:moveTo>
                  <a:pt x="0" y="0"/>
                </a:moveTo>
                <a:lnTo>
                  <a:pt x="0" y="0"/>
                </a:lnTo>
                <a:lnTo>
                  <a:pt x="135784" y="101191"/>
                </a:lnTo>
                <a:lnTo>
                  <a:pt x="0" y="202382"/>
                </a:lnTo>
                <a:lnTo>
                  <a:pt x="135784" y="101191"/>
                </a:lnTo>
              </a:path>
            </a:pathLst>
          </a:custGeom>
          <a:noFill/>
          <a:ln w="31750" cap="flat">
            <a:gradFill>
              <a:gsLst>
                <a:gs pos="0">
                  <a:schemeClr val="accent1"/>
                </a:gs>
                <a:gs pos="100000">
                  <a:schemeClr val="accent3"/>
                </a:gs>
              </a:gsLst>
              <a:lin ang="5400000" scaled="1"/>
            </a:gradFill>
            <a:prstDash val="solid"/>
            <a:miter/>
          </a:ln>
          <a:effectLst/>
        </p:spPr>
        <p:txBody>
          <a:bodyPr rtlCol="0" anchor="ctr"/>
          <a:lstStyle/>
          <a:p>
            <a:pPr algn="l"/>
            <a:endParaRPr lang="en-US" b="0" i="0">
              <a:latin typeface="Barlow Light" pitchFamily="2" charset="77"/>
            </a:endParaRPr>
          </a:p>
        </p:txBody>
      </p:sp>
      <p:sp>
        <p:nvSpPr>
          <p:cNvPr id="13" name="Arrow: Chevron 52">
            <a:extLst>
              <a:ext uri="{FF2B5EF4-FFF2-40B4-BE49-F238E27FC236}">
                <a16:creationId xmlns:a16="http://schemas.microsoft.com/office/drawing/2014/main" id="{1CB13E1F-175E-D939-4633-92B8A8C321FF}"/>
              </a:ext>
            </a:extLst>
          </p:cNvPr>
          <p:cNvSpPr/>
          <p:nvPr/>
        </p:nvSpPr>
        <p:spPr>
          <a:xfrm rot="5400000">
            <a:off x="9455816" y="3414816"/>
            <a:ext cx="135784" cy="202382"/>
          </a:xfrm>
          <a:custGeom>
            <a:avLst/>
            <a:gdLst>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0 w 135784"/>
              <a:gd name="connsiteY6" fmla="*/ 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91440 w 135784"/>
              <a:gd name="connsiteY6" fmla="*/ 9144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135784 w 135784"/>
              <a:gd name="connsiteY4" fmla="*/ 101191 h 202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84" h="202382">
                <a:moveTo>
                  <a:pt x="0" y="0"/>
                </a:moveTo>
                <a:lnTo>
                  <a:pt x="0" y="0"/>
                </a:lnTo>
                <a:lnTo>
                  <a:pt x="135784" y="101191"/>
                </a:lnTo>
                <a:lnTo>
                  <a:pt x="0" y="202382"/>
                </a:lnTo>
                <a:lnTo>
                  <a:pt x="135784" y="101191"/>
                </a:lnTo>
              </a:path>
            </a:pathLst>
          </a:custGeom>
          <a:noFill/>
          <a:ln w="31750" cap="flat">
            <a:gradFill>
              <a:gsLst>
                <a:gs pos="0">
                  <a:schemeClr val="accent1"/>
                </a:gs>
                <a:gs pos="100000">
                  <a:schemeClr val="accent3"/>
                </a:gs>
              </a:gsLst>
              <a:lin ang="5400000" scaled="1"/>
            </a:gradFill>
            <a:prstDash val="solid"/>
            <a:miter/>
          </a:ln>
          <a:effectLst/>
        </p:spPr>
        <p:txBody>
          <a:bodyPr rtlCol="0" anchor="ctr"/>
          <a:lstStyle/>
          <a:p>
            <a:pPr algn="l"/>
            <a:endParaRPr lang="en-US" b="0" i="0">
              <a:latin typeface="Barlow Light" pitchFamily="2" charset="77"/>
            </a:endParaRPr>
          </a:p>
        </p:txBody>
      </p:sp>
      <p:sp>
        <p:nvSpPr>
          <p:cNvPr id="14" name="Arrow: Chevron 52">
            <a:extLst>
              <a:ext uri="{FF2B5EF4-FFF2-40B4-BE49-F238E27FC236}">
                <a16:creationId xmlns:a16="http://schemas.microsoft.com/office/drawing/2014/main" id="{3B845B16-4276-8499-4273-2619F5326673}"/>
              </a:ext>
            </a:extLst>
          </p:cNvPr>
          <p:cNvSpPr/>
          <p:nvPr/>
        </p:nvSpPr>
        <p:spPr>
          <a:xfrm rot="16200000" flipV="1">
            <a:off x="11741495" y="3414816"/>
            <a:ext cx="135784" cy="202382"/>
          </a:xfrm>
          <a:custGeom>
            <a:avLst/>
            <a:gdLst>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0 w 135784"/>
              <a:gd name="connsiteY6" fmla="*/ 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91440 w 135784"/>
              <a:gd name="connsiteY6" fmla="*/ 9144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135784 w 135784"/>
              <a:gd name="connsiteY4" fmla="*/ 101191 h 202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84" h="202382">
                <a:moveTo>
                  <a:pt x="0" y="0"/>
                </a:moveTo>
                <a:lnTo>
                  <a:pt x="0" y="0"/>
                </a:lnTo>
                <a:lnTo>
                  <a:pt x="135784" y="101191"/>
                </a:lnTo>
                <a:lnTo>
                  <a:pt x="0" y="202382"/>
                </a:lnTo>
                <a:lnTo>
                  <a:pt x="135784" y="101191"/>
                </a:lnTo>
              </a:path>
            </a:pathLst>
          </a:custGeom>
          <a:noFill/>
          <a:ln w="31750" cap="flat">
            <a:gradFill>
              <a:gsLst>
                <a:gs pos="0">
                  <a:schemeClr val="accent1"/>
                </a:gs>
                <a:gs pos="100000">
                  <a:schemeClr val="accent3"/>
                </a:gs>
              </a:gsLst>
              <a:lin ang="5400000" scaled="1"/>
            </a:gradFill>
            <a:prstDash val="solid"/>
            <a:miter/>
          </a:ln>
          <a:effectLst/>
        </p:spPr>
        <p:txBody>
          <a:bodyPr rtlCol="0" anchor="ctr"/>
          <a:lstStyle/>
          <a:p>
            <a:pPr algn="l"/>
            <a:endParaRPr lang="en-US" b="0" i="0">
              <a:latin typeface="Barlow Light" pitchFamily="2" charset="77"/>
            </a:endParaRPr>
          </a:p>
        </p:txBody>
      </p:sp>
      <p:sp>
        <p:nvSpPr>
          <p:cNvPr id="15" name="Oval 14">
            <a:extLst>
              <a:ext uri="{FF2B5EF4-FFF2-40B4-BE49-F238E27FC236}">
                <a16:creationId xmlns:a16="http://schemas.microsoft.com/office/drawing/2014/main" id="{27ECE465-D284-C70D-E37F-A11E6C1EA72B}"/>
              </a:ext>
            </a:extLst>
          </p:cNvPr>
          <p:cNvSpPr/>
          <p:nvPr/>
        </p:nvSpPr>
        <p:spPr>
          <a:xfrm>
            <a:off x="336254" y="1819080"/>
            <a:ext cx="89486" cy="86598"/>
          </a:xfrm>
          <a:prstGeom prst="ellipse">
            <a:avLst/>
          </a:prstGeom>
          <a:solidFill>
            <a:schemeClr val="bg1"/>
          </a:solidFill>
          <a:ln w="31750" cap="flat">
            <a:gradFill>
              <a:gsLst>
                <a:gs pos="0">
                  <a:schemeClr val="accent1"/>
                </a:gs>
                <a:gs pos="100000">
                  <a:schemeClr val="accent3"/>
                </a:gs>
              </a:gsLst>
              <a:lin ang="5400000" scaled="1"/>
            </a:gradFill>
            <a:prstDash val="solid"/>
            <a:miter/>
          </a:ln>
          <a:effectLst/>
        </p:spPr>
        <p:txBody>
          <a:bodyPr rtlCol="0" anchor="ctr"/>
          <a:lstStyle/>
          <a:p>
            <a:endParaRPr lang="en-US" b="0" i="0">
              <a:latin typeface="Barlow Light" pitchFamily="2" charset="77"/>
            </a:endParaRPr>
          </a:p>
        </p:txBody>
      </p:sp>
      <p:sp>
        <p:nvSpPr>
          <p:cNvPr id="16" name="Oval 15">
            <a:extLst>
              <a:ext uri="{FF2B5EF4-FFF2-40B4-BE49-F238E27FC236}">
                <a16:creationId xmlns:a16="http://schemas.microsoft.com/office/drawing/2014/main" id="{70E1C1A1-74B0-52AE-4A7B-D55F16B803CB}"/>
              </a:ext>
            </a:extLst>
          </p:cNvPr>
          <p:cNvSpPr/>
          <p:nvPr/>
        </p:nvSpPr>
        <p:spPr>
          <a:xfrm>
            <a:off x="11766693" y="1819080"/>
            <a:ext cx="89486" cy="86598"/>
          </a:xfrm>
          <a:prstGeom prst="ellipse">
            <a:avLst/>
          </a:prstGeom>
          <a:solidFill>
            <a:schemeClr val="bg1"/>
          </a:solidFill>
          <a:ln w="31750" cap="flat">
            <a:gradFill>
              <a:gsLst>
                <a:gs pos="0">
                  <a:schemeClr val="accent1"/>
                </a:gs>
                <a:gs pos="100000">
                  <a:schemeClr val="accent3"/>
                </a:gs>
              </a:gsLst>
              <a:lin ang="5400000" scaled="1"/>
            </a:gradFill>
            <a:prstDash val="solid"/>
            <a:miter/>
          </a:ln>
          <a:effectLst/>
        </p:spPr>
        <p:txBody>
          <a:bodyPr rtlCol="0" anchor="ctr"/>
          <a:lstStyle/>
          <a:p>
            <a:endParaRPr lang="en-US" b="0" i="0">
              <a:latin typeface="Barlow Light" pitchFamily="2" charset="77"/>
            </a:endParaRPr>
          </a:p>
        </p:txBody>
      </p:sp>
      <p:sp>
        <p:nvSpPr>
          <p:cNvPr id="28" name="Oval 27">
            <a:extLst>
              <a:ext uri="{FF2B5EF4-FFF2-40B4-BE49-F238E27FC236}">
                <a16:creationId xmlns:a16="http://schemas.microsoft.com/office/drawing/2014/main" id="{D44EF1D8-E925-529C-DC28-82746647C592}"/>
              </a:ext>
            </a:extLst>
          </p:cNvPr>
          <p:cNvSpPr/>
          <p:nvPr userDrawn="1"/>
        </p:nvSpPr>
        <p:spPr>
          <a:xfrm>
            <a:off x="666196" y="2141894"/>
            <a:ext cx="605364" cy="603504"/>
          </a:xfrm>
          <a:prstGeom prst="ellipse">
            <a:avLst/>
          </a:prstGeom>
          <a:solidFill>
            <a:schemeClr val="bg1"/>
          </a:solidFill>
          <a:ln w="25400" cap="flat">
            <a:gradFill>
              <a:gsLst>
                <a:gs pos="0">
                  <a:schemeClr val="accent1"/>
                </a:gs>
                <a:gs pos="100000">
                  <a:schemeClr val="accent3"/>
                </a:gs>
              </a:gsLst>
              <a:lin ang="5400000" scaled="1"/>
            </a:gradFill>
            <a:prstDash val="solid"/>
            <a:miter/>
          </a:ln>
          <a:effectLst/>
        </p:spPr>
        <p:txBody>
          <a:bodyPr rtlCol="0" anchor="ctr"/>
          <a:lstStyle/>
          <a:p>
            <a:pPr algn="l"/>
            <a:endParaRPr lang="en-US" b="0" i="0">
              <a:latin typeface="Barlow Light" pitchFamily="2" charset="77"/>
            </a:endParaRPr>
          </a:p>
        </p:txBody>
      </p:sp>
      <p:sp>
        <p:nvSpPr>
          <p:cNvPr id="29" name="Oval 28">
            <a:extLst>
              <a:ext uri="{FF2B5EF4-FFF2-40B4-BE49-F238E27FC236}">
                <a16:creationId xmlns:a16="http://schemas.microsoft.com/office/drawing/2014/main" id="{1F02BF05-EA80-7759-0FC1-D981F6D9F6A0}"/>
              </a:ext>
            </a:extLst>
          </p:cNvPr>
          <p:cNvSpPr/>
          <p:nvPr userDrawn="1"/>
        </p:nvSpPr>
        <p:spPr>
          <a:xfrm>
            <a:off x="5238196" y="2141894"/>
            <a:ext cx="605364" cy="603504"/>
          </a:xfrm>
          <a:prstGeom prst="ellipse">
            <a:avLst/>
          </a:prstGeom>
          <a:solidFill>
            <a:schemeClr val="bg1"/>
          </a:solidFill>
          <a:ln w="25400" cap="flat">
            <a:gradFill>
              <a:gsLst>
                <a:gs pos="0">
                  <a:schemeClr val="accent1"/>
                </a:gs>
                <a:gs pos="100000">
                  <a:schemeClr val="accent3"/>
                </a:gs>
              </a:gsLst>
              <a:lin ang="5400000" scaled="1"/>
            </a:gradFill>
            <a:prstDash val="solid"/>
            <a:miter/>
          </a:ln>
          <a:effectLst/>
        </p:spPr>
        <p:txBody>
          <a:bodyPr rtlCol="0" anchor="ctr"/>
          <a:lstStyle/>
          <a:p>
            <a:pPr algn="l"/>
            <a:endParaRPr lang="en-US" b="0" i="0">
              <a:latin typeface="Barlow Light" pitchFamily="2" charset="77"/>
            </a:endParaRPr>
          </a:p>
        </p:txBody>
      </p:sp>
      <p:sp>
        <p:nvSpPr>
          <p:cNvPr id="30" name="Oval 29">
            <a:extLst>
              <a:ext uri="{FF2B5EF4-FFF2-40B4-BE49-F238E27FC236}">
                <a16:creationId xmlns:a16="http://schemas.microsoft.com/office/drawing/2014/main" id="{294E1E0F-02A5-514D-7353-8F666693A6A9}"/>
              </a:ext>
            </a:extLst>
          </p:cNvPr>
          <p:cNvSpPr/>
          <p:nvPr userDrawn="1"/>
        </p:nvSpPr>
        <p:spPr>
          <a:xfrm>
            <a:off x="7524196" y="2141894"/>
            <a:ext cx="605364" cy="603504"/>
          </a:xfrm>
          <a:prstGeom prst="ellipse">
            <a:avLst/>
          </a:prstGeom>
          <a:solidFill>
            <a:schemeClr val="bg1"/>
          </a:solidFill>
          <a:ln w="25400" cap="flat">
            <a:gradFill>
              <a:gsLst>
                <a:gs pos="0">
                  <a:schemeClr val="accent1"/>
                </a:gs>
                <a:gs pos="100000">
                  <a:schemeClr val="accent3"/>
                </a:gs>
              </a:gsLst>
              <a:lin ang="5400000" scaled="1"/>
            </a:gradFill>
            <a:prstDash val="solid"/>
            <a:miter/>
          </a:ln>
          <a:effectLst/>
        </p:spPr>
        <p:txBody>
          <a:bodyPr rtlCol="0" anchor="ctr"/>
          <a:lstStyle/>
          <a:p>
            <a:pPr algn="l"/>
            <a:endParaRPr lang="en-US" b="0" i="0">
              <a:latin typeface="Barlow Light" pitchFamily="2" charset="77"/>
            </a:endParaRPr>
          </a:p>
        </p:txBody>
      </p:sp>
      <p:sp>
        <p:nvSpPr>
          <p:cNvPr id="31" name="Oval 30">
            <a:extLst>
              <a:ext uri="{FF2B5EF4-FFF2-40B4-BE49-F238E27FC236}">
                <a16:creationId xmlns:a16="http://schemas.microsoft.com/office/drawing/2014/main" id="{4D6D9E31-B8AE-6A12-647B-7AF0ADA70BEE}"/>
              </a:ext>
            </a:extLst>
          </p:cNvPr>
          <p:cNvSpPr/>
          <p:nvPr userDrawn="1"/>
        </p:nvSpPr>
        <p:spPr>
          <a:xfrm>
            <a:off x="9810196" y="2141894"/>
            <a:ext cx="605364" cy="603504"/>
          </a:xfrm>
          <a:prstGeom prst="ellipse">
            <a:avLst/>
          </a:prstGeom>
          <a:solidFill>
            <a:schemeClr val="bg1"/>
          </a:solidFill>
          <a:ln w="25400" cap="flat">
            <a:gradFill>
              <a:gsLst>
                <a:gs pos="0">
                  <a:schemeClr val="accent1"/>
                </a:gs>
                <a:gs pos="100000">
                  <a:schemeClr val="accent3"/>
                </a:gs>
              </a:gsLst>
              <a:lin ang="5400000" scaled="1"/>
            </a:gradFill>
            <a:prstDash val="solid"/>
            <a:miter/>
          </a:ln>
          <a:effectLst/>
        </p:spPr>
        <p:txBody>
          <a:bodyPr rtlCol="0" anchor="ctr"/>
          <a:lstStyle/>
          <a:p>
            <a:pPr algn="l"/>
            <a:endParaRPr lang="en-US" b="0" i="0">
              <a:latin typeface="Barlow Light" pitchFamily="2" charset="77"/>
            </a:endParaRPr>
          </a:p>
        </p:txBody>
      </p:sp>
      <p:sp>
        <p:nvSpPr>
          <p:cNvPr id="32" name="Oval 31">
            <a:extLst>
              <a:ext uri="{FF2B5EF4-FFF2-40B4-BE49-F238E27FC236}">
                <a16:creationId xmlns:a16="http://schemas.microsoft.com/office/drawing/2014/main" id="{DBC34FE8-8123-7E08-7CB0-722118D4CAAF}"/>
              </a:ext>
            </a:extLst>
          </p:cNvPr>
          <p:cNvSpPr/>
          <p:nvPr userDrawn="1"/>
        </p:nvSpPr>
        <p:spPr>
          <a:xfrm>
            <a:off x="2952196" y="2141894"/>
            <a:ext cx="605364" cy="603504"/>
          </a:xfrm>
          <a:prstGeom prst="ellipse">
            <a:avLst/>
          </a:prstGeom>
          <a:solidFill>
            <a:schemeClr val="bg1"/>
          </a:solidFill>
          <a:ln w="25400" cap="flat">
            <a:gradFill>
              <a:gsLst>
                <a:gs pos="0">
                  <a:schemeClr val="accent1"/>
                </a:gs>
                <a:gs pos="100000">
                  <a:schemeClr val="accent3"/>
                </a:gs>
              </a:gsLst>
              <a:lin ang="5400000" scaled="1"/>
            </a:gradFill>
            <a:prstDash val="solid"/>
            <a:miter/>
          </a:ln>
          <a:effectLst/>
        </p:spPr>
        <p:txBody>
          <a:bodyPr rtlCol="0" anchor="ctr"/>
          <a:lstStyle/>
          <a:p>
            <a:pPr algn="l"/>
            <a:endParaRPr lang="en-US" b="0" i="0">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userDrawn="1">
            <p:ph type="body" sz="quarter" idx="16"/>
          </p:nvPr>
        </p:nvSpPr>
        <p:spPr>
          <a:xfrm>
            <a:off x="535478" y="2817599"/>
            <a:ext cx="1882022" cy="1338828"/>
          </a:xfrm>
          <a:prstGeom prst="rect">
            <a:avLst/>
          </a:prstGeom>
        </p:spPr>
        <p:txBody>
          <a:bodyPr wrap="square">
            <a:spAutoFit/>
          </a:bodyPr>
          <a:lstStyle>
            <a:lvl1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1pPr>
            <a:lvl2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3pPr>
            <a:lvl4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4pPr>
            <a:lvl5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937F3F8B-7ECA-9D7C-2F3F-82F8C03B623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38" name="Text Placeholder 2">
            <a:extLst>
              <a:ext uri="{FF2B5EF4-FFF2-40B4-BE49-F238E27FC236}">
                <a16:creationId xmlns:a16="http://schemas.microsoft.com/office/drawing/2014/main" id="{496DBD48-BE51-60C5-51C8-F8877BD35FAC}"/>
              </a:ext>
            </a:extLst>
          </p:cNvPr>
          <p:cNvSpPr>
            <a:spLocks noGrp="1"/>
          </p:cNvSpPr>
          <p:nvPr userDrawn="1">
            <p:ph type="body" sz="quarter" idx="17"/>
          </p:nvPr>
        </p:nvSpPr>
        <p:spPr>
          <a:xfrm>
            <a:off x="2872278" y="2817599"/>
            <a:ext cx="1882022" cy="1338828"/>
          </a:xfrm>
          <a:prstGeom prst="rect">
            <a:avLst/>
          </a:prstGeom>
        </p:spPr>
        <p:txBody>
          <a:bodyPr wrap="square">
            <a:spAutoFit/>
          </a:bodyPr>
          <a:lstStyle>
            <a:lvl1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1pPr>
            <a:lvl2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3pPr>
            <a:lvl4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4pPr>
            <a:lvl5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9" name="Text Placeholder 2">
            <a:extLst>
              <a:ext uri="{FF2B5EF4-FFF2-40B4-BE49-F238E27FC236}">
                <a16:creationId xmlns:a16="http://schemas.microsoft.com/office/drawing/2014/main" id="{62C25FBD-E276-7564-E23B-BF807A2DF78A}"/>
              </a:ext>
            </a:extLst>
          </p:cNvPr>
          <p:cNvSpPr>
            <a:spLocks noGrp="1"/>
          </p:cNvSpPr>
          <p:nvPr userDrawn="1">
            <p:ph type="body" sz="quarter" idx="18"/>
          </p:nvPr>
        </p:nvSpPr>
        <p:spPr>
          <a:xfrm>
            <a:off x="5145578" y="2817599"/>
            <a:ext cx="1882022" cy="1338828"/>
          </a:xfrm>
          <a:prstGeom prst="rect">
            <a:avLst/>
          </a:prstGeom>
        </p:spPr>
        <p:txBody>
          <a:bodyPr wrap="square">
            <a:spAutoFit/>
          </a:bodyPr>
          <a:lstStyle>
            <a:lvl1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1pPr>
            <a:lvl2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3pPr>
            <a:lvl4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4pPr>
            <a:lvl5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40" name="Text Placeholder 2">
            <a:extLst>
              <a:ext uri="{FF2B5EF4-FFF2-40B4-BE49-F238E27FC236}">
                <a16:creationId xmlns:a16="http://schemas.microsoft.com/office/drawing/2014/main" id="{A98C724F-0723-4851-B067-BADC40143E78}"/>
              </a:ext>
            </a:extLst>
          </p:cNvPr>
          <p:cNvSpPr>
            <a:spLocks noGrp="1"/>
          </p:cNvSpPr>
          <p:nvPr userDrawn="1">
            <p:ph type="body" sz="quarter" idx="19"/>
          </p:nvPr>
        </p:nvSpPr>
        <p:spPr>
          <a:xfrm>
            <a:off x="7482378" y="2817599"/>
            <a:ext cx="1882022" cy="1338828"/>
          </a:xfrm>
          <a:prstGeom prst="rect">
            <a:avLst/>
          </a:prstGeom>
        </p:spPr>
        <p:txBody>
          <a:bodyPr wrap="square">
            <a:spAutoFit/>
          </a:bodyPr>
          <a:lstStyle>
            <a:lvl1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1pPr>
            <a:lvl2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3pPr>
            <a:lvl4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4pPr>
            <a:lvl5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41" name="Text Placeholder 2">
            <a:extLst>
              <a:ext uri="{FF2B5EF4-FFF2-40B4-BE49-F238E27FC236}">
                <a16:creationId xmlns:a16="http://schemas.microsoft.com/office/drawing/2014/main" id="{4163BA26-561C-FC49-117B-8FA239ECDB36}"/>
              </a:ext>
            </a:extLst>
          </p:cNvPr>
          <p:cNvSpPr>
            <a:spLocks noGrp="1"/>
          </p:cNvSpPr>
          <p:nvPr userDrawn="1">
            <p:ph type="body" sz="quarter" idx="20"/>
          </p:nvPr>
        </p:nvSpPr>
        <p:spPr>
          <a:xfrm>
            <a:off x="9755678" y="2817599"/>
            <a:ext cx="1882022" cy="1338828"/>
          </a:xfrm>
          <a:prstGeom prst="rect">
            <a:avLst/>
          </a:prstGeom>
        </p:spPr>
        <p:txBody>
          <a:bodyPr wrap="square">
            <a:spAutoFit/>
          </a:bodyPr>
          <a:lstStyle>
            <a:lvl1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1pPr>
            <a:lvl2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3pPr>
            <a:lvl4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4pPr>
            <a:lvl5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D55BF15-95D6-4B1D-0375-46068E5179C3}"/>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22" name="Text Placeholder 6">
            <a:extLst>
              <a:ext uri="{FF2B5EF4-FFF2-40B4-BE49-F238E27FC236}">
                <a16:creationId xmlns:a16="http://schemas.microsoft.com/office/drawing/2014/main" id="{55006D79-DC53-4787-C1DA-D7F40FF9CA42}"/>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3187235499"/>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meline or progress - 6 columns">
    <p:bg>
      <p:bgPr>
        <a:solidFill>
          <a:srgbClr val="FFFFFF"/>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54AAC99-6B21-6706-63C3-52EB4F776D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7" name="Straight Connector 6">
            <a:extLst>
              <a:ext uri="{FF2B5EF4-FFF2-40B4-BE49-F238E27FC236}">
                <a16:creationId xmlns:a16="http://schemas.microsoft.com/office/drawing/2014/main" id="{8862C053-CE44-4F77-3D69-9C76146C6921}"/>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grpSp>
        <p:nvGrpSpPr>
          <p:cNvPr id="32" name="Group 31">
            <a:extLst>
              <a:ext uri="{FF2B5EF4-FFF2-40B4-BE49-F238E27FC236}">
                <a16:creationId xmlns:a16="http://schemas.microsoft.com/office/drawing/2014/main" id="{C0E174C3-D019-C471-46D4-9BF1A22C0A67}"/>
              </a:ext>
            </a:extLst>
          </p:cNvPr>
          <p:cNvGrpSpPr/>
          <p:nvPr userDrawn="1"/>
        </p:nvGrpSpPr>
        <p:grpSpPr>
          <a:xfrm>
            <a:off x="2293550" y="3803636"/>
            <a:ext cx="7763182" cy="2444764"/>
            <a:chOff x="2293550" y="3803636"/>
            <a:chExt cx="7763182" cy="2175164"/>
          </a:xfrm>
        </p:grpSpPr>
        <p:cxnSp>
          <p:nvCxnSpPr>
            <p:cNvPr id="13" name="Straight Connector 12">
              <a:extLst>
                <a:ext uri="{FF2B5EF4-FFF2-40B4-BE49-F238E27FC236}">
                  <a16:creationId xmlns:a16="http://schemas.microsoft.com/office/drawing/2014/main" id="{66E8A370-78BA-6CC7-97F7-A0F4C70DCF40}"/>
                </a:ext>
              </a:extLst>
            </p:cNvPr>
            <p:cNvCxnSpPr/>
            <p:nvPr userDrawn="1"/>
          </p:nvCxnSpPr>
          <p:spPr bwMode="auto">
            <a:xfrm>
              <a:off x="2293550" y="3803636"/>
              <a:ext cx="0" cy="2175164"/>
            </a:xfrm>
            <a:prstGeom prst="line">
              <a:avLst/>
            </a:prstGeom>
            <a:noFill/>
            <a:ln w="19050" cap="flat" cmpd="sng" algn="ctr">
              <a:solidFill>
                <a:schemeClr val="bg2"/>
              </a:solidFill>
              <a:prstDash val="sysDot"/>
              <a:round/>
              <a:headEnd type="none" w="med" len="med"/>
              <a:tailEnd type="none" w="med" len="med"/>
            </a:ln>
            <a:effectLst/>
          </p:spPr>
        </p:cxnSp>
        <p:cxnSp>
          <p:nvCxnSpPr>
            <p:cNvPr id="14" name="Straight Connector 13">
              <a:extLst>
                <a:ext uri="{FF2B5EF4-FFF2-40B4-BE49-F238E27FC236}">
                  <a16:creationId xmlns:a16="http://schemas.microsoft.com/office/drawing/2014/main" id="{5DD9033B-55E9-4A7F-D6B3-DE3BAE005D9E}"/>
                </a:ext>
              </a:extLst>
            </p:cNvPr>
            <p:cNvCxnSpPr/>
            <p:nvPr userDrawn="1"/>
          </p:nvCxnSpPr>
          <p:spPr bwMode="auto">
            <a:xfrm>
              <a:off x="4229260" y="3803636"/>
              <a:ext cx="0" cy="2175164"/>
            </a:xfrm>
            <a:prstGeom prst="line">
              <a:avLst/>
            </a:prstGeom>
            <a:noFill/>
            <a:ln w="19050" cap="flat" cmpd="sng" algn="ctr">
              <a:solidFill>
                <a:schemeClr val="bg2"/>
              </a:solidFill>
              <a:prstDash val="sysDot"/>
              <a:round/>
              <a:headEnd type="none" w="med" len="med"/>
              <a:tailEnd type="none" w="med" len="med"/>
            </a:ln>
            <a:effectLst/>
          </p:spPr>
        </p:cxnSp>
        <p:cxnSp>
          <p:nvCxnSpPr>
            <p:cNvPr id="15" name="Straight Connector 14">
              <a:extLst>
                <a:ext uri="{FF2B5EF4-FFF2-40B4-BE49-F238E27FC236}">
                  <a16:creationId xmlns:a16="http://schemas.microsoft.com/office/drawing/2014/main" id="{822BEBDD-B62C-4B69-21AB-632B5321FDD5}"/>
                </a:ext>
              </a:extLst>
            </p:cNvPr>
            <p:cNvCxnSpPr/>
            <p:nvPr userDrawn="1"/>
          </p:nvCxnSpPr>
          <p:spPr bwMode="auto">
            <a:xfrm>
              <a:off x="6156665" y="3803636"/>
              <a:ext cx="0" cy="2175164"/>
            </a:xfrm>
            <a:prstGeom prst="line">
              <a:avLst/>
            </a:prstGeom>
            <a:noFill/>
            <a:ln w="19050" cap="flat" cmpd="sng" algn="ctr">
              <a:solidFill>
                <a:schemeClr val="bg2"/>
              </a:solidFill>
              <a:prstDash val="sysDot"/>
              <a:round/>
              <a:headEnd type="none" w="med" len="med"/>
              <a:tailEnd type="none" w="med" len="med"/>
            </a:ln>
            <a:effectLst/>
          </p:spPr>
        </p:cxnSp>
        <p:cxnSp>
          <p:nvCxnSpPr>
            <p:cNvPr id="16" name="Straight Connector 15">
              <a:extLst>
                <a:ext uri="{FF2B5EF4-FFF2-40B4-BE49-F238E27FC236}">
                  <a16:creationId xmlns:a16="http://schemas.microsoft.com/office/drawing/2014/main" id="{DDF136C7-E111-D03F-3E9A-05CD1E3DBAED}"/>
                </a:ext>
              </a:extLst>
            </p:cNvPr>
            <p:cNvCxnSpPr/>
            <p:nvPr userDrawn="1"/>
          </p:nvCxnSpPr>
          <p:spPr bwMode="auto">
            <a:xfrm>
              <a:off x="8095197" y="3803636"/>
              <a:ext cx="0" cy="2175164"/>
            </a:xfrm>
            <a:prstGeom prst="line">
              <a:avLst/>
            </a:prstGeom>
            <a:noFill/>
            <a:ln w="19050" cap="flat" cmpd="sng" algn="ctr">
              <a:solidFill>
                <a:schemeClr val="bg2"/>
              </a:solidFill>
              <a:prstDash val="sysDot"/>
              <a:round/>
              <a:headEnd type="none" w="med" len="med"/>
              <a:tailEnd type="none" w="med" len="med"/>
            </a:ln>
            <a:effectLst/>
          </p:spPr>
        </p:cxnSp>
        <p:cxnSp>
          <p:nvCxnSpPr>
            <p:cNvPr id="17" name="Straight Connector 16">
              <a:extLst>
                <a:ext uri="{FF2B5EF4-FFF2-40B4-BE49-F238E27FC236}">
                  <a16:creationId xmlns:a16="http://schemas.microsoft.com/office/drawing/2014/main" id="{32B38E6E-151D-7EC5-573A-55EEDAA458A9}"/>
                </a:ext>
              </a:extLst>
            </p:cNvPr>
            <p:cNvCxnSpPr/>
            <p:nvPr userDrawn="1"/>
          </p:nvCxnSpPr>
          <p:spPr bwMode="auto">
            <a:xfrm>
              <a:off x="10056732" y="3803636"/>
              <a:ext cx="0" cy="2175164"/>
            </a:xfrm>
            <a:prstGeom prst="line">
              <a:avLst/>
            </a:prstGeom>
            <a:noFill/>
            <a:ln w="19050" cap="flat" cmpd="sng" algn="ctr">
              <a:solidFill>
                <a:schemeClr val="bg2"/>
              </a:solidFill>
              <a:prstDash val="sysDot"/>
              <a:round/>
              <a:headEnd type="none" w="med" len="med"/>
              <a:tailEnd type="none" w="med" len="med"/>
            </a:ln>
            <a:effectLst/>
          </p:spPr>
        </p:cxnSp>
      </p:grpSp>
      <p:grpSp>
        <p:nvGrpSpPr>
          <p:cNvPr id="45" name="Group 44">
            <a:extLst>
              <a:ext uri="{FF2B5EF4-FFF2-40B4-BE49-F238E27FC236}">
                <a16:creationId xmlns:a16="http://schemas.microsoft.com/office/drawing/2014/main" id="{16E4699A-EBD2-170B-F65C-5F9A6AFD5801}"/>
              </a:ext>
            </a:extLst>
          </p:cNvPr>
          <p:cNvGrpSpPr/>
          <p:nvPr userDrawn="1"/>
        </p:nvGrpSpPr>
        <p:grpSpPr>
          <a:xfrm>
            <a:off x="381001" y="3288391"/>
            <a:ext cx="11537731" cy="406100"/>
            <a:chOff x="381001" y="3288391"/>
            <a:chExt cx="11537731" cy="406100"/>
          </a:xfrm>
          <a:gradFill>
            <a:gsLst>
              <a:gs pos="77000">
                <a:schemeClr val="accent1"/>
              </a:gs>
              <a:gs pos="0">
                <a:schemeClr val="accent3"/>
              </a:gs>
            </a:gsLst>
            <a:lin ang="2700000" scaled="0"/>
          </a:gradFill>
        </p:grpSpPr>
        <p:sp>
          <p:nvSpPr>
            <p:cNvPr id="19" name="Pentagon 18">
              <a:extLst>
                <a:ext uri="{FF2B5EF4-FFF2-40B4-BE49-F238E27FC236}">
                  <a16:creationId xmlns:a16="http://schemas.microsoft.com/office/drawing/2014/main" id="{B93B76DC-6214-96D1-D138-5356B15737F1}"/>
                </a:ext>
              </a:extLst>
            </p:cNvPr>
            <p:cNvSpPr/>
            <p:nvPr/>
          </p:nvSpPr>
          <p:spPr>
            <a:xfrm>
              <a:off x="8141905" y="3297997"/>
              <a:ext cx="1874519" cy="391367"/>
            </a:xfrm>
            <a:prstGeom prst="homePlate">
              <a:avLst>
                <a:gd name="adj" fmla="val 0"/>
              </a:avLst>
            </a:prstGeom>
            <a:grpFill/>
            <a:ln w="31750" cap="flat">
              <a:noFill/>
              <a:prstDash val="solid"/>
              <a:miter/>
            </a:ln>
            <a:effectLst/>
          </p:spPr>
          <p:txBody>
            <a:bodyPr rtlCol="0" anchor="ctr"/>
            <a:lstStyle/>
            <a:p>
              <a:pPr algn="l"/>
              <a:endParaRPr lang="en-US" b="0" i="0">
                <a:latin typeface="Barlow Light" pitchFamily="2" charset="77"/>
              </a:endParaRPr>
            </a:p>
          </p:txBody>
        </p:sp>
        <p:sp>
          <p:nvSpPr>
            <p:cNvPr id="20" name="Rectangle 19">
              <a:extLst>
                <a:ext uri="{FF2B5EF4-FFF2-40B4-BE49-F238E27FC236}">
                  <a16:creationId xmlns:a16="http://schemas.microsoft.com/office/drawing/2014/main" id="{B946C2A4-8B64-B556-3955-68385A4C0FBE}"/>
                </a:ext>
              </a:extLst>
            </p:cNvPr>
            <p:cNvSpPr/>
            <p:nvPr/>
          </p:nvSpPr>
          <p:spPr>
            <a:xfrm>
              <a:off x="2321227" y="3288391"/>
              <a:ext cx="1874519" cy="391367"/>
            </a:xfrm>
            <a:prstGeom prst="rect">
              <a:avLst/>
            </a:prstGeom>
            <a:grpFill/>
            <a:ln w="31750" cap="flat">
              <a:noFill/>
              <a:prstDash val="solid"/>
              <a:miter/>
            </a:ln>
            <a:effectLst/>
          </p:spPr>
          <p:txBody>
            <a:bodyPr rtlCol="0" anchor="ctr"/>
            <a:lstStyle/>
            <a:p>
              <a:pPr algn="l"/>
              <a:endParaRPr lang="en-US" b="0" i="0">
                <a:latin typeface="Barlow Light" pitchFamily="2" charset="77"/>
              </a:endParaRPr>
            </a:p>
          </p:txBody>
        </p:sp>
        <p:sp>
          <p:nvSpPr>
            <p:cNvPr id="21" name="Rectangle 20">
              <a:extLst>
                <a:ext uri="{FF2B5EF4-FFF2-40B4-BE49-F238E27FC236}">
                  <a16:creationId xmlns:a16="http://schemas.microsoft.com/office/drawing/2014/main" id="{79694025-F43A-966E-0A4B-42D15E535079}"/>
                </a:ext>
              </a:extLst>
            </p:cNvPr>
            <p:cNvSpPr/>
            <p:nvPr/>
          </p:nvSpPr>
          <p:spPr>
            <a:xfrm>
              <a:off x="4261453" y="3297997"/>
              <a:ext cx="1874519" cy="391367"/>
            </a:xfrm>
            <a:prstGeom prst="rect">
              <a:avLst/>
            </a:prstGeom>
            <a:grpFill/>
            <a:ln w="31750" cap="flat">
              <a:noFill/>
              <a:prstDash val="solid"/>
              <a:miter/>
            </a:ln>
            <a:effectLst/>
          </p:spPr>
          <p:txBody>
            <a:bodyPr rtlCol="0" anchor="ctr"/>
            <a:lstStyle/>
            <a:p>
              <a:pPr algn="l"/>
              <a:endParaRPr lang="en-US" b="0" i="0">
                <a:latin typeface="Barlow Light" pitchFamily="2" charset="77"/>
              </a:endParaRPr>
            </a:p>
          </p:txBody>
        </p:sp>
        <p:sp>
          <p:nvSpPr>
            <p:cNvPr id="22" name="Rectangle 21">
              <a:extLst>
                <a:ext uri="{FF2B5EF4-FFF2-40B4-BE49-F238E27FC236}">
                  <a16:creationId xmlns:a16="http://schemas.microsoft.com/office/drawing/2014/main" id="{AEF5B917-5060-3B83-1A98-09F18D73C8E1}"/>
                </a:ext>
              </a:extLst>
            </p:cNvPr>
            <p:cNvSpPr/>
            <p:nvPr/>
          </p:nvSpPr>
          <p:spPr>
            <a:xfrm>
              <a:off x="6201679" y="3302610"/>
              <a:ext cx="1874519" cy="391367"/>
            </a:xfrm>
            <a:prstGeom prst="rect">
              <a:avLst/>
            </a:prstGeom>
            <a:grpFill/>
            <a:ln w="31750" cap="flat">
              <a:noFill/>
              <a:prstDash val="solid"/>
              <a:miter/>
            </a:ln>
            <a:effectLst/>
          </p:spPr>
          <p:txBody>
            <a:bodyPr rtlCol="0" anchor="ctr"/>
            <a:lstStyle/>
            <a:p>
              <a:pPr algn="l"/>
              <a:endParaRPr lang="en-US" b="0" i="0">
                <a:latin typeface="Barlow Light" pitchFamily="2" charset="77"/>
              </a:endParaRPr>
            </a:p>
          </p:txBody>
        </p:sp>
        <p:sp>
          <p:nvSpPr>
            <p:cNvPr id="23" name="Pentagon 82">
              <a:extLst>
                <a:ext uri="{FF2B5EF4-FFF2-40B4-BE49-F238E27FC236}">
                  <a16:creationId xmlns:a16="http://schemas.microsoft.com/office/drawing/2014/main" id="{4A23EE1F-4607-DF60-993A-7F8DD308DCB2}"/>
                </a:ext>
              </a:extLst>
            </p:cNvPr>
            <p:cNvSpPr/>
            <p:nvPr/>
          </p:nvSpPr>
          <p:spPr>
            <a:xfrm>
              <a:off x="10082134" y="3303124"/>
              <a:ext cx="1836598" cy="391367"/>
            </a:xfrm>
            <a:prstGeom prst="homePlate">
              <a:avLst>
                <a:gd name="adj" fmla="val 24040"/>
              </a:avLst>
            </a:prstGeom>
            <a:grpFill/>
            <a:ln w="31750" cap="flat">
              <a:noFill/>
              <a:prstDash val="solid"/>
              <a:miter/>
            </a:ln>
            <a:effectLst/>
          </p:spPr>
          <p:txBody>
            <a:bodyPr rtlCol="0" anchor="ctr"/>
            <a:lstStyle/>
            <a:p>
              <a:pPr algn="l"/>
              <a:endParaRPr lang="en-US" b="0" i="0">
                <a:latin typeface="Barlow Light" pitchFamily="2" charset="77"/>
              </a:endParaRPr>
            </a:p>
          </p:txBody>
        </p:sp>
        <p:sp>
          <p:nvSpPr>
            <p:cNvPr id="24" name="Rectangle 23">
              <a:extLst>
                <a:ext uri="{FF2B5EF4-FFF2-40B4-BE49-F238E27FC236}">
                  <a16:creationId xmlns:a16="http://schemas.microsoft.com/office/drawing/2014/main" id="{2CB4F35B-0F57-B5CA-3D32-E45D3A581472}"/>
                </a:ext>
              </a:extLst>
            </p:cNvPr>
            <p:cNvSpPr/>
            <p:nvPr/>
          </p:nvSpPr>
          <p:spPr>
            <a:xfrm>
              <a:off x="381001" y="3288391"/>
              <a:ext cx="1874519" cy="391367"/>
            </a:xfrm>
            <a:prstGeom prst="rect">
              <a:avLst/>
            </a:prstGeom>
            <a:grpFill/>
            <a:ln w="31750" cap="flat">
              <a:noFill/>
              <a:prstDash val="solid"/>
              <a:miter/>
            </a:ln>
            <a:effectLst/>
          </p:spPr>
          <p:txBody>
            <a:bodyPr rtlCol="0" anchor="ctr"/>
            <a:lstStyle/>
            <a:p>
              <a:pPr algn="l"/>
              <a:endParaRPr lang="en-US" b="0" i="0">
                <a:latin typeface="Barlow Light" pitchFamily="2" charset="77"/>
              </a:endParaRPr>
            </a:p>
          </p:txBody>
        </p:sp>
      </p:grpSp>
      <p:sp>
        <p:nvSpPr>
          <p:cNvPr id="31" name="Text Placeholder 2">
            <a:extLst>
              <a:ext uri="{FF2B5EF4-FFF2-40B4-BE49-F238E27FC236}">
                <a16:creationId xmlns:a16="http://schemas.microsoft.com/office/drawing/2014/main" id="{6BA8FE2D-CB44-D851-DB1F-75A89CCF27A4}"/>
              </a:ext>
            </a:extLst>
          </p:cNvPr>
          <p:cNvSpPr>
            <a:spLocks noGrp="1"/>
          </p:cNvSpPr>
          <p:nvPr userDrawn="1">
            <p:ph type="body" sz="quarter" idx="16"/>
          </p:nvPr>
        </p:nvSpPr>
        <p:spPr>
          <a:xfrm>
            <a:off x="381000" y="3816364"/>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3" name="Text Placeholder 2">
            <a:extLst>
              <a:ext uri="{FF2B5EF4-FFF2-40B4-BE49-F238E27FC236}">
                <a16:creationId xmlns:a16="http://schemas.microsoft.com/office/drawing/2014/main" id="{F45854E0-8956-EDF0-8EC0-28096089BB7E}"/>
              </a:ext>
            </a:extLst>
          </p:cNvPr>
          <p:cNvSpPr>
            <a:spLocks noGrp="1"/>
          </p:cNvSpPr>
          <p:nvPr>
            <p:ph type="body" sz="quarter" idx="17"/>
          </p:nvPr>
        </p:nvSpPr>
        <p:spPr>
          <a:xfrm>
            <a:off x="2298700" y="3816364"/>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4" name="Text Placeholder 2">
            <a:extLst>
              <a:ext uri="{FF2B5EF4-FFF2-40B4-BE49-F238E27FC236}">
                <a16:creationId xmlns:a16="http://schemas.microsoft.com/office/drawing/2014/main" id="{7112BA69-5DE5-7194-D6D9-2782FD30EC93}"/>
              </a:ext>
            </a:extLst>
          </p:cNvPr>
          <p:cNvSpPr>
            <a:spLocks noGrp="1"/>
          </p:cNvSpPr>
          <p:nvPr>
            <p:ph type="body" sz="quarter" idx="18"/>
          </p:nvPr>
        </p:nvSpPr>
        <p:spPr>
          <a:xfrm>
            <a:off x="4254500" y="3816364"/>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5" name="Text Placeholder 2">
            <a:extLst>
              <a:ext uri="{FF2B5EF4-FFF2-40B4-BE49-F238E27FC236}">
                <a16:creationId xmlns:a16="http://schemas.microsoft.com/office/drawing/2014/main" id="{EB0439F4-8B6D-BA47-B92B-7C79A7052A92}"/>
              </a:ext>
            </a:extLst>
          </p:cNvPr>
          <p:cNvSpPr>
            <a:spLocks noGrp="1"/>
          </p:cNvSpPr>
          <p:nvPr>
            <p:ph type="body" sz="quarter" idx="19"/>
          </p:nvPr>
        </p:nvSpPr>
        <p:spPr>
          <a:xfrm>
            <a:off x="6172200" y="3816364"/>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6" name="Text Placeholder 2">
            <a:extLst>
              <a:ext uri="{FF2B5EF4-FFF2-40B4-BE49-F238E27FC236}">
                <a16:creationId xmlns:a16="http://schemas.microsoft.com/office/drawing/2014/main" id="{EB18B75A-EF1C-CE63-F22A-F33ECBF879DF}"/>
              </a:ext>
            </a:extLst>
          </p:cNvPr>
          <p:cNvSpPr>
            <a:spLocks noGrp="1"/>
          </p:cNvSpPr>
          <p:nvPr>
            <p:ph type="body" sz="quarter" idx="20"/>
          </p:nvPr>
        </p:nvSpPr>
        <p:spPr>
          <a:xfrm>
            <a:off x="8140700" y="3816364"/>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7" name="Text Placeholder 2">
            <a:extLst>
              <a:ext uri="{FF2B5EF4-FFF2-40B4-BE49-F238E27FC236}">
                <a16:creationId xmlns:a16="http://schemas.microsoft.com/office/drawing/2014/main" id="{D8650141-3368-21F5-948C-740A8EBA5CEB}"/>
              </a:ext>
            </a:extLst>
          </p:cNvPr>
          <p:cNvSpPr>
            <a:spLocks noGrp="1"/>
          </p:cNvSpPr>
          <p:nvPr>
            <p:ph type="body" sz="quarter" idx="21"/>
          </p:nvPr>
        </p:nvSpPr>
        <p:spPr>
          <a:xfrm>
            <a:off x="10058399" y="3816364"/>
            <a:ext cx="1874513"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8" name="Text Placeholder 2">
            <a:extLst>
              <a:ext uri="{FF2B5EF4-FFF2-40B4-BE49-F238E27FC236}">
                <a16:creationId xmlns:a16="http://schemas.microsoft.com/office/drawing/2014/main" id="{3A3DBE61-DADA-DA1D-6AEC-DDDEFDDA1809}"/>
              </a:ext>
            </a:extLst>
          </p:cNvPr>
          <p:cNvSpPr>
            <a:spLocks noGrp="1"/>
          </p:cNvSpPr>
          <p:nvPr>
            <p:ph type="body" sz="quarter" idx="22"/>
          </p:nvPr>
        </p:nvSpPr>
        <p:spPr>
          <a:xfrm>
            <a:off x="381000" y="3357562"/>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39" name="Text Placeholder 2">
            <a:extLst>
              <a:ext uri="{FF2B5EF4-FFF2-40B4-BE49-F238E27FC236}">
                <a16:creationId xmlns:a16="http://schemas.microsoft.com/office/drawing/2014/main" id="{159FBF93-B58E-D7DA-3FC1-6C00F6B0480A}"/>
              </a:ext>
            </a:extLst>
          </p:cNvPr>
          <p:cNvSpPr>
            <a:spLocks noGrp="1"/>
          </p:cNvSpPr>
          <p:nvPr>
            <p:ph type="body" sz="quarter" idx="23"/>
          </p:nvPr>
        </p:nvSpPr>
        <p:spPr>
          <a:xfrm>
            <a:off x="2298700" y="3357562"/>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40" name="Text Placeholder 2">
            <a:extLst>
              <a:ext uri="{FF2B5EF4-FFF2-40B4-BE49-F238E27FC236}">
                <a16:creationId xmlns:a16="http://schemas.microsoft.com/office/drawing/2014/main" id="{3E6345B2-E1F7-665E-C2F6-D4A85F620180}"/>
              </a:ext>
            </a:extLst>
          </p:cNvPr>
          <p:cNvSpPr>
            <a:spLocks noGrp="1"/>
          </p:cNvSpPr>
          <p:nvPr>
            <p:ph type="body" sz="quarter" idx="24"/>
          </p:nvPr>
        </p:nvSpPr>
        <p:spPr>
          <a:xfrm>
            <a:off x="4254500" y="3357562"/>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41" name="Text Placeholder 2">
            <a:extLst>
              <a:ext uri="{FF2B5EF4-FFF2-40B4-BE49-F238E27FC236}">
                <a16:creationId xmlns:a16="http://schemas.microsoft.com/office/drawing/2014/main" id="{794C47A9-2E32-BC8D-879F-FDF0E4033E6A}"/>
              </a:ext>
            </a:extLst>
          </p:cNvPr>
          <p:cNvSpPr>
            <a:spLocks noGrp="1"/>
          </p:cNvSpPr>
          <p:nvPr>
            <p:ph type="body" sz="quarter" idx="25"/>
          </p:nvPr>
        </p:nvSpPr>
        <p:spPr>
          <a:xfrm>
            <a:off x="6172200" y="3357562"/>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42" name="Text Placeholder 2">
            <a:extLst>
              <a:ext uri="{FF2B5EF4-FFF2-40B4-BE49-F238E27FC236}">
                <a16:creationId xmlns:a16="http://schemas.microsoft.com/office/drawing/2014/main" id="{F27D3ECB-0145-26E2-AB74-A4D8B0FB5955}"/>
              </a:ext>
            </a:extLst>
          </p:cNvPr>
          <p:cNvSpPr>
            <a:spLocks noGrp="1"/>
          </p:cNvSpPr>
          <p:nvPr>
            <p:ph type="body" sz="quarter" idx="26"/>
          </p:nvPr>
        </p:nvSpPr>
        <p:spPr>
          <a:xfrm>
            <a:off x="8140700" y="3357562"/>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43" name="Text Placeholder 2">
            <a:extLst>
              <a:ext uri="{FF2B5EF4-FFF2-40B4-BE49-F238E27FC236}">
                <a16:creationId xmlns:a16="http://schemas.microsoft.com/office/drawing/2014/main" id="{D1BA998C-E394-F33F-7C90-C309EDEC65E2}"/>
              </a:ext>
            </a:extLst>
          </p:cNvPr>
          <p:cNvSpPr>
            <a:spLocks noGrp="1"/>
          </p:cNvSpPr>
          <p:nvPr>
            <p:ph type="body" sz="quarter" idx="27"/>
          </p:nvPr>
        </p:nvSpPr>
        <p:spPr>
          <a:xfrm>
            <a:off x="10058400" y="3357562"/>
            <a:ext cx="1752600"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cxnSp>
        <p:nvCxnSpPr>
          <p:cNvPr id="44" name="Straight Connector 43">
            <a:extLst>
              <a:ext uri="{FF2B5EF4-FFF2-40B4-BE49-F238E27FC236}">
                <a16:creationId xmlns:a16="http://schemas.microsoft.com/office/drawing/2014/main" id="{2374E4D9-FC69-1293-1173-3E4C4BDF9700}"/>
              </a:ext>
            </a:extLst>
          </p:cNvPr>
          <p:cNvCxnSpPr/>
          <p:nvPr userDrawn="1"/>
        </p:nvCxnSpPr>
        <p:spPr bwMode="auto">
          <a:xfrm>
            <a:off x="381000" y="6375400"/>
            <a:ext cx="11408190" cy="0"/>
          </a:xfrm>
          <a:prstGeom prst="line">
            <a:avLst/>
          </a:prstGeom>
          <a:noFill/>
          <a:ln w="19050" cap="flat" cmpd="sng" algn="ctr">
            <a:gradFill>
              <a:gsLst>
                <a:gs pos="100000">
                  <a:schemeClr val="accent1"/>
                </a:gs>
                <a:gs pos="0">
                  <a:schemeClr val="accent3"/>
                </a:gs>
              </a:gsLst>
              <a:lin ang="0" scaled="0"/>
            </a:gradFill>
            <a:prstDash val="solid"/>
            <a:round/>
            <a:headEnd type="none" w="med" len="med"/>
            <a:tailEnd type="none" w="med" len="med"/>
          </a:ln>
          <a:effectLst/>
        </p:spPr>
      </p:cxnSp>
      <p:sp>
        <p:nvSpPr>
          <p:cNvPr id="47" name="Content Placeholder 46">
            <a:extLst>
              <a:ext uri="{FF2B5EF4-FFF2-40B4-BE49-F238E27FC236}">
                <a16:creationId xmlns:a16="http://schemas.microsoft.com/office/drawing/2014/main" id="{AF499CD4-7EBE-D286-8FEE-B05793D7CA31}"/>
              </a:ext>
            </a:extLst>
          </p:cNvPr>
          <p:cNvSpPr>
            <a:spLocks noGrp="1"/>
          </p:cNvSpPr>
          <p:nvPr>
            <p:ph sz="quarter" idx="28"/>
          </p:nvPr>
        </p:nvSpPr>
        <p:spPr>
          <a:xfrm>
            <a:off x="381000" y="1371600"/>
            <a:ext cx="11430000" cy="1816100"/>
          </a:xfrm>
          <a:prstGeom prst="rect">
            <a:avLst/>
          </a:prstGeom>
        </p:spPr>
        <p:txBody>
          <a:bodyPr/>
          <a:lstStyle>
            <a:lvl1pPr marL="165100" indent="-165100">
              <a:lnSpc>
                <a:spcPct val="90000"/>
              </a:lnSpc>
              <a:spcAft>
                <a:spcPts val="600"/>
              </a:spcAft>
              <a:buClr>
                <a:schemeClr val="bg2"/>
              </a:buClr>
              <a:buFont typeface="Arial" panose="020B0604020202020204" pitchFamily="34" charset="0"/>
              <a:buChar char="•"/>
              <a:tabLst/>
              <a:defRPr b="0" i="0">
                <a:latin typeface="Barlow Light" pitchFamily="2" charset="77"/>
              </a:defRPr>
            </a:lvl1pPr>
            <a:lvl2pPr marL="768178" indent="0">
              <a:buClr>
                <a:schemeClr val="bg2"/>
              </a:buClr>
              <a:buFont typeface="Arial" panose="020B0604020202020204" pitchFamily="34" charset="0"/>
              <a:buNone/>
              <a:defRPr/>
            </a:lvl2pPr>
            <a:lvl3pPr marL="1682372" indent="-304731">
              <a:buClr>
                <a:schemeClr val="bg2"/>
              </a:buClr>
              <a:buFont typeface="Arial" panose="020B0604020202020204" pitchFamily="34" charset="0"/>
              <a:buChar char="•"/>
              <a:defRPr/>
            </a:lvl3pPr>
            <a:lvl4pPr marL="2133120" indent="-304731">
              <a:buClr>
                <a:schemeClr val="bg2"/>
              </a:buClr>
              <a:buFont typeface="Arial" panose="020B0604020202020204" pitchFamily="34" charset="0"/>
              <a:buChar char="•"/>
              <a:defRPr/>
            </a:lvl4pPr>
            <a:lvl5pPr marL="2742582" indent="-304731">
              <a:buClr>
                <a:schemeClr val="bg2"/>
              </a:buClr>
              <a:buFont typeface="Arial" panose="020B0604020202020204" pitchFamily="34" charset="0"/>
              <a:buChar char="•"/>
              <a:defRPr/>
            </a:lvl5pPr>
          </a:lstStyle>
          <a:p>
            <a:pPr lvl="0"/>
            <a:r>
              <a:rPr lang="en-US"/>
              <a:t>Click to edit Master text styles</a:t>
            </a:r>
          </a:p>
        </p:txBody>
      </p:sp>
      <p:sp>
        <p:nvSpPr>
          <p:cNvPr id="2" name="Title 1">
            <a:extLst>
              <a:ext uri="{FF2B5EF4-FFF2-40B4-BE49-F238E27FC236}">
                <a16:creationId xmlns:a16="http://schemas.microsoft.com/office/drawing/2014/main" id="{51FEA270-5E00-904C-4B7E-0ED4FA553753}"/>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A097F63D-B45C-4F2A-F3B0-187451ECF3EA}"/>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2036586428"/>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meline or progress - 6 columns - Red - Blue">
    <p:bg>
      <p:bgPr>
        <a:solidFill>
          <a:srgbClr val="FFFFFF"/>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54AAC99-6B21-6706-63C3-52EB4F776D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7" name="Straight Connector 6">
            <a:extLst>
              <a:ext uri="{FF2B5EF4-FFF2-40B4-BE49-F238E27FC236}">
                <a16:creationId xmlns:a16="http://schemas.microsoft.com/office/drawing/2014/main" id="{8862C053-CE44-4F77-3D69-9C76146C6921}"/>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grpSp>
        <p:nvGrpSpPr>
          <p:cNvPr id="32" name="Group 31">
            <a:extLst>
              <a:ext uri="{FF2B5EF4-FFF2-40B4-BE49-F238E27FC236}">
                <a16:creationId xmlns:a16="http://schemas.microsoft.com/office/drawing/2014/main" id="{C0E174C3-D019-C471-46D4-9BF1A22C0A67}"/>
              </a:ext>
            </a:extLst>
          </p:cNvPr>
          <p:cNvGrpSpPr/>
          <p:nvPr userDrawn="1"/>
        </p:nvGrpSpPr>
        <p:grpSpPr>
          <a:xfrm>
            <a:off x="2293550" y="3803636"/>
            <a:ext cx="7763182" cy="2444764"/>
            <a:chOff x="2293550" y="3803636"/>
            <a:chExt cx="7763182" cy="2175164"/>
          </a:xfrm>
        </p:grpSpPr>
        <p:cxnSp>
          <p:nvCxnSpPr>
            <p:cNvPr id="13" name="Straight Connector 12">
              <a:extLst>
                <a:ext uri="{FF2B5EF4-FFF2-40B4-BE49-F238E27FC236}">
                  <a16:creationId xmlns:a16="http://schemas.microsoft.com/office/drawing/2014/main" id="{66E8A370-78BA-6CC7-97F7-A0F4C70DCF40}"/>
                </a:ext>
              </a:extLst>
            </p:cNvPr>
            <p:cNvCxnSpPr/>
            <p:nvPr userDrawn="1"/>
          </p:nvCxnSpPr>
          <p:spPr bwMode="auto">
            <a:xfrm>
              <a:off x="2293550" y="3803636"/>
              <a:ext cx="0" cy="2175164"/>
            </a:xfrm>
            <a:prstGeom prst="line">
              <a:avLst/>
            </a:prstGeom>
            <a:noFill/>
            <a:ln w="19050" cap="flat" cmpd="sng" algn="ctr">
              <a:solidFill>
                <a:schemeClr val="bg2"/>
              </a:solidFill>
              <a:prstDash val="sysDot"/>
              <a:round/>
              <a:headEnd type="none" w="med" len="med"/>
              <a:tailEnd type="none" w="med" len="med"/>
            </a:ln>
            <a:effectLst/>
          </p:spPr>
        </p:cxnSp>
        <p:cxnSp>
          <p:nvCxnSpPr>
            <p:cNvPr id="14" name="Straight Connector 13">
              <a:extLst>
                <a:ext uri="{FF2B5EF4-FFF2-40B4-BE49-F238E27FC236}">
                  <a16:creationId xmlns:a16="http://schemas.microsoft.com/office/drawing/2014/main" id="{5DD9033B-55E9-4A7F-D6B3-DE3BAE005D9E}"/>
                </a:ext>
              </a:extLst>
            </p:cNvPr>
            <p:cNvCxnSpPr/>
            <p:nvPr userDrawn="1"/>
          </p:nvCxnSpPr>
          <p:spPr bwMode="auto">
            <a:xfrm>
              <a:off x="4229260" y="3803636"/>
              <a:ext cx="0" cy="2175164"/>
            </a:xfrm>
            <a:prstGeom prst="line">
              <a:avLst/>
            </a:prstGeom>
            <a:noFill/>
            <a:ln w="19050" cap="flat" cmpd="sng" algn="ctr">
              <a:solidFill>
                <a:schemeClr val="bg2"/>
              </a:solidFill>
              <a:prstDash val="sysDot"/>
              <a:round/>
              <a:headEnd type="none" w="med" len="med"/>
              <a:tailEnd type="none" w="med" len="med"/>
            </a:ln>
            <a:effectLst/>
          </p:spPr>
        </p:cxnSp>
        <p:cxnSp>
          <p:nvCxnSpPr>
            <p:cNvPr id="15" name="Straight Connector 14">
              <a:extLst>
                <a:ext uri="{FF2B5EF4-FFF2-40B4-BE49-F238E27FC236}">
                  <a16:creationId xmlns:a16="http://schemas.microsoft.com/office/drawing/2014/main" id="{822BEBDD-B62C-4B69-21AB-632B5321FDD5}"/>
                </a:ext>
              </a:extLst>
            </p:cNvPr>
            <p:cNvCxnSpPr/>
            <p:nvPr userDrawn="1"/>
          </p:nvCxnSpPr>
          <p:spPr bwMode="auto">
            <a:xfrm>
              <a:off x="6156665" y="3803636"/>
              <a:ext cx="0" cy="2175164"/>
            </a:xfrm>
            <a:prstGeom prst="line">
              <a:avLst/>
            </a:prstGeom>
            <a:noFill/>
            <a:ln w="19050" cap="flat" cmpd="sng" algn="ctr">
              <a:solidFill>
                <a:schemeClr val="bg2"/>
              </a:solidFill>
              <a:prstDash val="sysDot"/>
              <a:round/>
              <a:headEnd type="none" w="med" len="med"/>
              <a:tailEnd type="none" w="med" len="med"/>
            </a:ln>
            <a:effectLst/>
          </p:spPr>
        </p:cxnSp>
        <p:cxnSp>
          <p:nvCxnSpPr>
            <p:cNvPr id="16" name="Straight Connector 15">
              <a:extLst>
                <a:ext uri="{FF2B5EF4-FFF2-40B4-BE49-F238E27FC236}">
                  <a16:creationId xmlns:a16="http://schemas.microsoft.com/office/drawing/2014/main" id="{DDF136C7-E111-D03F-3E9A-05CD1E3DBAED}"/>
                </a:ext>
              </a:extLst>
            </p:cNvPr>
            <p:cNvCxnSpPr/>
            <p:nvPr userDrawn="1"/>
          </p:nvCxnSpPr>
          <p:spPr bwMode="auto">
            <a:xfrm>
              <a:off x="8095197" y="3803636"/>
              <a:ext cx="0" cy="2175164"/>
            </a:xfrm>
            <a:prstGeom prst="line">
              <a:avLst/>
            </a:prstGeom>
            <a:noFill/>
            <a:ln w="19050" cap="flat" cmpd="sng" algn="ctr">
              <a:solidFill>
                <a:schemeClr val="bg2"/>
              </a:solidFill>
              <a:prstDash val="sysDot"/>
              <a:round/>
              <a:headEnd type="none" w="med" len="med"/>
              <a:tailEnd type="none" w="med" len="med"/>
            </a:ln>
            <a:effectLst/>
          </p:spPr>
        </p:cxnSp>
        <p:cxnSp>
          <p:nvCxnSpPr>
            <p:cNvPr id="17" name="Straight Connector 16">
              <a:extLst>
                <a:ext uri="{FF2B5EF4-FFF2-40B4-BE49-F238E27FC236}">
                  <a16:creationId xmlns:a16="http://schemas.microsoft.com/office/drawing/2014/main" id="{32B38E6E-151D-7EC5-573A-55EEDAA458A9}"/>
                </a:ext>
              </a:extLst>
            </p:cNvPr>
            <p:cNvCxnSpPr/>
            <p:nvPr userDrawn="1"/>
          </p:nvCxnSpPr>
          <p:spPr bwMode="auto">
            <a:xfrm>
              <a:off x="10056732" y="3803636"/>
              <a:ext cx="0" cy="2175164"/>
            </a:xfrm>
            <a:prstGeom prst="line">
              <a:avLst/>
            </a:prstGeom>
            <a:noFill/>
            <a:ln w="19050" cap="flat" cmpd="sng" algn="ctr">
              <a:solidFill>
                <a:schemeClr val="bg2"/>
              </a:solidFill>
              <a:prstDash val="sysDot"/>
              <a:round/>
              <a:headEnd type="none" w="med" len="med"/>
              <a:tailEnd type="none" w="med" len="med"/>
            </a:ln>
            <a:effectLst/>
          </p:spPr>
        </p:cxnSp>
      </p:grpSp>
      <p:grpSp>
        <p:nvGrpSpPr>
          <p:cNvPr id="2" name="Group 1">
            <a:extLst>
              <a:ext uri="{FF2B5EF4-FFF2-40B4-BE49-F238E27FC236}">
                <a16:creationId xmlns:a16="http://schemas.microsoft.com/office/drawing/2014/main" id="{DBBD9F1E-0AEC-2D3D-D44D-29D77668D686}"/>
              </a:ext>
            </a:extLst>
          </p:cNvPr>
          <p:cNvGrpSpPr/>
          <p:nvPr userDrawn="1"/>
        </p:nvGrpSpPr>
        <p:grpSpPr>
          <a:xfrm>
            <a:off x="381001" y="3288391"/>
            <a:ext cx="11545613" cy="406100"/>
            <a:chOff x="381001" y="3288391"/>
            <a:chExt cx="11545613" cy="406100"/>
          </a:xfrm>
          <a:gradFill>
            <a:gsLst>
              <a:gs pos="0">
                <a:schemeClr val="accent1"/>
              </a:gs>
              <a:gs pos="100000">
                <a:schemeClr val="accent2"/>
              </a:gs>
            </a:gsLst>
            <a:lin ang="0" scaled="0"/>
          </a:gradFill>
        </p:grpSpPr>
        <p:sp>
          <p:nvSpPr>
            <p:cNvPr id="19" name="Pentagon 18">
              <a:extLst>
                <a:ext uri="{FF2B5EF4-FFF2-40B4-BE49-F238E27FC236}">
                  <a16:creationId xmlns:a16="http://schemas.microsoft.com/office/drawing/2014/main" id="{B93B76DC-6214-96D1-D138-5356B15737F1}"/>
                </a:ext>
              </a:extLst>
            </p:cNvPr>
            <p:cNvSpPr/>
            <p:nvPr/>
          </p:nvSpPr>
          <p:spPr>
            <a:xfrm>
              <a:off x="8141905" y="3297997"/>
              <a:ext cx="1874519" cy="391367"/>
            </a:xfrm>
            <a:prstGeom prst="homePlate">
              <a:avLst>
                <a:gd name="adj" fmla="val 0"/>
              </a:avLst>
            </a:prstGeom>
            <a:grp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a:ln>
                  <a:noFill/>
                </a:ln>
                <a:solidFill>
                  <a:srgbClr val="000000"/>
                </a:solidFill>
                <a:effectLst/>
                <a:uLnTx/>
                <a:uFillTx/>
                <a:latin typeface="Barlow Light" pitchFamily="2" charset="77"/>
              </a:endParaRPr>
            </a:p>
          </p:txBody>
        </p:sp>
        <p:sp>
          <p:nvSpPr>
            <p:cNvPr id="20" name="Rectangle 19">
              <a:extLst>
                <a:ext uri="{FF2B5EF4-FFF2-40B4-BE49-F238E27FC236}">
                  <a16:creationId xmlns:a16="http://schemas.microsoft.com/office/drawing/2014/main" id="{B946C2A4-8B64-B556-3955-68385A4C0FBE}"/>
                </a:ext>
              </a:extLst>
            </p:cNvPr>
            <p:cNvSpPr/>
            <p:nvPr/>
          </p:nvSpPr>
          <p:spPr>
            <a:xfrm>
              <a:off x="2321227" y="3288391"/>
              <a:ext cx="1874519" cy="391367"/>
            </a:xfrm>
            <a:prstGeom prst="rect">
              <a:avLst/>
            </a:prstGeom>
            <a:grp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a:ln>
                  <a:noFill/>
                </a:ln>
                <a:solidFill>
                  <a:srgbClr val="000000"/>
                </a:solidFill>
                <a:effectLst/>
                <a:uLnTx/>
                <a:uFillTx/>
                <a:latin typeface="Barlow Light" pitchFamily="2" charset="77"/>
              </a:endParaRPr>
            </a:p>
          </p:txBody>
        </p:sp>
        <p:sp>
          <p:nvSpPr>
            <p:cNvPr id="21" name="Rectangle 20">
              <a:extLst>
                <a:ext uri="{FF2B5EF4-FFF2-40B4-BE49-F238E27FC236}">
                  <a16:creationId xmlns:a16="http://schemas.microsoft.com/office/drawing/2014/main" id="{79694025-F43A-966E-0A4B-42D15E535079}"/>
                </a:ext>
              </a:extLst>
            </p:cNvPr>
            <p:cNvSpPr/>
            <p:nvPr/>
          </p:nvSpPr>
          <p:spPr>
            <a:xfrm>
              <a:off x="4261453" y="3297997"/>
              <a:ext cx="1874519" cy="391367"/>
            </a:xfrm>
            <a:prstGeom prst="rect">
              <a:avLst/>
            </a:prstGeom>
            <a:grp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a:ln>
                  <a:noFill/>
                </a:ln>
                <a:solidFill>
                  <a:srgbClr val="000000"/>
                </a:solidFill>
                <a:effectLst/>
                <a:uLnTx/>
                <a:uFillTx/>
                <a:latin typeface="Barlow Light" pitchFamily="2" charset="77"/>
              </a:endParaRPr>
            </a:p>
          </p:txBody>
        </p:sp>
        <p:sp>
          <p:nvSpPr>
            <p:cNvPr id="22" name="Rectangle 21">
              <a:extLst>
                <a:ext uri="{FF2B5EF4-FFF2-40B4-BE49-F238E27FC236}">
                  <a16:creationId xmlns:a16="http://schemas.microsoft.com/office/drawing/2014/main" id="{AEF5B917-5060-3B83-1A98-09F18D73C8E1}"/>
                </a:ext>
              </a:extLst>
            </p:cNvPr>
            <p:cNvSpPr/>
            <p:nvPr/>
          </p:nvSpPr>
          <p:spPr>
            <a:xfrm>
              <a:off x="6201679" y="3302610"/>
              <a:ext cx="1874519" cy="391367"/>
            </a:xfrm>
            <a:prstGeom prst="rect">
              <a:avLst/>
            </a:prstGeom>
            <a:grp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a:ln>
                  <a:noFill/>
                </a:ln>
                <a:solidFill>
                  <a:srgbClr val="000000"/>
                </a:solidFill>
                <a:effectLst/>
                <a:uLnTx/>
                <a:uFillTx/>
                <a:latin typeface="Barlow Light" pitchFamily="2" charset="77"/>
              </a:endParaRPr>
            </a:p>
          </p:txBody>
        </p:sp>
        <p:sp>
          <p:nvSpPr>
            <p:cNvPr id="23" name="Pentagon 82">
              <a:extLst>
                <a:ext uri="{FF2B5EF4-FFF2-40B4-BE49-F238E27FC236}">
                  <a16:creationId xmlns:a16="http://schemas.microsoft.com/office/drawing/2014/main" id="{4A23EE1F-4607-DF60-993A-7F8DD308DCB2}"/>
                </a:ext>
              </a:extLst>
            </p:cNvPr>
            <p:cNvSpPr/>
            <p:nvPr/>
          </p:nvSpPr>
          <p:spPr>
            <a:xfrm>
              <a:off x="10082133" y="3303124"/>
              <a:ext cx="1844481" cy="391367"/>
            </a:xfrm>
            <a:prstGeom prst="homePlate">
              <a:avLst>
                <a:gd name="adj" fmla="val 24040"/>
              </a:avLst>
            </a:prstGeom>
            <a:grp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a:ln>
                  <a:noFill/>
                </a:ln>
                <a:solidFill>
                  <a:srgbClr val="000000"/>
                </a:solidFill>
                <a:effectLst/>
                <a:uLnTx/>
                <a:uFillTx/>
                <a:latin typeface="Barlow Light" pitchFamily="2" charset="77"/>
              </a:endParaRPr>
            </a:p>
          </p:txBody>
        </p:sp>
        <p:sp>
          <p:nvSpPr>
            <p:cNvPr id="24" name="Rectangle 23">
              <a:extLst>
                <a:ext uri="{FF2B5EF4-FFF2-40B4-BE49-F238E27FC236}">
                  <a16:creationId xmlns:a16="http://schemas.microsoft.com/office/drawing/2014/main" id="{2CB4F35B-0F57-B5CA-3D32-E45D3A581472}"/>
                </a:ext>
              </a:extLst>
            </p:cNvPr>
            <p:cNvSpPr/>
            <p:nvPr/>
          </p:nvSpPr>
          <p:spPr>
            <a:xfrm>
              <a:off x="381001" y="3288391"/>
              <a:ext cx="1874519" cy="391367"/>
            </a:xfrm>
            <a:prstGeom prst="rect">
              <a:avLst/>
            </a:prstGeom>
            <a:grpFill/>
            <a:ln w="31750" cap="flat">
              <a:noFill/>
              <a:prstDash val="solid"/>
              <a:miter/>
            </a:ln>
            <a:effectLst/>
          </p:spPr>
          <p:txBody>
            <a:bodyPr rtlCol="0" anchor="ctr"/>
            <a:lstStyle/>
            <a:p>
              <a:pPr algn="l"/>
              <a:endParaRPr lang="en-US" b="0" i="0">
                <a:latin typeface="Barlow Light" pitchFamily="2" charset="77"/>
              </a:endParaRPr>
            </a:p>
          </p:txBody>
        </p:sp>
      </p:grpSp>
      <p:sp>
        <p:nvSpPr>
          <p:cNvPr id="31" name="Text Placeholder 2">
            <a:extLst>
              <a:ext uri="{FF2B5EF4-FFF2-40B4-BE49-F238E27FC236}">
                <a16:creationId xmlns:a16="http://schemas.microsoft.com/office/drawing/2014/main" id="{6BA8FE2D-CB44-D851-DB1F-75A89CCF27A4}"/>
              </a:ext>
            </a:extLst>
          </p:cNvPr>
          <p:cNvSpPr>
            <a:spLocks noGrp="1"/>
          </p:cNvSpPr>
          <p:nvPr userDrawn="1">
            <p:ph type="body" sz="quarter" idx="16"/>
          </p:nvPr>
        </p:nvSpPr>
        <p:spPr>
          <a:xfrm>
            <a:off x="381000" y="3803636"/>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3" name="Text Placeholder 2">
            <a:extLst>
              <a:ext uri="{FF2B5EF4-FFF2-40B4-BE49-F238E27FC236}">
                <a16:creationId xmlns:a16="http://schemas.microsoft.com/office/drawing/2014/main" id="{F45854E0-8956-EDF0-8EC0-28096089BB7E}"/>
              </a:ext>
            </a:extLst>
          </p:cNvPr>
          <p:cNvSpPr>
            <a:spLocks noGrp="1"/>
          </p:cNvSpPr>
          <p:nvPr>
            <p:ph type="body" sz="quarter" idx="17"/>
          </p:nvPr>
        </p:nvSpPr>
        <p:spPr>
          <a:xfrm>
            <a:off x="2298700" y="3803636"/>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4" name="Text Placeholder 2">
            <a:extLst>
              <a:ext uri="{FF2B5EF4-FFF2-40B4-BE49-F238E27FC236}">
                <a16:creationId xmlns:a16="http://schemas.microsoft.com/office/drawing/2014/main" id="{7112BA69-5DE5-7194-D6D9-2782FD30EC93}"/>
              </a:ext>
            </a:extLst>
          </p:cNvPr>
          <p:cNvSpPr>
            <a:spLocks noGrp="1"/>
          </p:cNvSpPr>
          <p:nvPr>
            <p:ph type="body" sz="quarter" idx="18"/>
          </p:nvPr>
        </p:nvSpPr>
        <p:spPr>
          <a:xfrm>
            <a:off x="4254500" y="3803636"/>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5" name="Text Placeholder 2">
            <a:extLst>
              <a:ext uri="{FF2B5EF4-FFF2-40B4-BE49-F238E27FC236}">
                <a16:creationId xmlns:a16="http://schemas.microsoft.com/office/drawing/2014/main" id="{EB0439F4-8B6D-BA47-B92B-7C79A7052A92}"/>
              </a:ext>
            </a:extLst>
          </p:cNvPr>
          <p:cNvSpPr>
            <a:spLocks noGrp="1"/>
          </p:cNvSpPr>
          <p:nvPr>
            <p:ph type="body" sz="quarter" idx="19"/>
          </p:nvPr>
        </p:nvSpPr>
        <p:spPr>
          <a:xfrm>
            <a:off x="6172200" y="3803636"/>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6" name="Text Placeholder 2">
            <a:extLst>
              <a:ext uri="{FF2B5EF4-FFF2-40B4-BE49-F238E27FC236}">
                <a16:creationId xmlns:a16="http://schemas.microsoft.com/office/drawing/2014/main" id="{EB18B75A-EF1C-CE63-F22A-F33ECBF879DF}"/>
              </a:ext>
            </a:extLst>
          </p:cNvPr>
          <p:cNvSpPr>
            <a:spLocks noGrp="1"/>
          </p:cNvSpPr>
          <p:nvPr>
            <p:ph type="body" sz="quarter" idx="20"/>
          </p:nvPr>
        </p:nvSpPr>
        <p:spPr>
          <a:xfrm>
            <a:off x="8140700" y="3803636"/>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7" name="Text Placeholder 2">
            <a:extLst>
              <a:ext uri="{FF2B5EF4-FFF2-40B4-BE49-F238E27FC236}">
                <a16:creationId xmlns:a16="http://schemas.microsoft.com/office/drawing/2014/main" id="{D8650141-3368-21F5-948C-740A8EBA5CEB}"/>
              </a:ext>
            </a:extLst>
          </p:cNvPr>
          <p:cNvSpPr>
            <a:spLocks noGrp="1"/>
          </p:cNvSpPr>
          <p:nvPr>
            <p:ph type="body" sz="quarter" idx="21"/>
          </p:nvPr>
        </p:nvSpPr>
        <p:spPr>
          <a:xfrm>
            <a:off x="10058399" y="3803636"/>
            <a:ext cx="1874513"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8" name="Text Placeholder 2">
            <a:extLst>
              <a:ext uri="{FF2B5EF4-FFF2-40B4-BE49-F238E27FC236}">
                <a16:creationId xmlns:a16="http://schemas.microsoft.com/office/drawing/2014/main" id="{3A3DBE61-DADA-DA1D-6AEC-DDDEFDDA1809}"/>
              </a:ext>
            </a:extLst>
          </p:cNvPr>
          <p:cNvSpPr>
            <a:spLocks noGrp="1"/>
          </p:cNvSpPr>
          <p:nvPr>
            <p:ph type="body" sz="quarter" idx="22"/>
          </p:nvPr>
        </p:nvSpPr>
        <p:spPr>
          <a:xfrm>
            <a:off x="381000" y="3354486"/>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39" name="Text Placeholder 2">
            <a:extLst>
              <a:ext uri="{FF2B5EF4-FFF2-40B4-BE49-F238E27FC236}">
                <a16:creationId xmlns:a16="http://schemas.microsoft.com/office/drawing/2014/main" id="{159FBF93-B58E-D7DA-3FC1-6C00F6B0480A}"/>
              </a:ext>
            </a:extLst>
          </p:cNvPr>
          <p:cNvSpPr>
            <a:spLocks noGrp="1"/>
          </p:cNvSpPr>
          <p:nvPr>
            <p:ph type="body" sz="quarter" idx="23"/>
          </p:nvPr>
        </p:nvSpPr>
        <p:spPr>
          <a:xfrm>
            <a:off x="2298700" y="3354486"/>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40" name="Text Placeholder 2">
            <a:extLst>
              <a:ext uri="{FF2B5EF4-FFF2-40B4-BE49-F238E27FC236}">
                <a16:creationId xmlns:a16="http://schemas.microsoft.com/office/drawing/2014/main" id="{3E6345B2-E1F7-665E-C2F6-D4A85F620180}"/>
              </a:ext>
            </a:extLst>
          </p:cNvPr>
          <p:cNvSpPr>
            <a:spLocks noGrp="1"/>
          </p:cNvSpPr>
          <p:nvPr>
            <p:ph type="body" sz="quarter" idx="24"/>
          </p:nvPr>
        </p:nvSpPr>
        <p:spPr>
          <a:xfrm>
            <a:off x="4254500" y="3354486"/>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41" name="Text Placeholder 2">
            <a:extLst>
              <a:ext uri="{FF2B5EF4-FFF2-40B4-BE49-F238E27FC236}">
                <a16:creationId xmlns:a16="http://schemas.microsoft.com/office/drawing/2014/main" id="{794C47A9-2E32-BC8D-879F-FDF0E4033E6A}"/>
              </a:ext>
            </a:extLst>
          </p:cNvPr>
          <p:cNvSpPr>
            <a:spLocks noGrp="1"/>
          </p:cNvSpPr>
          <p:nvPr>
            <p:ph type="body" sz="quarter" idx="25"/>
          </p:nvPr>
        </p:nvSpPr>
        <p:spPr>
          <a:xfrm>
            <a:off x="6172200" y="3354486"/>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42" name="Text Placeholder 2">
            <a:extLst>
              <a:ext uri="{FF2B5EF4-FFF2-40B4-BE49-F238E27FC236}">
                <a16:creationId xmlns:a16="http://schemas.microsoft.com/office/drawing/2014/main" id="{F27D3ECB-0145-26E2-AB74-A4D8B0FB5955}"/>
              </a:ext>
            </a:extLst>
          </p:cNvPr>
          <p:cNvSpPr>
            <a:spLocks noGrp="1"/>
          </p:cNvSpPr>
          <p:nvPr>
            <p:ph type="body" sz="quarter" idx="26"/>
          </p:nvPr>
        </p:nvSpPr>
        <p:spPr>
          <a:xfrm>
            <a:off x="8140700" y="3354486"/>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43" name="Text Placeholder 2">
            <a:extLst>
              <a:ext uri="{FF2B5EF4-FFF2-40B4-BE49-F238E27FC236}">
                <a16:creationId xmlns:a16="http://schemas.microsoft.com/office/drawing/2014/main" id="{D1BA998C-E394-F33F-7C90-C309EDEC65E2}"/>
              </a:ext>
            </a:extLst>
          </p:cNvPr>
          <p:cNvSpPr>
            <a:spLocks noGrp="1"/>
          </p:cNvSpPr>
          <p:nvPr>
            <p:ph type="body" sz="quarter" idx="27"/>
          </p:nvPr>
        </p:nvSpPr>
        <p:spPr>
          <a:xfrm>
            <a:off x="10058400" y="3354486"/>
            <a:ext cx="1752600"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cxnSp>
        <p:nvCxnSpPr>
          <p:cNvPr id="3" name="Straight Connector 2">
            <a:extLst>
              <a:ext uri="{FF2B5EF4-FFF2-40B4-BE49-F238E27FC236}">
                <a16:creationId xmlns:a16="http://schemas.microsoft.com/office/drawing/2014/main" id="{D6932557-8AB9-54A0-879D-4AD0D44E5F66}"/>
              </a:ext>
            </a:extLst>
          </p:cNvPr>
          <p:cNvCxnSpPr/>
          <p:nvPr userDrawn="1"/>
        </p:nvCxnSpPr>
        <p:spPr bwMode="auto">
          <a:xfrm>
            <a:off x="381000" y="6375400"/>
            <a:ext cx="11408190" cy="0"/>
          </a:xfrm>
          <a:prstGeom prst="line">
            <a:avLst/>
          </a:prstGeom>
          <a:noFill/>
          <a:ln w="19050" cap="flat" cmpd="sng" algn="ctr">
            <a:gradFill>
              <a:gsLst>
                <a:gs pos="0">
                  <a:schemeClr val="accent1"/>
                </a:gs>
                <a:gs pos="100000">
                  <a:schemeClr val="accent2"/>
                </a:gs>
              </a:gsLst>
              <a:lin ang="0" scaled="0"/>
            </a:gradFill>
            <a:prstDash val="solid"/>
            <a:round/>
            <a:headEnd type="none" w="med" len="med"/>
            <a:tailEnd type="none" w="med" len="med"/>
          </a:ln>
          <a:effectLst/>
        </p:spPr>
      </p:cxnSp>
      <p:sp>
        <p:nvSpPr>
          <p:cNvPr id="4" name="Content Placeholder 46">
            <a:extLst>
              <a:ext uri="{FF2B5EF4-FFF2-40B4-BE49-F238E27FC236}">
                <a16:creationId xmlns:a16="http://schemas.microsoft.com/office/drawing/2014/main" id="{03038F2A-A927-877E-4F7E-365252EAB939}"/>
              </a:ext>
            </a:extLst>
          </p:cNvPr>
          <p:cNvSpPr>
            <a:spLocks noGrp="1"/>
          </p:cNvSpPr>
          <p:nvPr>
            <p:ph sz="quarter" idx="28"/>
          </p:nvPr>
        </p:nvSpPr>
        <p:spPr>
          <a:xfrm>
            <a:off x="381000" y="1371600"/>
            <a:ext cx="11430000" cy="1816100"/>
          </a:xfrm>
          <a:prstGeom prst="rect">
            <a:avLst/>
          </a:prstGeom>
        </p:spPr>
        <p:txBody>
          <a:bodyPr/>
          <a:lstStyle>
            <a:lvl1pPr marL="165100" indent="-165100">
              <a:lnSpc>
                <a:spcPct val="90000"/>
              </a:lnSpc>
              <a:spcAft>
                <a:spcPts val="600"/>
              </a:spcAft>
              <a:buClr>
                <a:schemeClr val="bg2"/>
              </a:buClr>
              <a:buFont typeface="Arial" panose="020B0604020202020204" pitchFamily="34" charset="0"/>
              <a:buChar char="•"/>
              <a:tabLst/>
              <a:defRPr b="0" i="0">
                <a:latin typeface="Barlow Light" pitchFamily="2" charset="77"/>
              </a:defRPr>
            </a:lvl1pPr>
            <a:lvl2pPr marL="768178" indent="0">
              <a:buClr>
                <a:schemeClr val="bg2"/>
              </a:buClr>
              <a:buFont typeface="Arial" panose="020B0604020202020204" pitchFamily="34" charset="0"/>
              <a:buNone/>
              <a:defRPr/>
            </a:lvl2pPr>
            <a:lvl3pPr marL="1682372" indent="-304731">
              <a:buClr>
                <a:schemeClr val="bg2"/>
              </a:buClr>
              <a:buFont typeface="Arial" panose="020B0604020202020204" pitchFamily="34" charset="0"/>
              <a:buChar char="•"/>
              <a:defRPr/>
            </a:lvl3pPr>
            <a:lvl4pPr marL="2133120" indent="-304731">
              <a:buClr>
                <a:schemeClr val="bg2"/>
              </a:buClr>
              <a:buFont typeface="Arial" panose="020B0604020202020204" pitchFamily="34" charset="0"/>
              <a:buChar char="•"/>
              <a:defRPr/>
            </a:lvl4pPr>
            <a:lvl5pPr marL="2742582" indent="-304731">
              <a:buClr>
                <a:schemeClr val="bg2"/>
              </a:buClr>
              <a:buFont typeface="Arial" panose="020B0604020202020204" pitchFamily="34" charset="0"/>
              <a:buChar char="•"/>
              <a:defRPr/>
            </a:lvl5pPr>
          </a:lstStyle>
          <a:p>
            <a:pPr lvl="0"/>
            <a:r>
              <a:rPr lang="en-US"/>
              <a:t>Click to edit Master text styles</a:t>
            </a:r>
          </a:p>
        </p:txBody>
      </p:sp>
      <p:sp>
        <p:nvSpPr>
          <p:cNvPr id="5" name="Title 1">
            <a:extLst>
              <a:ext uri="{FF2B5EF4-FFF2-40B4-BE49-F238E27FC236}">
                <a16:creationId xmlns:a16="http://schemas.microsoft.com/office/drawing/2014/main" id="{050BFE55-50E4-CE66-0FDF-BBEEBFFF756A}"/>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10" name="Text Placeholder 6">
            <a:extLst>
              <a:ext uri="{FF2B5EF4-FFF2-40B4-BE49-F238E27FC236}">
                <a16:creationId xmlns:a16="http://schemas.microsoft.com/office/drawing/2014/main" id="{014123F6-60BE-AAB1-4EC7-56E66EBAFE39}"/>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3805326887"/>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meline or progress - 6 columns - red blue - with gray background">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B0525B8-6D47-6CED-CB1D-3356D6853F47}"/>
              </a:ext>
            </a:extLst>
          </p:cNvPr>
          <p:cNvSpPr/>
          <p:nvPr userDrawn="1"/>
        </p:nvSpPr>
        <p:spPr bwMode="auto">
          <a:xfrm>
            <a:off x="381000" y="3760072"/>
            <a:ext cx="11430000" cy="2589928"/>
          </a:xfrm>
          <a:prstGeom prst="rect">
            <a:avLst/>
          </a:prstGeom>
          <a:solidFill>
            <a:schemeClr val="bg1">
              <a:lumMod val="85000"/>
              <a:alpha val="46590"/>
            </a:schemeClr>
          </a:solidFill>
          <a:ln>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z="2400" b="0" i="0" kern="1200">
              <a:solidFill>
                <a:schemeClr val="tx1"/>
              </a:solidFill>
              <a:latin typeface="Barlow Light" pitchFamily="2" charset="77"/>
              <a:ea typeface="+mn-ea"/>
              <a:cs typeface="+mn-cs"/>
            </a:endParaRPr>
          </a:p>
        </p:txBody>
      </p:sp>
      <p:pic>
        <p:nvPicPr>
          <p:cNvPr id="6" name="Picture 5">
            <a:extLst>
              <a:ext uri="{FF2B5EF4-FFF2-40B4-BE49-F238E27FC236}">
                <a16:creationId xmlns:a16="http://schemas.microsoft.com/office/drawing/2014/main" id="{654AAC99-6B21-6706-63C3-52EB4F776D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7" name="Straight Connector 6">
            <a:extLst>
              <a:ext uri="{FF2B5EF4-FFF2-40B4-BE49-F238E27FC236}">
                <a16:creationId xmlns:a16="http://schemas.microsoft.com/office/drawing/2014/main" id="{8862C053-CE44-4F77-3D69-9C76146C6921}"/>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grpSp>
        <p:nvGrpSpPr>
          <p:cNvPr id="32" name="Group 31">
            <a:extLst>
              <a:ext uri="{FF2B5EF4-FFF2-40B4-BE49-F238E27FC236}">
                <a16:creationId xmlns:a16="http://schemas.microsoft.com/office/drawing/2014/main" id="{C0E174C3-D019-C471-46D4-9BF1A22C0A67}"/>
              </a:ext>
            </a:extLst>
          </p:cNvPr>
          <p:cNvGrpSpPr/>
          <p:nvPr userDrawn="1"/>
        </p:nvGrpSpPr>
        <p:grpSpPr>
          <a:xfrm>
            <a:off x="2293550" y="3803636"/>
            <a:ext cx="7763182" cy="2444764"/>
            <a:chOff x="2293550" y="3803636"/>
            <a:chExt cx="7763182" cy="2175164"/>
          </a:xfrm>
        </p:grpSpPr>
        <p:cxnSp>
          <p:nvCxnSpPr>
            <p:cNvPr id="13" name="Straight Connector 12">
              <a:extLst>
                <a:ext uri="{FF2B5EF4-FFF2-40B4-BE49-F238E27FC236}">
                  <a16:creationId xmlns:a16="http://schemas.microsoft.com/office/drawing/2014/main" id="{66E8A370-78BA-6CC7-97F7-A0F4C70DCF40}"/>
                </a:ext>
              </a:extLst>
            </p:cNvPr>
            <p:cNvCxnSpPr/>
            <p:nvPr userDrawn="1"/>
          </p:nvCxnSpPr>
          <p:spPr bwMode="auto">
            <a:xfrm>
              <a:off x="2293550" y="3803636"/>
              <a:ext cx="0" cy="2175164"/>
            </a:xfrm>
            <a:prstGeom prst="line">
              <a:avLst/>
            </a:prstGeom>
            <a:noFill/>
            <a:ln w="19050" cap="flat" cmpd="sng" algn="ctr">
              <a:solidFill>
                <a:schemeClr val="bg2"/>
              </a:solidFill>
              <a:prstDash val="sysDot"/>
              <a:round/>
              <a:headEnd type="none" w="med" len="med"/>
              <a:tailEnd type="none" w="med" len="med"/>
            </a:ln>
            <a:effectLst/>
          </p:spPr>
        </p:cxnSp>
        <p:cxnSp>
          <p:nvCxnSpPr>
            <p:cNvPr id="14" name="Straight Connector 13">
              <a:extLst>
                <a:ext uri="{FF2B5EF4-FFF2-40B4-BE49-F238E27FC236}">
                  <a16:creationId xmlns:a16="http://schemas.microsoft.com/office/drawing/2014/main" id="{5DD9033B-55E9-4A7F-D6B3-DE3BAE005D9E}"/>
                </a:ext>
              </a:extLst>
            </p:cNvPr>
            <p:cNvCxnSpPr/>
            <p:nvPr userDrawn="1"/>
          </p:nvCxnSpPr>
          <p:spPr bwMode="auto">
            <a:xfrm>
              <a:off x="4229260" y="3803636"/>
              <a:ext cx="0" cy="2175164"/>
            </a:xfrm>
            <a:prstGeom prst="line">
              <a:avLst/>
            </a:prstGeom>
            <a:noFill/>
            <a:ln w="19050" cap="flat" cmpd="sng" algn="ctr">
              <a:solidFill>
                <a:schemeClr val="bg2"/>
              </a:solidFill>
              <a:prstDash val="sysDot"/>
              <a:round/>
              <a:headEnd type="none" w="med" len="med"/>
              <a:tailEnd type="none" w="med" len="med"/>
            </a:ln>
            <a:effectLst/>
          </p:spPr>
        </p:cxnSp>
        <p:cxnSp>
          <p:nvCxnSpPr>
            <p:cNvPr id="15" name="Straight Connector 14">
              <a:extLst>
                <a:ext uri="{FF2B5EF4-FFF2-40B4-BE49-F238E27FC236}">
                  <a16:creationId xmlns:a16="http://schemas.microsoft.com/office/drawing/2014/main" id="{822BEBDD-B62C-4B69-21AB-632B5321FDD5}"/>
                </a:ext>
              </a:extLst>
            </p:cNvPr>
            <p:cNvCxnSpPr/>
            <p:nvPr userDrawn="1"/>
          </p:nvCxnSpPr>
          <p:spPr bwMode="auto">
            <a:xfrm>
              <a:off x="6156665" y="3803636"/>
              <a:ext cx="0" cy="2175164"/>
            </a:xfrm>
            <a:prstGeom prst="line">
              <a:avLst/>
            </a:prstGeom>
            <a:noFill/>
            <a:ln w="19050" cap="flat" cmpd="sng" algn="ctr">
              <a:solidFill>
                <a:schemeClr val="bg2"/>
              </a:solidFill>
              <a:prstDash val="sysDot"/>
              <a:round/>
              <a:headEnd type="none" w="med" len="med"/>
              <a:tailEnd type="none" w="med" len="med"/>
            </a:ln>
            <a:effectLst/>
          </p:spPr>
        </p:cxnSp>
        <p:cxnSp>
          <p:nvCxnSpPr>
            <p:cNvPr id="16" name="Straight Connector 15">
              <a:extLst>
                <a:ext uri="{FF2B5EF4-FFF2-40B4-BE49-F238E27FC236}">
                  <a16:creationId xmlns:a16="http://schemas.microsoft.com/office/drawing/2014/main" id="{DDF136C7-E111-D03F-3E9A-05CD1E3DBAED}"/>
                </a:ext>
              </a:extLst>
            </p:cNvPr>
            <p:cNvCxnSpPr/>
            <p:nvPr userDrawn="1"/>
          </p:nvCxnSpPr>
          <p:spPr bwMode="auto">
            <a:xfrm>
              <a:off x="8095197" y="3803636"/>
              <a:ext cx="0" cy="2175164"/>
            </a:xfrm>
            <a:prstGeom prst="line">
              <a:avLst/>
            </a:prstGeom>
            <a:noFill/>
            <a:ln w="19050" cap="flat" cmpd="sng" algn="ctr">
              <a:solidFill>
                <a:schemeClr val="bg2"/>
              </a:solidFill>
              <a:prstDash val="sysDot"/>
              <a:round/>
              <a:headEnd type="none" w="med" len="med"/>
              <a:tailEnd type="none" w="med" len="med"/>
            </a:ln>
            <a:effectLst/>
          </p:spPr>
        </p:cxnSp>
        <p:cxnSp>
          <p:nvCxnSpPr>
            <p:cNvPr id="17" name="Straight Connector 16">
              <a:extLst>
                <a:ext uri="{FF2B5EF4-FFF2-40B4-BE49-F238E27FC236}">
                  <a16:creationId xmlns:a16="http://schemas.microsoft.com/office/drawing/2014/main" id="{32B38E6E-151D-7EC5-573A-55EEDAA458A9}"/>
                </a:ext>
              </a:extLst>
            </p:cNvPr>
            <p:cNvCxnSpPr/>
            <p:nvPr userDrawn="1"/>
          </p:nvCxnSpPr>
          <p:spPr bwMode="auto">
            <a:xfrm>
              <a:off x="10056732" y="3803636"/>
              <a:ext cx="0" cy="2175164"/>
            </a:xfrm>
            <a:prstGeom prst="line">
              <a:avLst/>
            </a:prstGeom>
            <a:noFill/>
            <a:ln w="19050" cap="flat" cmpd="sng" algn="ctr">
              <a:solidFill>
                <a:schemeClr val="bg2"/>
              </a:solidFill>
              <a:prstDash val="sysDot"/>
              <a:round/>
              <a:headEnd type="none" w="med" len="med"/>
              <a:tailEnd type="none" w="med" len="med"/>
            </a:ln>
            <a:effectLst/>
          </p:spPr>
        </p:cxnSp>
      </p:grpSp>
      <p:grpSp>
        <p:nvGrpSpPr>
          <p:cNvPr id="2" name="Group 1">
            <a:extLst>
              <a:ext uri="{FF2B5EF4-FFF2-40B4-BE49-F238E27FC236}">
                <a16:creationId xmlns:a16="http://schemas.microsoft.com/office/drawing/2014/main" id="{DBBD9F1E-0AEC-2D3D-D44D-29D77668D686}"/>
              </a:ext>
            </a:extLst>
          </p:cNvPr>
          <p:cNvGrpSpPr/>
          <p:nvPr userDrawn="1"/>
        </p:nvGrpSpPr>
        <p:grpSpPr>
          <a:xfrm>
            <a:off x="381001" y="3288391"/>
            <a:ext cx="11529847" cy="406100"/>
            <a:chOff x="381001" y="3288391"/>
            <a:chExt cx="11529847" cy="406100"/>
          </a:xfrm>
          <a:gradFill>
            <a:gsLst>
              <a:gs pos="0">
                <a:schemeClr val="accent1"/>
              </a:gs>
              <a:gs pos="100000">
                <a:schemeClr val="accent2"/>
              </a:gs>
            </a:gsLst>
            <a:lin ang="0" scaled="0"/>
          </a:gradFill>
        </p:grpSpPr>
        <p:sp>
          <p:nvSpPr>
            <p:cNvPr id="19" name="Pentagon 18">
              <a:extLst>
                <a:ext uri="{FF2B5EF4-FFF2-40B4-BE49-F238E27FC236}">
                  <a16:creationId xmlns:a16="http://schemas.microsoft.com/office/drawing/2014/main" id="{B93B76DC-6214-96D1-D138-5356B15737F1}"/>
                </a:ext>
              </a:extLst>
            </p:cNvPr>
            <p:cNvSpPr/>
            <p:nvPr/>
          </p:nvSpPr>
          <p:spPr>
            <a:xfrm>
              <a:off x="8141905" y="3297997"/>
              <a:ext cx="1874519" cy="391367"/>
            </a:xfrm>
            <a:prstGeom prst="homePlate">
              <a:avLst>
                <a:gd name="adj" fmla="val 0"/>
              </a:avLst>
            </a:prstGeom>
            <a:grp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a:ln>
                  <a:noFill/>
                </a:ln>
                <a:solidFill>
                  <a:srgbClr val="000000"/>
                </a:solidFill>
                <a:effectLst/>
                <a:uLnTx/>
                <a:uFillTx/>
                <a:latin typeface="Barlow Light" pitchFamily="2" charset="77"/>
              </a:endParaRPr>
            </a:p>
          </p:txBody>
        </p:sp>
        <p:sp>
          <p:nvSpPr>
            <p:cNvPr id="20" name="Rectangle 19">
              <a:extLst>
                <a:ext uri="{FF2B5EF4-FFF2-40B4-BE49-F238E27FC236}">
                  <a16:creationId xmlns:a16="http://schemas.microsoft.com/office/drawing/2014/main" id="{B946C2A4-8B64-B556-3955-68385A4C0FBE}"/>
                </a:ext>
              </a:extLst>
            </p:cNvPr>
            <p:cNvSpPr/>
            <p:nvPr/>
          </p:nvSpPr>
          <p:spPr>
            <a:xfrm>
              <a:off x="2321227" y="3288391"/>
              <a:ext cx="1874519" cy="391367"/>
            </a:xfrm>
            <a:prstGeom prst="rect">
              <a:avLst/>
            </a:prstGeom>
            <a:grp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a:ln>
                  <a:noFill/>
                </a:ln>
                <a:solidFill>
                  <a:srgbClr val="000000"/>
                </a:solidFill>
                <a:effectLst/>
                <a:uLnTx/>
                <a:uFillTx/>
                <a:latin typeface="Barlow Light" pitchFamily="2" charset="77"/>
              </a:endParaRPr>
            </a:p>
          </p:txBody>
        </p:sp>
        <p:sp>
          <p:nvSpPr>
            <p:cNvPr id="21" name="Rectangle 20">
              <a:extLst>
                <a:ext uri="{FF2B5EF4-FFF2-40B4-BE49-F238E27FC236}">
                  <a16:creationId xmlns:a16="http://schemas.microsoft.com/office/drawing/2014/main" id="{79694025-F43A-966E-0A4B-42D15E535079}"/>
                </a:ext>
              </a:extLst>
            </p:cNvPr>
            <p:cNvSpPr/>
            <p:nvPr/>
          </p:nvSpPr>
          <p:spPr>
            <a:xfrm>
              <a:off x="4261453" y="3297997"/>
              <a:ext cx="1874519" cy="391367"/>
            </a:xfrm>
            <a:prstGeom prst="rect">
              <a:avLst/>
            </a:prstGeom>
            <a:grp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a:ln>
                  <a:noFill/>
                </a:ln>
                <a:solidFill>
                  <a:srgbClr val="000000"/>
                </a:solidFill>
                <a:effectLst/>
                <a:uLnTx/>
                <a:uFillTx/>
                <a:latin typeface="Barlow Light" pitchFamily="2" charset="77"/>
              </a:endParaRPr>
            </a:p>
          </p:txBody>
        </p:sp>
        <p:sp>
          <p:nvSpPr>
            <p:cNvPr id="22" name="Rectangle 21">
              <a:extLst>
                <a:ext uri="{FF2B5EF4-FFF2-40B4-BE49-F238E27FC236}">
                  <a16:creationId xmlns:a16="http://schemas.microsoft.com/office/drawing/2014/main" id="{AEF5B917-5060-3B83-1A98-09F18D73C8E1}"/>
                </a:ext>
              </a:extLst>
            </p:cNvPr>
            <p:cNvSpPr/>
            <p:nvPr/>
          </p:nvSpPr>
          <p:spPr>
            <a:xfrm>
              <a:off x="6201679" y="3302610"/>
              <a:ext cx="1874519" cy="391367"/>
            </a:xfrm>
            <a:prstGeom prst="rect">
              <a:avLst/>
            </a:prstGeom>
            <a:grp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a:ln>
                  <a:noFill/>
                </a:ln>
                <a:solidFill>
                  <a:srgbClr val="000000"/>
                </a:solidFill>
                <a:effectLst/>
                <a:uLnTx/>
                <a:uFillTx/>
                <a:latin typeface="Barlow Light" pitchFamily="2" charset="77"/>
              </a:endParaRPr>
            </a:p>
          </p:txBody>
        </p:sp>
        <p:sp>
          <p:nvSpPr>
            <p:cNvPr id="23" name="Pentagon 82">
              <a:extLst>
                <a:ext uri="{FF2B5EF4-FFF2-40B4-BE49-F238E27FC236}">
                  <a16:creationId xmlns:a16="http://schemas.microsoft.com/office/drawing/2014/main" id="{4A23EE1F-4607-DF60-993A-7F8DD308DCB2}"/>
                </a:ext>
              </a:extLst>
            </p:cNvPr>
            <p:cNvSpPr/>
            <p:nvPr/>
          </p:nvSpPr>
          <p:spPr>
            <a:xfrm>
              <a:off x="10082133" y="3303124"/>
              <a:ext cx="1828715" cy="391367"/>
            </a:xfrm>
            <a:prstGeom prst="homePlate">
              <a:avLst>
                <a:gd name="adj" fmla="val 24040"/>
              </a:avLst>
            </a:prstGeom>
            <a:grp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a:ln>
                  <a:noFill/>
                </a:ln>
                <a:solidFill>
                  <a:srgbClr val="000000"/>
                </a:solidFill>
                <a:effectLst/>
                <a:uLnTx/>
                <a:uFillTx/>
                <a:latin typeface="Barlow Light" pitchFamily="2" charset="77"/>
              </a:endParaRPr>
            </a:p>
          </p:txBody>
        </p:sp>
        <p:sp>
          <p:nvSpPr>
            <p:cNvPr id="24" name="Rectangle 23">
              <a:extLst>
                <a:ext uri="{FF2B5EF4-FFF2-40B4-BE49-F238E27FC236}">
                  <a16:creationId xmlns:a16="http://schemas.microsoft.com/office/drawing/2014/main" id="{2CB4F35B-0F57-B5CA-3D32-E45D3A581472}"/>
                </a:ext>
              </a:extLst>
            </p:cNvPr>
            <p:cNvSpPr/>
            <p:nvPr/>
          </p:nvSpPr>
          <p:spPr>
            <a:xfrm>
              <a:off x="381001" y="3288391"/>
              <a:ext cx="1874519" cy="391367"/>
            </a:xfrm>
            <a:prstGeom prst="rect">
              <a:avLst/>
            </a:prstGeom>
            <a:grpFill/>
            <a:ln w="31750" cap="flat">
              <a:noFill/>
              <a:prstDash val="solid"/>
              <a:miter/>
            </a:ln>
            <a:effectLst/>
          </p:spPr>
          <p:txBody>
            <a:bodyPr rtlCol="0" anchor="ctr"/>
            <a:lstStyle/>
            <a:p>
              <a:pPr algn="l"/>
              <a:endParaRPr lang="en-US" b="0" i="0">
                <a:latin typeface="Barlow Light" pitchFamily="2" charset="77"/>
              </a:endParaRPr>
            </a:p>
          </p:txBody>
        </p:sp>
      </p:grpSp>
      <p:sp>
        <p:nvSpPr>
          <p:cNvPr id="31" name="Text Placeholder 2">
            <a:extLst>
              <a:ext uri="{FF2B5EF4-FFF2-40B4-BE49-F238E27FC236}">
                <a16:creationId xmlns:a16="http://schemas.microsoft.com/office/drawing/2014/main" id="{6BA8FE2D-CB44-D851-DB1F-75A89CCF27A4}"/>
              </a:ext>
            </a:extLst>
          </p:cNvPr>
          <p:cNvSpPr>
            <a:spLocks noGrp="1"/>
          </p:cNvSpPr>
          <p:nvPr userDrawn="1">
            <p:ph type="body" sz="quarter" idx="16"/>
          </p:nvPr>
        </p:nvSpPr>
        <p:spPr>
          <a:xfrm>
            <a:off x="381000" y="3817951"/>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3" name="Text Placeholder 2">
            <a:extLst>
              <a:ext uri="{FF2B5EF4-FFF2-40B4-BE49-F238E27FC236}">
                <a16:creationId xmlns:a16="http://schemas.microsoft.com/office/drawing/2014/main" id="{F45854E0-8956-EDF0-8EC0-28096089BB7E}"/>
              </a:ext>
            </a:extLst>
          </p:cNvPr>
          <p:cNvSpPr>
            <a:spLocks noGrp="1"/>
          </p:cNvSpPr>
          <p:nvPr>
            <p:ph type="body" sz="quarter" idx="17"/>
          </p:nvPr>
        </p:nvSpPr>
        <p:spPr>
          <a:xfrm>
            <a:off x="2298700" y="3817951"/>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4" name="Text Placeholder 2">
            <a:extLst>
              <a:ext uri="{FF2B5EF4-FFF2-40B4-BE49-F238E27FC236}">
                <a16:creationId xmlns:a16="http://schemas.microsoft.com/office/drawing/2014/main" id="{7112BA69-5DE5-7194-D6D9-2782FD30EC93}"/>
              </a:ext>
            </a:extLst>
          </p:cNvPr>
          <p:cNvSpPr>
            <a:spLocks noGrp="1"/>
          </p:cNvSpPr>
          <p:nvPr>
            <p:ph type="body" sz="quarter" idx="18"/>
          </p:nvPr>
        </p:nvSpPr>
        <p:spPr>
          <a:xfrm>
            <a:off x="4254500" y="3817951"/>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5" name="Text Placeholder 2">
            <a:extLst>
              <a:ext uri="{FF2B5EF4-FFF2-40B4-BE49-F238E27FC236}">
                <a16:creationId xmlns:a16="http://schemas.microsoft.com/office/drawing/2014/main" id="{EB0439F4-8B6D-BA47-B92B-7C79A7052A92}"/>
              </a:ext>
            </a:extLst>
          </p:cNvPr>
          <p:cNvSpPr>
            <a:spLocks noGrp="1"/>
          </p:cNvSpPr>
          <p:nvPr>
            <p:ph type="body" sz="quarter" idx="19"/>
          </p:nvPr>
        </p:nvSpPr>
        <p:spPr>
          <a:xfrm>
            <a:off x="6172200" y="3817951"/>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6" name="Text Placeholder 2">
            <a:extLst>
              <a:ext uri="{FF2B5EF4-FFF2-40B4-BE49-F238E27FC236}">
                <a16:creationId xmlns:a16="http://schemas.microsoft.com/office/drawing/2014/main" id="{EB18B75A-EF1C-CE63-F22A-F33ECBF879DF}"/>
              </a:ext>
            </a:extLst>
          </p:cNvPr>
          <p:cNvSpPr>
            <a:spLocks noGrp="1"/>
          </p:cNvSpPr>
          <p:nvPr>
            <p:ph type="body" sz="quarter" idx="20"/>
          </p:nvPr>
        </p:nvSpPr>
        <p:spPr>
          <a:xfrm>
            <a:off x="8140700" y="3817951"/>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7" name="Text Placeholder 2">
            <a:extLst>
              <a:ext uri="{FF2B5EF4-FFF2-40B4-BE49-F238E27FC236}">
                <a16:creationId xmlns:a16="http://schemas.microsoft.com/office/drawing/2014/main" id="{D8650141-3368-21F5-948C-740A8EBA5CEB}"/>
              </a:ext>
            </a:extLst>
          </p:cNvPr>
          <p:cNvSpPr>
            <a:spLocks noGrp="1"/>
          </p:cNvSpPr>
          <p:nvPr>
            <p:ph type="body" sz="quarter" idx="21"/>
          </p:nvPr>
        </p:nvSpPr>
        <p:spPr>
          <a:xfrm>
            <a:off x="10058399" y="3817951"/>
            <a:ext cx="1874513"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8" name="Text Placeholder 2">
            <a:extLst>
              <a:ext uri="{FF2B5EF4-FFF2-40B4-BE49-F238E27FC236}">
                <a16:creationId xmlns:a16="http://schemas.microsoft.com/office/drawing/2014/main" id="{3A3DBE61-DADA-DA1D-6AEC-DDDEFDDA1809}"/>
              </a:ext>
            </a:extLst>
          </p:cNvPr>
          <p:cNvSpPr>
            <a:spLocks noGrp="1"/>
          </p:cNvSpPr>
          <p:nvPr>
            <p:ph type="body" sz="quarter" idx="22"/>
          </p:nvPr>
        </p:nvSpPr>
        <p:spPr>
          <a:xfrm>
            <a:off x="381000" y="3354486"/>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39" name="Text Placeholder 2">
            <a:extLst>
              <a:ext uri="{FF2B5EF4-FFF2-40B4-BE49-F238E27FC236}">
                <a16:creationId xmlns:a16="http://schemas.microsoft.com/office/drawing/2014/main" id="{159FBF93-B58E-D7DA-3FC1-6C00F6B0480A}"/>
              </a:ext>
            </a:extLst>
          </p:cNvPr>
          <p:cNvSpPr>
            <a:spLocks noGrp="1"/>
          </p:cNvSpPr>
          <p:nvPr>
            <p:ph type="body" sz="quarter" idx="23"/>
          </p:nvPr>
        </p:nvSpPr>
        <p:spPr>
          <a:xfrm>
            <a:off x="2298700" y="3354486"/>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40" name="Text Placeholder 2">
            <a:extLst>
              <a:ext uri="{FF2B5EF4-FFF2-40B4-BE49-F238E27FC236}">
                <a16:creationId xmlns:a16="http://schemas.microsoft.com/office/drawing/2014/main" id="{3E6345B2-E1F7-665E-C2F6-D4A85F620180}"/>
              </a:ext>
            </a:extLst>
          </p:cNvPr>
          <p:cNvSpPr>
            <a:spLocks noGrp="1"/>
          </p:cNvSpPr>
          <p:nvPr>
            <p:ph type="body" sz="quarter" idx="24"/>
          </p:nvPr>
        </p:nvSpPr>
        <p:spPr>
          <a:xfrm>
            <a:off x="4254500" y="3354486"/>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41" name="Text Placeholder 2">
            <a:extLst>
              <a:ext uri="{FF2B5EF4-FFF2-40B4-BE49-F238E27FC236}">
                <a16:creationId xmlns:a16="http://schemas.microsoft.com/office/drawing/2014/main" id="{794C47A9-2E32-BC8D-879F-FDF0E4033E6A}"/>
              </a:ext>
            </a:extLst>
          </p:cNvPr>
          <p:cNvSpPr>
            <a:spLocks noGrp="1"/>
          </p:cNvSpPr>
          <p:nvPr>
            <p:ph type="body" sz="quarter" idx="25"/>
          </p:nvPr>
        </p:nvSpPr>
        <p:spPr>
          <a:xfrm>
            <a:off x="6172200" y="3354486"/>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42" name="Text Placeholder 2">
            <a:extLst>
              <a:ext uri="{FF2B5EF4-FFF2-40B4-BE49-F238E27FC236}">
                <a16:creationId xmlns:a16="http://schemas.microsoft.com/office/drawing/2014/main" id="{F27D3ECB-0145-26E2-AB74-A4D8B0FB5955}"/>
              </a:ext>
            </a:extLst>
          </p:cNvPr>
          <p:cNvSpPr>
            <a:spLocks noGrp="1"/>
          </p:cNvSpPr>
          <p:nvPr>
            <p:ph type="body" sz="quarter" idx="26"/>
          </p:nvPr>
        </p:nvSpPr>
        <p:spPr>
          <a:xfrm>
            <a:off x="8140700" y="3354486"/>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43" name="Text Placeholder 2">
            <a:extLst>
              <a:ext uri="{FF2B5EF4-FFF2-40B4-BE49-F238E27FC236}">
                <a16:creationId xmlns:a16="http://schemas.microsoft.com/office/drawing/2014/main" id="{D1BA998C-E394-F33F-7C90-C309EDEC65E2}"/>
              </a:ext>
            </a:extLst>
          </p:cNvPr>
          <p:cNvSpPr>
            <a:spLocks noGrp="1"/>
          </p:cNvSpPr>
          <p:nvPr>
            <p:ph type="body" sz="quarter" idx="27"/>
          </p:nvPr>
        </p:nvSpPr>
        <p:spPr>
          <a:xfrm>
            <a:off x="10058400" y="3354486"/>
            <a:ext cx="1752600"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cxnSp>
        <p:nvCxnSpPr>
          <p:cNvPr id="5" name="Straight Connector 4">
            <a:extLst>
              <a:ext uri="{FF2B5EF4-FFF2-40B4-BE49-F238E27FC236}">
                <a16:creationId xmlns:a16="http://schemas.microsoft.com/office/drawing/2014/main" id="{92258E3A-5060-771F-68AF-6809B9616747}"/>
              </a:ext>
            </a:extLst>
          </p:cNvPr>
          <p:cNvCxnSpPr/>
          <p:nvPr userDrawn="1"/>
        </p:nvCxnSpPr>
        <p:spPr bwMode="auto">
          <a:xfrm>
            <a:off x="381000" y="6375400"/>
            <a:ext cx="11408190" cy="0"/>
          </a:xfrm>
          <a:prstGeom prst="line">
            <a:avLst/>
          </a:prstGeom>
          <a:noFill/>
          <a:ln w="19050" cap="flat" cmpd="sng" algn="ctr">
            <a:gradFill>
              <a:gsLst>
                <a:gs pos="0">
                  <a:schemeClr val="accent1"/>
                </a:gs>
                <a:gs pos="100000">
                  <a:schemeClr val="accent2"/>
                </a:gs>
              </a:gsLst>
              <a:lin ang="0" scaled="0"/>
            </a:gradFill>
            <a:prstDash val="solid"/>
            <a:round/>
            <a:headEnd type="none" w="med" len="med"/>
            <a:tailEnd type="none" w="med" len="med"/>
          </a:ln>
          <a:effectLst/>
        </p:spPr>
      </p:cxnSp>
      <p:sp>
        <p:nvSpPr>
          <p:cNvPr id="10" name="Content Placeholder 46">
            <a:extLst>
              <a:ext uri="{FF2B5EF4-FFF2-40B4-BE49-F238E27FC236}">
                <a16:creationId xmlns:a16="http://schemas.microsoft.com/office/drawing/2014/main" id="{784BB613-7215-B51D-5AF7-F502F30F0DD6}"/>
              </a:ext>
            </a:extLst>
          </p:cNvPr>
          <p:cNvSpPr>
            <a:spLocks noGrp="1"/>
          </p:cNvSpPr>
          <p:nvPr>
            <p:ph sz="quarter" idx="28"/>
          </p:nvPr>
        </p:nvSpPr>
        <p:spPr>
          <a:xfrm>
            <a:off x="381000" y="1371600"/>
            <a:ext cx="11430000" cy="1816100"/>
          </a:xfrm>
          <a:prstGeom prst="rect">
            <a:avLst/>
          </a:prstGeom>
        </p:spPr>
        <p:txBody>
          <a:bodyPr/>
          <a:lstStyle>
            <a:lvl1pPr marL="165100" indent="-165100">
              <a:lnSpc>
                <a:spcPct val="90000"/>
              </a:lnSpc>
              <a:spcAft>
                <a:spcPts val="600"/>
              </a:spcAft>
              <a:buClr>
                <a:schemeClr val="bg2"/>
              </a:buClr>
              <a:buFont typeface="Arial" panose="020B0604020202020204" pitchFamily="34" charset="0"/>
              <a:buChar char="•"/>
              <a:tabLst/>
              <a:defRPr b="0" i="0">
                <a:latin typeface="Barlow Light" pitchFamily="2" charset="77"/>
              </a:defRPr>
            </a:lvl1pPr>
            <a:lvl2pPr marL="768178" indent="0">
              <a:buClr>
                <a:schemeClr val="bg2"/>
              </a:buClr>
              <a:buFont typeface="Arial" panose="020B0604020202020204" pitchFamily="34" charset="0"/>
              <a:buNone/>
              <a:defRPr/>
            </a:lvl2pPr>
            <a:lvl3pPr marL="1682372" indent="-304731">
              <a:buClr>
                <a:schemeClr val="bg2"/>
              </a:buClr>
              <a:buFont typeface="Arial" panose="020B0604020202020204" pitchFamily="34" charset="0"/>
              <a:buChar char="•"/>
              <a:defRPr/>
            </a:lvl3pPr>
            <a:lvl4pPr marL="2133120" indent="-304731">
              <a:buClr>
                <a:schemeClr val="bg2"/>
              </a:buClr>
              <a:buFont typeface="Arial" panose="020B0604020202020204" pitchFamily="34" charset="0"/>
              <a:buChar char="•"/>
              <a:defRPr/>
            </a:lvl4pPr>
            <a:lvl5pPr marL="2742582" indent="-304731">
              <a:buClr>
                <a:schemeClr val="bg2"/>
              </a:buClr>
              <a:buFont typeface="Arial" panose="020B0604020202020204" pitchFamily="34" charset="0"/>
              <a:buChar char="•"/>
              <a:defRPr/>
            </a:lvl5pPr>
          </a:lstStyle>
          <a:p>
            <a:pPr lvl="0"/>
            <a:r>
              <a:rPr lang="en-US"/>
              <a:t>Click to edit Master text styles</a:t>
            </a:r>
          </a:p>
        </p:txBody>
      </p:sp>
      <p:sp>
        <p:nvSpPr>
          <p:cNvPr id="4" name="Title 1">
            <a:extLst>
              <a:ext uri="{FF2B5EF4-FFF2-40B4-BE49-F238E27FC236}">
                <a16:creationId xmlns:a16="http://schemas.microsoft.com/office/drawing/2014/main" id="{5662673F-8202-B7AF-0669-94D854C6A208}"/>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11" name="Text Placeholder 6">
            <a:extLst>
              <a:ext uri="{FF2B5EF4-FFF2-40B4-BE49-F238E27FC236}">
                <a16:creationId xmlns:a16="http://schemas.microsoft.com/office/drawing/2014/main" id="{4DDCD1FE-C508-4CBF-C897-53CD258BADC2}"/>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2800495168"/>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White framed background with rows along bottom">
    <p:bg>
      <p:bgPr>
        <a:solidFill>
          <a:srgbClr val="FFFFFF"/>
        </a:solidFill>
        <a:effectLst/>
      </p:bgPr>
    </p:bg>
    <p:spTree>
      <p:nvGrpSpPr>
        <p:cNvPr id="1" name=""/>
        <p:cNvGrpSpPr/>
        <p:nvPr/>
      </p:nvGrpSpPr>
      <p:grpSpPr>
        <a:xfrm>
          <a:off x="0" y="0"/>
          <a:ext cx="0" cy="0"/>
          <a:chOff x="0" y="0"/>
          <a:chExt cx="0" cy="0"/>
        </a:xfrm>
      </p:grpSpPr>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a:off x="186985" y="1141263"/>
            <a:ext cx="11818030" cy="5155460"/>
          </a:xfrm>
          <a:prstGeom prst="round2SameRect">
            <a:avLst>
              <a:gd name="adj1" fmla="val 2625"/>
              <a:gd name="adj2" fmla="val 0"/>
            </a:avLst>
          </a:prstGeom>
          <a:solidFill>
            <a:srgbClr val="FFFFFF"/>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3" name="Rectangle 2">
            <a:extLst>
              <a:ext uri="{FF2B5EF4-FFF2-40B4-BE49-F238E27FC236}">
                <a16:creationId xmlns:a16="http://schemas.microsoft.com/office/drawing/2014/main" id="{7D5E99DE-6DC3-7D1A-1E9B-EDDF11B49FC2}"/>
              </a:ext>
            </a:extLst>
          </p:cNvPr>
          <p:cNvSpPr/>
          <p:nvPr userDrawn="1"/>
        </p:nvSpPr>
        <p:spPr bwMode="auto">
          <a:xfrm>
            <a:off x="593502" y="5494061"/>
            <a:ext cx="11322770" cy="687372"/>
          </a:xfrm>
          <a:prstGeom prst="rect">
            <a:avLst/>
          </a:prstGeom>
          <a:solidFill>
            <a:schemeClr val="bg1">
              <a:lumMod val="85000"/>
              <a:alpha val="46590"/>
            </a:schemeClr>
          </a:solidFill>
          <a:ln>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z="2400" b="0" i="0" kern="1200">
              <a:solidFill>
                <a:schemeClr val="tx1"/>
              </a:solidFill>
              <a:latin typeface="Barlow Light" pitchFamily="2" charset="77"/>
              <a:ea typeface="+mn-ea"/>
              <a:cs typeface="+mn-cs"/>
            </a:endParaRPr>
          </a:p>
        </p:txBody>
      </p:sp>
      <p:sp>
        <p:nvSpPr>
          <p:cNvPr id="6" name="Rectangle 5">
            <a:extLst>
              <a:ext uri="{FF2B5EF4-FFF2-40B4-BE49-F238E27FC236}">
                <a16:creationId xmlns:a16="http://schemas.microsoft.com/office/drawing/2014/main" id="{47F55429-26F0-9DBD-ACC1-552053A878E7}"/>
              </a:ext>
            </a:extLst>
          </p:cNvPr>
          <p:cNvSpPr/>
          <p:nvPr userDrawn="1"/>
        </p:nvSpPr>
        <p:spPr bwMode="auto">
          <a:xfrm>
            <a:off x="593502" y="4763761"/>
            <a:ext cx="11322770" cy="687372"/>
          </a:xfrm>
          <a:prstGeom prst="rect">
            <a:avLst/>
          </a:prstGeom>
          <a:solidFill>
            <a:schemeClr val="bg1">
              <a:lumMod val="85000"/>
              <a:alpha val="46590"/>
            </a:schemeClr>
          </a:solidFill>
          <a:ln>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z="2400" b="0" i="0" kern="1200">
              <a:solidFill>
                <a:schemeClr val="tx1"/>
              </a:solidFill>
              <a:latin typeface="Barlow Light" pitchFamily="2" charset="77"/>
              <a:ea typeface="+mn-ea"/>
              <a:cs typeface="+mn-cs"/>
            </a:endParaRPr>
          </a:p>
        </p:txBody>
      </p:sp>
      <p:sp>
        <p:nvSpPr>
          <p:cNvPr id="7" name="Rectangle 6">
            <a:extLst>
              <a:ext uri="{FF2B5EF4-FFF2-40B4-BE49-F238E27FC236}">
                <a16:creationId xmlns:a16="http://schemas.microsoft.com/office/drawing/2014/main" id="{4DE6C70E-169B-7ED7-A7BB-FD2908A2038D}"/>
              </a:ext>
            </a:extLst>
          </p:cNvPr>
          <p:cNvSpPr/>
          <p:nvPr userDrawn="1"/>
        </p:nvSpPr>
        <p:spPr bwMode="auto">
          <a:xfrm>
            <a:off x="593502" y="4024779"/>
            <a:ext cx="11322770" cy="687372"/>
          </a:xfrm>
          <a:prstGeom prst="rect">
            <a:avLst/>
          </a:prstGeom>
          <a:solidFill>
            <a:schemeClr val="bg1">
              <a:lumMod val="85000"/>
              <a:alpha val="46590"/>
            </a:schemeClr>
          </a:solidFill>
          <a:ln>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z="2400" b="0" i="0" kern="1200">
              <a:solidFill>
                <a:schemeClr val="tx1"/>
              </a:solidFill>
              <a:latin typeface="Barlow Light" pitchFamily="2" charset="77"/>
              <a:ea typeface="+mn-ea"/>
              <a:cs typeface="+mn-cs"/>
            </a:endParaRPr>
          </a:p>
        </p:txBody>
      </p:sp>
      <p:sp>
        <p:nvSpPr>
          <p:cNvPr id="10" name="Rounded Rectangle 51">
            <a:extLst>
              <a:ext uri="{FF2B5EF4-FFF2-40B4-BE49-F238E27FC236}">
                <a16:creationId xmlns:a16="http://schemas.microsoft.com/office/drawing/2014/main" id="{ED80B507-7B08-FA7F-3754-ADBC00D05C79}"/>
              </a:ext>
            </a:extLst>
          </p:cNvPr>
          <p:cNvSpPr/>
          <p:nvPr userDrawn="1"/>
        </p:nvSpPr>
        <p:spPr>
          <a:xfrm>
            <a:off x="593502" y="3653129"/>
            <a:ext cx="11322770" cy="328722"/>
          </a:xfrm>
          <a:prstGeom prst="roundRect">
            <a:avLst>
              <a:gd name="adj" fmla="val 50000"/>
            </a:avLst>
          </a:prstGeom>
          <a:gradFill flip="none" rotWithShape="1">
            <a:gsLst>
              <a:gs pos="35000">
                <a:schemeClr val="accent1"/>
              </a:gs>
              <a:gs pos="99000">
                <a:schemeClr val="accent3"/>
              </a:gs>
            </a:gsLst>
            <a:lin ang="0" scaled="0"/>
            <a:tileRect/>
          </a:gradFill>
          <a:ln w="190500" cap="flat">
            <a:noFill/>
            <a:prstDash val="solid"/>
            <a:miter/>
          </a:ln>
          <a:effectLst/>
        </p:spPr>
        <p:txBody>
          <a:bodyPr rtlCol="0" anchor="ctr"/>
          <a:lstStyle/>
          <a:p>
            <a:pPr marL="0" marR="0" lvl="0" indent="0" algn="l" defTabSz="609494" rtl="0" eaLnBrk="1" fontAlgn="auto" latinLnBrk="0" hangingPunct="1">
              <a:lnSpc>
                <a:spcPts val="1080"/>
              </a:lnSpc>
              <a:spcBef>
                <a:spcPts val="0"/>
              </a:spcBef>
              <a:spcAft>
                <a:spcPts val="0"/>
              </a:spcAft>
              <a:buClrTx/>
              <a:buSzTx/>
              <a:buFontTx/>
              <a:buNone/>
              <a:tabLst/>
              <a:defRPr/>
            </a:pPr>
            <a:endParaRPr kumimoji="0" lang="en-US" sz="1000" b="0" i="0" u="none" strike="noStrike" kern="1200" cap="none" spc="110" normalizeH="0" baseline="0" noProof="0">
              <a:ln>
                <a:noFill/>
              </a:ln>
              <a:solidFill>
                <a:srgbClr val="000000"/>
              </a:solidFill>
              <a:effectLst/>
              <a:uLnTx/>
              <a:uFillTx/>
              <a:latin typeface="Barlow Light" pitchFamily="2" charset="77"/>
              <a:ea typeface="+mn-ea"/>
              <a:cs typeface="+mn-cs"/>
            </a:endParaRPr>
          </a:p>
        </p:txBody>
      </p:sp>
      <p:pic>
        <p:nvPicPr>
          <p:cNvPr id="11" name="Picture 10">
            <a:extLst>
              <a:ext uri="{FF2B5EF4-FFF2-40B4-BE49-F238E27FC236}">
                <a16:creationId xmlns:a16="http://schemas.microsoft.com/office/drawing/2014/main" id="{4B78A0BC-2F4E-6159-BD78-2798306D370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12" name="Straight Connector 11">
            <a:extLst>
              <a:ext uri="{FF2B5EF4-FFF2-40B4-BE49-F238E27FC236}">
                <a16:creationId xmlns:a16="http://schemas.microsoft.com/office/drawing/2014/main" id="{428EB054-7169-A595-D6DC-B317080C33BD}"/>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D6D90A49-EDA2-F348-F35A-F398D6282013}"/>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8C0E3E20-7E91-A129-DB31-649CA1533001}"/>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4269704728"/>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meline">
    <p:bg>
      <p:bgPr>
        <a:solidFill>
          <a:srgbClr val="FFFFFF"/>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7" name="Picture 6">
            <a:extLst>
              <a:ext uri="{FF2B5EF4-FFF2-40B4-BE49-F238E27FC236}">
                <a16:creationId xmlns:a16="http://schemas.microsoft.com/office/drawing/2014/main" id="{937F3F8B-7ECA-9D7C-2F3F-82F8C03B623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cxnSp>
        <p:nvCxnSpPr>
          <p:cNvPr id="2" name="Straight Connector 1">
            <a:extLst>
              <a:ext uri="{FF2B5EF4-FFF2-40B4-BE49-F238E27FC236}">
                <a16:creationId xmlns:a16="http://schemas.microsoft.com/office/drawing/2014/main" id="{5A42A3AB-DE9A-2A15-70E0-7B11BF266D0C}"/>
              </a:ext>
            </a:extLst>
          </p:cNvPr>
          <p:cNvCxnSpPr/>
          <p:nvPr userDrawn="1"/>
        </p:nvCxnSpPr>
        <p:spPr bwMode="auto">
          <a:xfrm>
            <a:off x="0" y="3689873"/>
            <a:ext cx="12192000" cy="0"/>
          </a:xfrm>
          <a:prstGeom prst="line">
            <a:avLst/>
          </a:prstGeom>
          <a:noFill/>
          <a:ln w="25400" cap="flat" cmpd="sng" algn="ctr">
            <a:solidFill>
              <a:schemeClr val="tx2"/>
            </a:solidFill>
            <a:prstDash val="solid"/>
            <a:round/>
            <a:headEnd type="none" w="med" len="med"/>
            <a:tailEnd type="none" w="med" len="med"/>
          </a:ln>
          <a:effectLst/>
        </p:spPr>
      </p:cxnSp>
      <p:sp>
        <p:nvSpPr>
          <p:cNvPr id="3" name="TextBox 2">
            <a:extLst>
              <a:ext uri="{FF2B5EF4-FFF2-40B4-BE49-F238E27FC236}">
                <a16:creationId xmlns:a16="http://schemas.microsoft.com/office/drawing/2014/main" id="{094B9661-BBF0-F4B9-ACE1-EC96C0D65724}"/>
              </a:ext>
            </a:extLst>
          </p:cNvPr>
          <p:cNvSpPr txBox="1"/>
          <p:nvPr userDrawn="1"/>
        </p:nvSpPr>
        <p:spPr>
          <a:xfrm>
            <a:off x="1301676" y="3044408"/>
            <a:ext cx="1059906" cy="1200329"/>
          </a:xfrm>
          <a:prstGeom prst="rect">
            <a:avLst/>
          </a:prstGeom>
        </p:spPr>
        <p:txBody>
          <a:bodyPr wrap="none" rtlCol="0" anchor="t">
            <a:spAutoFit/>
          </a:bodyPr>
          <a:lstStyle/>
          <a:p>
            <a:pPr algn="l" defTabSz="914400">
              <a:buClr>
                <a:schemeClr val="bg2"/>
              </a:buClr>
              <a:tabLst/>
            </a:pPr>
            <a:r>
              <a:rPr lang="en-US" sz="7200" b="1" kern="0">
                <a:solidFill>
                  <a:schemeClr val="accent1">
                    <a:alpha val="9720"/>
                  </a:schemeClr>
                </a:solidFill>
                <a:latin typeface="+mj-lt"/>
              </a:rPr>
              <a:t>Q1</a:t>
            </a:r>
          </a:p>
        </p:txBody>
      </p:sp>
      <p:sp>
        <p:nvSpPr>
          <p:cNvPr id="4" name="TextBox 3">
            <a:extLst>
              <a:ext uri="{FF2B5EF4-FFF2-40B4-BE49-F238E27FC236}">
                <a16:creationId xmlns:a16="http://schemas.microsoft.com/office/drawing/2014/main" id="{2495172C-9345-CC52-2D7C-D8C1653DABC3}"/>
              </a:ext>
            </a:extLst>
          </p:cNvPr>
          <p:cNvSpPr txBox="1"/>
          <p:nvPr userDrawn="1"/>
        </p:nvSpPr>
        <p:spPr>
          <a:xfrm>
            <a:off x="4214308" y="3044408"/>
            <a:ext cx="1250663" cy="1200329"/>
          </a:xfrm>
          <a:prstGeom prst="rect">
            <a:avLst/>
          </a:prstGeom>
        </p:spPr>
        <p:txBody>
          <a:bodyPr wrap="none" rtlCol="0" anchor="t">
            <a:spAutoFit/>
          </a:bodyPr>
          <a:lstStyle/>
          <a:p>
            <a:pPr algn="l" defTabSz="914400">
              <a:buClr>
                <a:schemeClr val="bg2"/>
              </a:buClr>
              <a:tabLst/>
            </a:pPr>
            <a:r>
              <a:rPr lang="en-US" sz="7200" b="1" kern="0">
                <a:solidFill>
                  <a:schemeClr val="accent3">
                    <a:alpha val="9720"/>
                  </a:schemeClr>
                </a:solidFill>
                <a:latin typeface="+mj-lt"/>
              </a:rPr>
              <a:t>Q2</a:t>
            </a:r>
          </a:p>
        </p:txBody>
      </p:sp>
      <p:sp>
        <p:nvSpPr>
          <p:cNvPr id="5" name="TextBox 4">
            <a:extLst>
              <a:ext uri="{FF2B5EF4-FFF2-40B4-BE49-F238E27FC236}">
                <a16:creationId xmlns:a16="http://schemas.microsoft.com/office/drawing/2014/main" id="{10371B8B-1274-5636-C8B2-7AAE0FF8E9A1}"/>
              </a:ext>
            </a:extLst>
          </p:cNvPr>
          <p:cNvSpPr txBox="1"/>
          <p:nvPr userDrawn="1"/>
        </p:nvSpPr>
        <p:spPr>
          <a:xfrm>
            <a:off x="7076738" y="3044408"/>
            <a:ext cx="1231427" cy="1200329"/>
          </a:xfrm>
          <a:prstGeom prst="rect">
            <a:avLst/>
          </a:prstGeom>
        </p:spPr>
        <p:txBody>
          <a:bodyPr wrap="none" rtlCol="0" anchor="t">
            <a:spAutoFit/>
          </a:bodyPr>
          <a:lstStyle/>
          <a:p>
            <a:pPr algn="l" defTabSz="914400">
              <a:buClr>
                <a:schemeClr val="bg2"/>
              </a:buClr>
              <a:tabLst/>
            </a:pPr>
            <a:r>
              <a:rPr lang="en-US" sz="7200" b="1" kern="0">
                <a:solidFill>
                  <a:schemeClr val="accent2">
                    <a:alpha val="9720"/>
                  </a:schemeClr>
                </a:solidFill>
                <a:latin typeface="+mj-lt"/>
              </a:rPr>
              <a:t>Q3</a:t>
            </a:r>
          </a:p>
        </p:txBody>
      </p:sp>
      <p:sp>
        <p:nvSpPr>
          <p:cNvPr id="6" name="TextBox 5">
            <a:extLst>
              <a:ext uri="{FF2B5EF4-FFF2-40B4-BE49-F238E27FC236}">
                <a16:creationId xmlns:a16="http://schemas.microsoft.com/office/drawing/2014/main" id="{8FAB8A73-8F1B-59C6-B39E-DE8E23BBEC97}"/>
              </a:ext>
            </a:extLst>
          </p:cNvPr>
          <p:cNvSpPr txBox="1"/>
          <p:nvPr userDrawn="1"/>
        </p:nvSpPr>
        <p:spPr>
          <a:xfrm>
            <a:off x="9949927" y="3044408"/>
            <a:ext cx="1290738" cy="1200329"/>
          </a:xfrm>
          <a:prstGeom prst="rect">
            <a:avLst/>
          </a:prstGeom>
        </p:spPr>
        <p:txBody>
          <a:bodyPr wrap="none" rtlCol="0" anchor="t">
            <a:spAutoFit/>
          </a:bodyPr>
          <a:lstStyle/>
          <a:p>
            <a:pPr algn="l" defTabSz="914400">
              <a:buClr>
                <a:schemeClr val="bg2"/>
              </a:buClr>
              <a:tabLst/>
            </a:pPr>
            <a:r>
              <a:rPr lang="en-US" sz="7200" b="1" kern="0">
                <a:solidFill>
                  <a:schemeClr val="accent4">
                    <a:alpha val="9720"/>
                  </a:schemeClr>
                </a:solidFill>
                <a:latin typeface="+mj-lt"/>
              </a:rPr>
              <a:t>Q4</a:t>
            </a:r>
          </a:p>
        </p:txBody>
      </p:sp>
      <p:graphicFrame>
        <p:nvGraphicFramePr>
          <p:cNvPr id="11" name="Table 10">
            <a:extLst>
              <a:ext uri="{FF2B5EF4-FFF2-40B4-BE49-F238E27FC236}">
                <a16:creationId xmlns:a16="http://schemas.microsoft.com/office/drawing/2014/main" id="{64D19D10-CDBA-46DB-2FFE-0977840ADE64}"/>
              </a:ext>
            </a:extLst>
          </p:cNvPr>
          <p:cNvGraphicFramePr>
            <a:graphicFrameLocks noGrp="1"/>
          </p:cNvGraphicFramePr>
          <p:nvPr userDrawn="1">
            <p:extLst>
              <p:ext uri="{D42A27DB-BD31-4B8C-83A1-F6EECF244321}">
                <p14:modId xmlns:p14="http://schemas.microsoft.com/office/powerpoint/2010/main" val="627377714"/>
              </p:ext>
            </p:extLst>
          </p:nvPr>
        </p:nvGraphicFramePr>
        <p:xfrm>
          <a:off x="408791" y="3794274"/>
          <a:ext cx="11564472" cy="304800"/>
        </p:xfrm>
        <a:graphic>
          <a:graphicData uri="http://schemas.openxmlformats.org/drawingml/2006/table">
            <a:tbl>
              <a:tblPr firstRow="1" bandRow="1">
                <a:tableStyleId>{5C22544A-7EE6-4342-B048-85BDC9FD1C3A}</a:tableStyleId>
              </a:tblPr>
              <a:tblGrid>
                <a:gridCol w="963706">
                  <a:extLst>
                    <a:ext uri="{9D8B030D-6E8A-4147-A177-3AD203B41FA5}">
                      <a16:colId xmlns:a16="http://schemas.microsoft.com/office/drawing/2014/main" val="4109886988"/>
                    </a:ext>
                  </a:extLst>
                </a:gridCol>
                <a:gridCol w="963706">
                  <a:extLst>
                    <a:ext uri="{9D8B030D-6E8A-4147-A177-3AD203B41FA5}">
                      <a16:colId xmlns:a16="http://schemas.microsoft.com/office/drawing/2014/main" val="2719135552"/>
                    </a:ext>
                  </a:extLst>
                </a:gridCol>
                <a:gridCol w="963706">
                  <a:extLst>
                    <a:ext uri="{9D8B030D-6E8A-4147-A177-3AD203B41FA5}">
                      <a16:colId xmlns:a16="http://schemas.microsoft.com/office/drawing/2014/main" val="1942664055"/>
                    </a:ext>
                  </a:extLst>
                </a:gridCol>
                <a:gridCol w="963706">
                  <a:extLst>
                    <a:ext uri="{9D8B030D-6E8A-4147-A177-3AD203B41FA5}">
                      <a16:colId xmlns:a16="http://schemas.microsoft.com/office/drawing/2014/main" val="440279873"/>
                    </a:ext>
                  </a:extLst>
                </a:gridCol>
                <a:gridCol w="963706">
                  <a:extLst>
                    <a:ext uri="{9D8B030D-6E8A-4147-A177-3AD203B41FA5}">
                      <a16:colId xmlns:a16="http://schemas.microsoft.com/office/drawing/2014/main" val="11894438"/>
                    </a:ext>
                  </a:extLst>
                </a:gridCol>
                <a:gridCol w="963706">
                  <a:extLst>
                    <a:ext uri="{9D8B030D-6E8A-4147-A177-3AD203B41FA5}">
                      <a16:colId xmlns:a16="http://schemas.microsoft.com/office/drawing/2014/main" val="4189786897"/>
                    </a:ext>
                  </a:extLst>
                </a:gridCol>
                <a:gridCol w="963706">
                  <a:extLst>
                    <a:ext uri="{9D8B030D-6E8A-4147-A177-3AD203B41FA5}">
                      <a16:colId xmlns:a16="http://schemas.microsoft.com/office/drawing/2014/main" val="1211118396"/>
                    </a:ext>
                  </a:extLst>
                </a:gridCol>
                <a:gridCol w="963706">
                  <a:extLst>
                    <a:ext uri="{9D8B030D-6E8A-4147-A177-3AD203B41FA5}">
                      <a16:colId xmlns:a16="http://schemas.microsoft.com/office/drawing/2014/main" val="2986738721"/>
                    </a:ext>
                  </a:extLst>
                </a:gridCol>
                <a:gridCol w="963706">
                  <a:extLst>
                    <a:ext uri="{9D8B030D-6E8A-4147-A177-3AD203B41FA5}">
                      <a16:colId xmlns:a16="http://schemas.microsoft.com/office/drawing/2014/main" val="3798952867"/>
                    </a:ext>
                  </a:extLst>
                </a:gridCol>
                <a:gridCol w="963706">
                  <a:extLst>
                    <a:ext uri="{9D8B030D-6E8A-4147-A177-3AD203B41FA5}">
                      <a16:colId xmlns:a16="http://schemas.microsoft.com/office/drawing/2014/main" val="1519701535"/>
                    </a:ext>
                  </a:extLst>
                </a:gridCol>
                <a:gridCol w="963706">
                  <a:extLst>
                    <a:ext uri="{9D8B030D-6E8A-4147-A177-3AD203B41FA5}">
                      <a16:colId xmlns:a16="http://schemas.microsoft.com/office/drawing/2014/main" val="3065869045"/>
                    </a:ext>
                  </a:extLst>
                </a:gridCol>
                <a:gridCol w="963706">
                  <a:extLst>
                    <a:ext uri="{9D8B030D-6E8A-4147-A177-3AD203B41FA5}">
                      <a16:colId xmlns:a16="http://schemas.microsoft.com/office/drawing/2014/main" val="1933257235"/>
                    </a:ext>
                  </a:extLst>
                </a:gridCol>
              </a:tblGrid>
              <a:tr h="278519">
                <a:tc>
                  <a:txBody>
                    <a:bodyPr/>
                    <a:lstStyle/>
                    <a:p>
                      <a:pPr marL="0" indent="0" algn="ctr">
                        <a:buFont typeface="Arial" panose="020B0604020202020204" pitchFamily="34" charset="0"/>
                        <a:buNone/>
                      </a:pPr>
                      <a:r>
                        <a:rPr lang="en-US" sz="1400" b="1" i="0" spc="0">
                          <a:solidFill>
                            <a:schemeClr val="bg2"/>
                          </a:solidFill>
                          <a:latin typeface="Barlow Light" pitchFamily="2" charset="77"/>
                        </a:rPr>
                        <a:t>OCT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NOV</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DEC</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JAN</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FEB</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MAR</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APR</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MAY</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JUN</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JUL</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AUG</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SEPT</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1450937"/>
                  </a:ext>
                </a:extLst>
              </a:tr>
            </a:tbl>
          </a:graphicData>
        </a:graphic>
      </p:graphicFrame>
      <p:sp>
        <p:nvSpPr>
          <p:cNvPr id="12" name="Oval 11">
            <a:extLst>
              <a:ext uri="{FF2B5EF4-FFF2-40B4-BE49-F238E27FC236}">
                <a16:creationId xmlns:a16="http://schemas.microsoft.com/office/drawing/2014/main" id="{16B5EB3D-86B3-31AB-BB4A-9A8147B2426E}"/>
              </a:ext>
            </a:extLst>
          </p:cNvPr>
          <p:cNvSpPr/>
          <p:nvPr userDrawn="1"/>
        </p:nvSpPr>
        <p:spPr>
          <a:xfrm>
            <a:off x="828338" y="3593054"/>
            <a:ext cx="204395" cy="204395"/>
          </a:xfrm>
          <a:prstGeom prst="ellipse">
            <a:avLst/>
          </a:prstGeom>
          <a:solidFill>
            <a:schemeClr val="accent1"/>
          </a:solidFill>
          <a:ln w="19050" cap="flat">
            <a:noFill/>
            <a:prstDash val="solid"/>
            <a:miter/>
          </a:ln>
          <a:effectLst/>
        </p:spPr>
        <p:txBody>
          <a:bodyPr rtlCol="0" anchor="ctr"/>
          <a:lstStyle/>
          <a:p>
            <a:pPr algn="l"/>
            <a:endParaRPr lang="en-US"/>
          </a:p>
        </p:txBody>
      </p:sp>
      <p:sp>
        <p:nvSpPr>
          <p:cNvPr id="13" name="Oval 12">
            <a:extLst>
              <a:ext uri="{FF2B5EF4-FFF2-40B4-BE49-F238E27FC236}">
                <a16:creationId xmlns:a16="http://schemas.microsoft.com/office/drawing/2014/main" id="{DEB65796-05F9-5A07-389A-E2E1D24EF18C}"/>
              </a:ext>
            </a:extLst>
          </p:cNvPr>
          <p:cNvSpPr/>
          <p:nvPr userDrawn="1"/>
        </p:nvSpPr>
        <p:spPr>
          <a:xfrm>
            <a:off x="1793022" y="3593054"/>
            <a:ext cx="204395" cy="204395"/>
          </a:xfrm>
          <a:prstGeom prst="ellipse">
            <a:avLst/>
          </a:prstGeom>
          <a:solidFill>
            <a:schemeClr val="accent1"/>
          </a:solidFill>
          <a:ln w="19050" cap="flat">
            <a:noFill/>
            <a:prstDash val="solid"/>
            <a:miter/>
          </a:ln>
          <a:effectLst/>
        </p:spPr>
        <p:txBody>
          <a:bodyPr rtlCol="0" anchor="ctr"/>
          <a:lstStyle/>
          <a:p>
            <a:pPr algn="l"/>
            <a:endParaRPr lang="en-US"/>
          </a:p>
        </p:txBody>
      </p:sp>
      <p:sp>
        <p:nvSpPr>
          <p:cNvPr id="14" name="Oval 13">
            <a:extLst>
              <a:ext uri="{FF2B5EF4-FFF2-40B4-BE49-F238E27FC236}">
                <a16:creationId xmlns:a16="http://schemas.microsoft.com/office/drawing/2014/main" id="{C498A5E5-CD1F-EE9A-B7A8-176E358CF5F1}"/>
              </a:ext>
            </a:extLst>
          </p:cNvPr>
          <p:cNvSpPr/>
          <p:nvPr userDrawn="1"/>
        </p:nvSpPr>
        <p:spPr>
          <a:xfrm>
            <a:off x="2757706" y="3593054"/>
            <a:ext cx="204395" cy="204395"/>
          </a:xfrm>
          <a:prstGeom prst="ellipse">
            <a:avLst/>
          </a:prstGeom>
          <a:solidFill>
            <a:schemeClr val="accent1"/>
          </a:solidFill>
          <a:ln w="19050" cap="flat">
            <a:noFill/>
            <a:prstDash val="solid"/>
            <a:miter/>
          </a:ln>
          <a:effectLst/>
        </p:spPr>
        <p:txBody>
          <a:bodyPr rtlCol="0" anchor="ctr"/>
          <a:lstStyle/>
          <a:p>
            <a:pPr algn="l"/>
            <a:endParaRPr lang="en-US"/>
          </a:p>
        </p:txBody>
      </p:sp>
      <p:sp>
        <p:nvSpPr>
          <p:cNvPr id="15" name="Oval 14">
            <a:extLst>
              <a:ext uri="{FF2B5EF4-FFF2-40B4-BE49-F238E27FC236}">
                <a16:creationId xmlns:a16="http://schemas.microsoft.com/office/drawing/2014/main" id="{390FC2D3-12F4-FAFA-EE27-F56E35F882CF}"/>
              </a:ext>
            </a:extLst>
          </p:cNvPr>
          <p:cNvSpPr/>
          <p:nvPr userDrawn="1"/>
        </p:nvSpPr>
        <p:spPr>
          <a:xfrm>
            <a:off x="3722390" y="3593054"/>
            <a:ext cx="204395" cy="204395"/>
          </a:xfrm>
          <a:prstGeom prst="ellipse">
            <a:avLst/>
          </a:prstGeom>
          <a:solidFill>
            <a:schemeClr val="accent3"/>
          </a:solidFill>
          <a:ln w="19050" cap="flat">
            <a:noFill/>
            <a:prstDash val="solid"/>
            <a:miter/>
          </a:ln>
          <a:effectLst/>
        </p:spPr>
        <p:txBody>
          <a:bodyPr rtlCol="0" anchor="ctr"/>
          <a:lstStyle/>
          <a:p>
            <a:pPr algn="l"/>
            <a:endParaRPr lang="en-US"/>
          </a:p>
        </p:txBody>
      </p:sp>
      <p:sp>
        <p:nvSpPr>
          <p:cNvPr id="16" name="Oval 15">
            <a:extLst>
              <a:ext uri="{FF2B5EF4-FFF2-40B4-BE49-F238E27FC236}">
                <a16:creationId xmlns:a16="http://schemas.microsoft.com/office/drawing/2014/main" id="{3172CA6D-B7E3-C87B-481C-07B6C8CA91B2}"/>
              </a:ext>
            </a:extLst>
          </p:cNvPr>
          <p:cNvSpPr/>
          <p:nvPr userDrawn="1"/>
        </p:nvSpPr>
        <p:spPr>
          <a:xfrm>
            <a:off x="4687074" y="3593054"/>
            <a:ext cx="204395" cy="204395"/>
          </a:xfrm>
          <a:prstGeom prst="ellipse">
            <a:avLst/>
          </a:prstGeom>
          <a:solidFill>
            <a:schemeClr val="accent3"/>
          </a:solidFill>
          <a:ln w="19050" cap="flat">
            <a:noFill/>
            <a:prstDash val="solid"/>
            <a:miter/>
          </a:ln>
          <a:effectLst/>
        </p:spPr>
        <p:txBody>
          <a:bodyPr rtlCol="0" anchor="ctr"/>
          <a:lstStyle/>
          <a:p>
            <a:pPr algn="l"/>
            <a:endParaRPr lang="en-US"/>
          </a:p>
        </p:txBody>
      </p:sp>
      <p:sp>
        <p:nvSpPr>
          <p:cNvPr id="17" name="Oval 16">
            <a:extLst>
              <a:ext uri="{FF2B5EF4-FFF2-40B4-BE49-F238E27FC236}">
                <a16:creationId xmlns:a16="http://schemas.microsoft.com/office/drawing/2014/main" id="{7B794D82-8A58-9373-A0BD-0DC708EF27E8}"/>
              </a:ext>
            </a:extLst>
          </p:cNvPr>
          <p:cNvSpPr/>
          <p:nvPr userDrawn="1"/>
        </p:nvSpPr>
        <p:spPr>
          <a:xfrm>
            <a:off x="5651758" y="3593054"/>
            <a:ext cx="204395" cy="204395"/>
          </a:xfrm>
          <a:prstGeom prst="ellipse">
            <a:avLst/>
          </a:prstGeom>
          <a:solidFill>
            <a:schemeClr val="accent3"/>
          </a:solidFill>
          <a:ln w="19050" cap="flat">
            <a:noFill/>
            <a:prstDash val="solid"/>
            <a:miter/>
          </a:ln>
          <a:effectLst/>
        </p:spPr>
        <p:txBody>
          <a:bodyPr rtlCol="0" anchor="ctr"/>
          <a:lstStyle/>
          <a:p>
            <a:pPr algn="l"/>
            <a:endParaRPr lang="en-US"/>
          </a:p>
        </p:txBody>
      </p:sp>
      <p:sp>
        <p:nvSpPr>
          <p:cNvPr id="18" name="Oval 17">
            <a:extLst>
              <a:ext uri="{FF2B5EF4-FFF2-40B4-BE49-F238E27FC236}">
                <a16:creationId xmlns:a16="http://schemas.microsoft.com/office/drawing/2014/main" id="{132A8EA9-7FD7-3A8D-E984-CF141DD7EACB}"/>
              </a:ext>
            </a:extLst>
          </p:cNvPr>
          <p:cNvSpPr/>
          <p:nvPr userDrawn="1"/>
        </p:nvSpPr>
        <p:spPr>
          <a:xfrm>
            <a:off x="6616442" y="3593054"/>
            <a:ext cx="204395" cy="204395"/>
          </a:xfrm>
          <a:prstGeom prst="ellipse">
            <a:avLst/>
          </a:prstGeom>
          <a:solidFill>
            <a:schemeClr val="accent2"/>
          </a:solidFill>
          <a:ln w="19050" cap="flat">
            <a:noFill/>
            <a:prstDash val="solid"/>
            <a:miter/>
          </a:ln>
          <a:effectLst/>
        </p:spPr>
        <p:txBody>
          <a:bodyPr rtlCol="0" anchor="ctr"/>
          <a:lstStyle/>
          <a:p>
            <a:pPr algn="l"/>
            <a:endParaRPr lang="en-US"/>
          </a:p>
        </p:txBody>
      </p:sp>
      <p:sp>
        <p:nvSpPr>
          <p:cNvPr id="19" name="Oval 18">
            <a:extLst>
              <a:ext uri="{FF2B5EF4-FFF2-40B4-BE49-F238E27FC236}">
                <a16:creationId xmlns:a16="http://schemas.microsoft.com/office/drawing/2014/main" id="{792FB41F-CD05-4325-0CE5-05285E6C1E88}"/>
              </a:ext>
            </a:extLst>
          </p:cNvPr>
          <p:cNvSpPr/>
          <p:nvPr userDrawn="1"/>
        </p:nvSpPr>
        <p:spPr>
          <a:xfrm>
            <a:off x="7581126" y="3593054"/>
            <a:ext cx="204395" cy="204395"/>
          </a:xfrm>
          <a:prstGeom prst="ellipse">
            <a:avLst/>
          </a:prstGeom>
          <a:solidFill>
            <a:schemeClr val="accent2"/>
          </a:solidFill>
          <a:ln w="19050" cap="flat">
            <a:noFill/>
            <a:prstDash val="solid"/>
            <a:miter/>
          </a:ln>
          <a:effectLst/>
        </p:spPr>
        <p:txBody>
          <a:bodyPr rtlCol="0" anchor="ctr"/>
          <a:lstStyle/>
          <a:p>
            <a:pPr algn="l"/>
            <a:endParaRPr lang="en-US"/>
          </a:p>
        </p:txBody>
      </p:sp>
      <p:sp>
        <p:nvSpPr>
          <p:cNvPr id="20" name="Oval 19">
            <a:extLst>
              <a:ext uri="{FF2B5EF4-FFF2-40B4-BE49-F238E27FC236}">
                <a16:creationId xmlns:a16="http://schemas.microsoft.com/office/drawing/2014/main" id="{38891410-078B-A39A-6C6B-5E62098D5CC7}"/>
              </a:ext>
            </a:extLst>
          </p:cNvPr>
          <p:cNvSpPr/>
          <p:nvPr userDrawn="1"/>
        </p:nvSpPr>
        <p:spPr>
          <a:xfrm>
            <a:off x="8545810" y="3593054"/>
            <a:ext cx="204395" cy="204395"/>
          </a:xfrm>
          <a:prstGeom prst="ellipse">
            <a:avLst/>
          </a:prstGeom>
          <a:solidFill>
            <a:schemeClr val="accent2"/>
          </a:solidFill>
          <a:ln w="19050" cap="flat">
            <a:noFill/>
            <a:prstDash val="solid"/>
            <a:miter/>
          </a:ln>
          <a:effectLst/>
        </p:spPr>
        <p:txBody>
          <a:bodyPr rtlCol="0" anchor="ctr"/>
          <a:lstStyle/>
          <a:p>
            <a:pPr algn="l"/>
            <a:endParaRPr lang="en-US"/>
          </a:p>
        </p:txBody>
      </p:sp>
      <p:sp>
        <p:nvSpPr>
          <p:cNvPr id="21" name="Oval 20">
            <a:extLst>
              <a:ext uri="{FF2B5EF4-FFF2-40B4-BE49-F238E27FC236}">
                <a16:creationId xmlns:a16="http://schemas.microsoft.com/office/drawing/2014/main" id="{4BFA13BF-EFA2-FE77-3A89-2D8039DF656E}"/>
              </a:ext>
            </a:extLst>
          </p:cNvPr>
          <p:cNvSpPr/>
          <p:nvPr userDrawn="1"/>
        </p:nvSpPr>
        <p:spPr>
          <a:xfrm>
            <a:off x="9510494" y="3593054"/>
            <a:ext cx="204395" cy="204395"/>
          </a:xfrm>
          <a:prstGeom prst="ellipse">
            <a:avLst/>
          </a:prstGeom>
          <a:solidFill>
            <a:schemeClr val="accent4"/>
          </a:solidFill>
          <a:ln w="19050" cap="flat">
            <a:noFill/>
            <a:prstDash val="solid"/>
            <a:miter/>
          </a:ln>
          <a:effectLst/>
        </p:spPr>
        <p:txBody>
          <a:bodyPr rtlCol="0" anchor="ctr"/>
          <a:lstStyle/>
          <a:p>
            <a:pPr algn="l"/>
            <a:endParaRPr lang="en-US"/>
          </a:p>
        </p:txBody>
      </p:sp>
      <p:sp>
        <p:nvSpPr>
          <p:cNvPr id="22" name="Oval 21">
            <a:extLst>
              <a:ext uri="{FF2B5EF4-FFF2-40B4-BE49-F238E27FC236}">
                <a16:creationId xmlns:a16="http://schemas.microsoft.com/office/drawing/2014/main" id="{30456B98-67E9-B374-73C4-7805F6972790}"/>
              </a:ext>
            </a:extLst>
          </p:cNvPr>
          <p:cNvSpPr/>
          <p:nvPr userDrawn="1"/>
        </p:nvSpPr>
        <p:spPr>
          <a:xfrm>
            <a:off x="10475178" y="3593054"/>
            <a:ext cx="204395" cy="204395"/>
          </a:xfrm>
          <a:prstGeom prst="ellipse">
            <a:avLst/>
          </a:prstGeom>
          <a:solidFill>
            <a:schemeClr val="accent4"/>
          </a:solidFill>
          <a:ln w="19050" cap="flat">
            <a:noFill/>
            <a:prstDash val="solid"/>
            <a:miter/>
          </a:ln>
          <a:effectLst/>
        </p:spPr>
        <p:txBody>
          <a:bodyPr rtlCol="0" anchor="ctr"/>
          <a:lstStyle/>
          <a:p>
            <a:pPr algn="l"/>
            <a:endParaRPr lang="en-US"/>
          </a:p>
        </p:txBody>
      </p:sp>
      <p:sp>
        <p:nvSpPr>
          <p:cNvPr id="23" name="Oval 22">
            <a:extLst>
              <a:ext uri="{FF2B5EF4-FFF2-40B4-BE49-F238E27FC236}">
                <a16:creationId xmlns:a16="http://schemas.microsoft.com/office/drawing/2014/main" id="{3954B6C7-D216-7C9A-9FFC-D2C621EF2CB8}"/>
              </a:ext>
            </a:extLst>
          </p:cNvPr>
          <p:cNvSpPr/>
          <p:nvPr userDrawn="1"/>
        </p:nvSpPr>
        <p:spPr>
          <a:xfrm>
            <a:off x="11439862" y="3593054"/>
            <a:ext cx="204395" cy="204395"/>
          </a:xfrm>
          <a:prstGeom prst="ellipse">
            <a:avLst/>
          </a:prstGeom>
          <a:solidFill>
            <a:schemeClr val="accent4"/>
          </a:solidFill>
          <a:ln w="19050" cap="flat">
            <a:noFill/>
            <a:prstDash val="solid"/>
            <a:miter/>
          </a:ln>
          <a:effectLst/>
        </p:spPr>
        <p:txBody>
          <a:bodyPr rtlCol="0" anchor="ctr"/>
          <a:lstStyle/>
          <a:p>
            <a:pPr algn="l"/>
            <a:endParaRPr lang="en-US"/>
          </a:p>
        </p:txBody>
      </p:sp>
      <p:sp>
        <p:nvSpPr>
          <p:cNvPr id="25" name="Text Placeholder 24">
            <a:extLst>
              <a:ext uri="{FF2B5EF4-FFF2-40B4-BE49-F238E27FC236}">
                <a16:creationId xmlns:a16="http://schemas.microsoft.com/office/drawing/2014/main" id="{D89A97EE-AE3A-C95C-F307-9B0E567CF3DB}"/>
              </a:ext>
            </a:extLst>
          </p:cNvPr>
          <p:cNvSpPr>
            <a:spLocks noGrp="1"/>
          </p:cNvSpPr>
          <p:nvPr>
            <p:ph type="body" sz="quarter" idx="11"/>
          </p:nvPr>
        </p:nvSpPr>
        <p:spPr>
          <a:xfrm>
            <a:off x="107577" y="4506913"/>
            <a:ext cx="1782183" cy="1603375"/>
          </a:xfrm>
          <a:prstGeom prst="rect">
            <a:avLst/>
          </a:prstGeom>
        </p:spPr>
        <p:txBody>
          <a:bodyPr/>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7" name="Text Placeholder 24">
            <a:extLst>
              <a:ext uri="{FF2B5EF4-FFF2-40B4-BE49-F238E27FC236}">
                <a16:creationId xmlns:a16="http://schemas.microsoft.com/office/drawing/2014/main" id="{90877CE7-C1DF-79C0-A348-8EF5A86C0CA4}"/>
              </a:ext>
            </a:extLst>
          </p:cNvPr>
          <p:cNvSpPr>
            <a:spLocks noGrp="1"/>
          </p:cNvSpPr>
          <p:nvPr>
            <p:ph type="body" sz="quarter" idx="12"/>
          </p:nvPr>
        </p:nvSpPr>
        <p:spPr>
          <a:xfrm>
            <a:off x="688487" y="1342016"/>
            <a:ext cx="1787562" cy="1603375"/>
          </a:xfrm>
          <a:prstGeom prst="rect">
            <a:avLst/>
          </a:prstGeom>
        </p:spPr>
        <p:txBody>
          <a:bodyPr anchor="b"/>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8" name="Text Placeholder 24">
            <a:extLst>
              <a:ext uri="{FF2B5EF4-FFF2-40B4-BE49-F238E27FC236}">
                <a16:creationId xmlns:a16="http://schemas.microsoft.com/office/drawing/2014/main" id="{3830A04F-CBCF-3AE0-9BA8-1679E2E263E4}"/>
              </a:ext>
            </a:extLst>
          </p:cNvPr>
          <p:cNvSpPr>
            <a:spLocks noGrp="1"/>
          </p:cNvSpPr>
          <p:nvPr>
            <p:ph type="body" sz="quarter" idx="13"/>
          </p:nvPr>
        </p:nvSpPr>
        <p:spPr>
          <a:xfrm>
            <a:off x="2192768" y="4506913"/>
            <a:ext cx="1782183" cy="1603375"/>
          </a:xfrm>
          <a:prstGeom prst="rect">
            <a:avLst/>
          </a:prstGeom>
        </p:spPr>
        <p:txBody>
          <a:bodyPr/>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9" name="Text Placeholder 24">
            <a:extLst>
              <a:ext uri="{FF2B5EF4-FFF2-40B4-BE49-F238E27FC236}">
                <a16:creationId xmlns:a16="http://schemas.microsoft.com/office/drawing/2014/main" id="{E3012ED2-67E9-EBDD-98D5-3756AF45E238}"/>
              </a:ext>
            </a:extLst>
          </p:cNvPr>
          <p:cNvSpPr>
            <a:spLocks noGrp="1"/>
          </p:cNvSpPr>
          <p:nvPr>
            <p:ph type="body" sz="quarter" idx="14"/>
          </p:nvPr>
        </p:nvSpPr>
        <p:spPr>
          <a:xfrm>
            <a:off x="2580038" y="1342016"/>
            <a:ext cx="1787562" cy="1603375"/>
          </a:xfrm>
          <a:prstGeom prst="rect">
            <a:avLst/>
          </a:prstGeom>
        </p:spPr>
        <p:txBody>
          <a:bodyPr anchor="b"/>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0" name="Text Placeholder 24">
            <a:extLst>
              <a:ext uri="{FF2B5EF4-FFF2-40B4-BE49-F238E27FC236}">
                <a16:creationId xmlns:a16="http://schemas.microsoft.com/office/drawing/2014/main" id="{8AC20938-5995-8ECE-8B22-1187D8CDB9F1}"/>
              </a:ext>
            </a:extLst>
          </p:cNvPr>
          <p:cNvSpPr>
            <a:spLocks noGrp="1"/>
          </p:cNvSpPr>
          <p:nvPr>
            <p:ph type="body" sz="quarter" idx="15"/>
          </p:nvPr>
        </p:nvSpPr>
        <p:spPr>
          <a:xfrm>
            <a:off x="4131833" y="4506913"/>
            <a:ext cx="1782183" cy="1603375"/>
          </a:xfrm>
          <a:prstGeom prst="rect">
            <a:avLst/>
          </a:prstGeom>
        </p:spPr>
        <p:txBody>
          <a:bodyPr/>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1" name="Text Placeholder 24">
            <a:extLst>
              <a:ext uri="{FF2B5EF4-FFF2-40B4-BE49-F238E27FC236}">
                <a16:creationId xmlns:a16="http://schemas.microsoft.com/office/drawing/2014/main" id="{ECE422E7-997C-0915-9FED-608BD72614C4}"/>
              </a:ext>
            </a:extLst>
          </p:cNvPr>
          <p:cNvSpPr>
            <a:spLocks noGrp="1"/>
          </p:cNvSpPr>
          <p:nvPr>
            <p:ph type="body" sz="quarter" idx="16"/>
          </p:nvPr>
        </p:nvSpPr>
        <p:spPr>
          <a:xfrm>
            <a:off x="4497587" y="1342016"/>
            <a:ext cx="1787562" cy="1603375"/>
          </a:xfrm>
          <a:prstGeom prst="rect">
            <a:avLst/>
          </a:prstGeom>
        </p:spPr>
        <p:txBody>
          <a:bodyPr anchor="b"/>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2" name="Text Placeholder 24">
            <a:extLst>
              <a:ext uri="{FF2B5EF4-FFF2-40B4-BE49-F238E27FC236}">
                <a16:creationId xmlns:a16="http://schemas.microsoft.com/office/drawing/2014/main" id="{53565C3D-C224-3B9F-52CD-A2AE55C6F5AF}"/>
              </a:ext>
            </a:extLst>
          </p:cNvPr>
          <p:cNvSpPr>
            <a:spLocks noGrp="1"/>
          </p:cNvSpPr>
          <p:nvPr>
            <p:ph type="body" sz="quarter" idx="17"/>
          </p:nvPr>
        </p:nvSpPr>
        <p:spPr>
          <a:xfrm>
            <a:off x="6017112" y="4506913"/>
            <a:ext cx="1782183" cy="1603375"/>
          </a:xfrm>
          <a:prstGeom prst="rect">
            <a:avLst/>
          </a:prstGeom>
        </p:spPr>
        <p:txBody>
          <a:bodyPr/>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3" name="Text Placeholder 24">
            <a:extLst>
              <a:ext uri="{FF2B5EF4-FFF2-40B4-BE49-F238E27FC236}">
                <a16:creationId xmlns:a16="http://schemas.microsoft.com/office/drawing/2014/main" id="{2F522E69-B964-22CD-3088-1A5059A21B68}"/>
              </a:ext>
            </a:extLst>
          </p:cNvPr>
          <p:cNvSpPr>
            <a:spLocks noGrp="1"/>
          </p:cNvSpPr>
          <p:nvPr>
            <p:ph type="body" sz="quarter" idx="18"/>
          </p:nvPr>
        </p:nvSpPr>
        <p:spPr>
          <a:xfrm>
            <a:off x="6425895" y="1342016"/>
            <a:ext cx="1787562" cy="1603375"/>
          </a:xfrm>
          <a:prstGeom prst="rect">
            <a:avLst/>
          </a:prstGeom>
        </p:spPr>
        <p:txBody>
          <a:bodyPr anchor="b"/>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4" name="Text Placeholder 24">
            <a:extLst>
              <a:ext uri="{FF2B5EF4-FFF2-40B4-BE49-F238E27FC236}">
                <a16:creationId xmlns:a16="http://schemas.microsoft.com/office/drawing/2014/main" id="{3E3D4E01-5B14-AFE4-8114-33E9B631200E}"/>
              </a:ext>
            </a:extLst>
          </p:cNvPr>
          <p:cNvSpPr>
            <a:spLocks noGrp="1"/>
          </p:cNvSpPr>
          <p:nvPr>
            <p:ph type="body" sz="quarter" idx="19"/>
          </p:nvPr>
        </p:nvSpPr>
        <p:spPr>
          <a:xfrm>
            <a:off x="7997415" y="4506913"/>
            <a:ext cx="1782183" cy="1603375"/>
          </a:xfrm>
          <a:prstGeom prst="rect">
            <a:avLst/>
          </a:prstGeom>
        </p:spPr>
        <p:txBody>
          <a:bodyPr/>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5" name="Text Placeholder 24">
            <a:extLst>
              <a:ext uri="{FF2B5EF4-FFF2-40B4-BE49-F238E27FC236}">
                <a16:creationId xmlns:a16="http://schemas.microsoft.com/office/drawing/2014/main" id="{53240834-2338-690C-F9CD-EBD406BB169C}"/>
              </a:ext>
            </a:extLst>
          </p:cNvPr>
          <p:cNvSpPr>
            <a:spLocks noGrp="1"/>
          </p:cNvSpPr>
          <p:nvPr>
            <p:ph type="body" sz="quarter" idx="20"/>
          </p:nvPr>
        </p:nvSpPr>
        <p:spPr>
          <a:xfrm>
            <a:off x="8352406" y="1342016"/>
            <a:ext cx="1787562" cy="1603375"/>
          </a:xfrm>
          <a:prstGeom prst="rect">
            <a:avLst/>
          </a:prstGeom>
        </p:spPr>
        <p:txBody>
          <a:bodyPr anchor="b"/>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6" name="Text Placeholder 24">
            <a:extLst>
              <a:ext uri="{FF2B5EF4-FFF2-40B4-BE49-F238E27FC236}">
                <a16:creationId xmlns:a16="http://schemas.microsoft.com/office/drawing/2014/main" id="{53CDCAE9-5BE2-F890-476C-31F0ED9582CC}"/>
              </a:ext>
            </a:extLst>
          </p:cNvPr>
          <p:cNvSpPr>
            <a:spLocks noGrp="1"/>
          </p:cNvSpPr>
          <p:nvPr>
            <p:ph type="body" sz="quarter" idx="21"/>
          </p:nvPr>
        </p:nvSpPr>
        <p:spPr>
          <a:xfrm>
            <a:off x="9925723" y="4506913"/>
            <a:ext cx="1782183" cy="1603375"/>
          </a:xfrm>
          <a:prstGeom prst="rect">
            <a:avLst/>
          </a:prstGeom>
        </p:spPr>
        <p:txBody>
          <a:bodyPr/>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7" name="Text Placeholder 24">
            <a:extLst>
              <a:ext uri="{FF2B5EF4-FFF2-40B4-BE49-F238E27FC236}">
                <a16:creationId xmlns:a16="http://schemas.microsoft.com/office/drawing/2014/main" id="{544AE7E4-963F-E999-0C67-057DBA88621A}"/>
              </a:ext>
            </a:extLst>
          </p:cNvPr>
          <p:cNvSpPr>
            <a:spLocks noGrp="1"/>
          </p:cNvSpPr>
          <p:nvPr>
            <p:ph type="body" sz="quarter" idx="22"/>
          </p:nvPr>
        </p:nvSpPr>
        <p:spPr>
          <a:xfrm>
            <a:off x="10291468" y="1342016"/>
            <a:ext cx="1787562" cy="1603375"/>
          </a:xfrm>
          <a:prstGeom prst="rect">
            <a:avLst/>
          </a:prstGeom>
        </p:spPr>
        <p:txBody>
          <a:bodyPr anchor="b"/>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cxnSp>
        <p:nvCxnSpPr>
          <p:cNvPr id="39" name="Straight Arrow Connector 38">
            <a:extLst>
              <a:ext uri="{FF2B5EF4-FFF2-40B4-BE49-F238E27FC236}">
                <a16:creationId xmlns:a16="http://schemas.microsoft.com/office/drawing/2014/main" id="{98207040-5CB2-69CB-7797-7204A0A53E3A}"/>
              </a:ext>
            </a:extLst>
          </p:cNvPr>
          <p:cNvCxnSpPr/>
          <p:nvPr userDrawn="1"/>
        </p:nvCxnSpPr>
        <p:spPr bwMode="auto">
          <a:xfrm>
            <a:off x="1893346" y="3033657"/>
            <a:ext cx="0" cy="462579"/>
          </a:xfrm>
          <a:prstGeom prst="straightConnector1">
            <a:avLst/>
          </a:prstGeom>
          <a:noFill/>
          <a:ln w="25400" cap="flat" cmpd="sng" algn="ctr">
            <a:solidFill>
              <a:schemeClr val="accent1"/>
            </a:solidFill>
            <a:prstDash val="solid"/>
            <a:round/>
            <a:headEnd type="none" w="med" len="med"/>
            <a:tailEnd type="triangle"/>
          </a:ln>
          <a:effectLst/>
        </p:spPr>
      </p:cxnSp>
      <p:cxnSp>
        <p:nvCxnSpPr>
          <p:cNvPr id="40" name="Straight Arrow Connector 39">
            <a:extLst>
              <a:ext uri="{FF2B5EF4-FFF2-40B4-BE49-F238E27FC236}">
                <a16:creationId xmlns:a16="http://schemas.microsoft.com/office/drawing/2014/main" id="{524BCC28-A1FA-E762-5B19-028411BACDE7}"/>
              </a:ext>
            </a:extLst>
          </p:cNvPr>
          <p:cNvCxnSpPr/>
          <p:nvPr userDrawn="1"/>
        </p:nvCxnSpPr>
        <p:spPr bwMode="auto">
          <a:xfrm>
            <a:off x="3831516" y="3033657"/>
            <a:ext cx="0" cy="462579"/>
          </a:xfrm>
          <a:prstGeom prst="straightConnector1">
            <a:avLst/>
          </a:prstGeom>
          <a:noFill/>
          <a:ln w="25400" cap="flat" cmpd="sng" algn="ctr">
            <a:solidFill>
              <a:schemeClr val="accent3"/>
            </a:solidFill>
            <a:prstDash val="solid"/>
            <a:round/>
            <a:headEnd type="none" w="med" len="med"/>
            <a:tailEnd type="triangle"/>
          </a:ln>
          <a:effectLst/>
        </p:spPr>
      </p:cxnSp>
      <p:cxnSp>
        <p:nvCxnSpPr>
          <p:cNvPr id="41" name="Straight Arrow Connector 40">
            <a:extLst>
              <a:ext uri="{FF2B5EF4-FFF2-40B4-BE49-F238E27FC236}">
                <a16:creationId xmlns:a16="http://schemas.microsoft.com/office/drawing/2014/main" id="{C9F68A62-C55E-5CAE-AD4A-1CB6864A6A22}"/>
              </a:ext>
            </a:extLst>
          </p:cNvPr>
          <p:cNvCxnSpPr/>
          <p:nvPr userDrawn="1"/>
        </p:nvCxnSpPr>
        <p:spPr bwMode="auto">
          <a:xfrm>
            <a:off x="5748168" y="3033657"/>
            <a:ext cx="0" cy="462579"/>
          </a:xfrm>
          <a:prstGeom prst="straightConnector1">
            <a:avLst/>
          </a:prstGeom>
          <a:noFill/>
          <a:ln w="25400" cap="flat" cmpd="sng" algn="ctr">
            <a:solidFill>
              <a:schemeClr val="accent3"/>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06B5F9AA-9D82-DF0C-F9BF-37B08E7E3786}"/>
              </a:ext>
            </a:extLst>
          </p:cNvPr>
          <p:cNvCxnSpPr/>
          <p:nvPr userDrawn="1"/>
        </p:nvCxnSpPr>
        <p:spPr bwMode="auto">
          <a:xfrm>
            <a:off x="7686338" y="3033657"/>
            <a:ext cx="0" cy="462579"/>
          </a:xfrm>
          <a:prstGeom prst="straightConnector1">
            <a:avLst/>
          </a:prstGeom>
          <a:noFill/>
          <a:ln w="25400" cap="flat" cmpd="sng" algn="ctr">
            <a:solidFill>
              <a:schemeClr val="accent2"/>
            </a:solidFill>
            <a:prstDash val="solid"/>
            <a:round/>
            <a:headEnd type="none" w="med" len="med"/>
            <a:tailEnd type="triangle"/>
          </a:ln>
          <a:effectLst/>
        </p:spPr>
      </p:cxnSp>
      <p:cxnSp>
        <p:nvCxnSpPr>
          <p:cNvPr id="43" name="Straight Arrow Connector 42">
            <a:extLst>
              <a:ext uri="{FF2B5EF4-FFF2-40B4-BE49-F238E27FC236}">
                <a16:creationId xmlns:a16="http://schemas.microsoft.com/office/drawing/2014/main" id="{A9AD43CB-2272-D341-B2E9-335F60DE3A70}"/>
              </a:ext>
            </a:extLst>
          </p:cNvPr>
          <p:cNvCxnSpPr/>
          <p:nvPr userDrawn="1"/>
        </p:nvCxnSpPr>
        <p:spPr bwMode="auto">
          <a:xfrm>
            <a:off x="9601200" y="3033657"/>
            <a:ext cx="0" cy="462579"/>
          </a:xfrm>
          <a:prstGeom prst="straightConnector1">
            <a:avLst/>
          </a:prstGeom>
          <a:noFill/>
          <a:ln w="25400" cap="flat" cmpd="sng" algn="ctr">
            <a:solidFill>
              <a:schemeClr val="accent4"/>
            </a:solidFill>
            <a:prstDash val="solid"/>
            <a:round/>
            <a:headEnd type="none" w="med" len="med"/>
            <a:tailEnd type="triangle"/>
          </a:ln>
          <a:effectLst/>
        </p:spPr>
      </p:cxnSp>
      <p:cxnSp>
        <p:nvCxnSpPr>
          <p:cNvPr id="44" name="Straight Arrow Connector 43">
            <a:extLst>
              <a:ext uri="{FF2B5EF4-FFF2-40B4-BE49-F238E27FC236}">
                <a16:creationId xmlns:a16="http://schemas.microsoft.com/office/drawing/2014/main" id="{60A2C6AA-B98C-8F89-6C07-33E23F5A7220}"/>
              </a:ext>
            </a:extLst>
          </p:cNvPr>
          <p:cNvCxnSpPr/>
          <p:nvPr userDrawn="1"/>
        </p:nvCxnSpPr>
        <p:spPr bwMode="auto">
          <a:xfrm>
            <a:off x="11549232" y="3033657"/>
            <a:ext cx="0" cy="462579"/>
          </a:xfrm>
          <a:prstGeom prst="straightConnector1">
            <a:avLst/>
          </a:prstGeom>
          <a:noFill/>
          <a:ln w="25400" cap="flat" cmpd="sng" algn="ctr">
            <a:solidFill>
              <a:schemeClr val="accent4"/>
            </a:solidFill>
            <a:prstDash val="solid"/>
            <a:round/>
            <a:headEnd type="none" w="med" len="med"/>
            <a:tailEnd type="triangle"/>
          </a:ln>
          <a:effectLst/>
        </p:spPr>
      </p:cxnSp>
      <p:cxnSp>
        <p:nvCxnSpPr>
          <p:cNvPr id="45" name="Straight Arrow Connector 44">
            <a:extLst>
              <a:ext uri="{FF2B5EF4-FFF2-40B4-BE49-F238E27FC236}">
                <a16:creationId xmlns:a16="http://schemas.microsoft.com/office/drawing/2014/main" id="{AC1A3E16-FDFE-067A-4D54-767DFAC5DC15}"/>
              </a:ext>
            </a:extLst>
          </p:cNvPr>
          <p:cNvCxnSpPr/>
          <p:nvPr userDrawn="1"/>
        </p:nvCxnSpPr>
        <p:spPr bwMode="auto">
          <a:xfrm flipV="1">
            <a:off x="916193" y="4100457"/>
            <a:ext cx="0" cy="462579"/>
          </a:xfrm>
          <a:prstGeom prst="straightConnector1">
            <a:avLst/>
          </a:prstGeom>
          <a:noFill/>
          <a:ln w="25400" cap="flat" cmpd="sng" algn="ctr">
            <a:solidFill>
              <a:schemeClr val="accent1"/>
            </a:solidFill>
            <a:prstDash val="solid"/>
            <a:round/>
            <a:headEnd type="none" w="med" len="med"/>
            <a:tailEnd type="triangle"/>
          </a:ln>
          <a:effectLst/>
        </p:spPr>
      </p:cxnSp>
      <p:cxnSp>
        <p:nvCxnSpPr>
          <p:cNvPr id="46" name="Straight Arrow Connector 45">
            <a:extLst>
              <a:ext uri="{FF2B5EF4-FFF2-40B4-BE49-F238E27FC236}">
                <a16:creationId xmlns:a16="http://schemas.microsoft.com/office/drawing/2014/main" id="{32CE03EF-9262-F0E2-94A6-1E55C538F379}"/>
              </a:ext>
            </a:extLst>
          </p:cNvPr>
          <p:cNvCxnSpPr/>
          <p:nvPr userDrawn="1"/>
        </p:nvCxnSpPr>
        <p:spPr bwMode="auto">
          <a:xfrm flipV="1">
            <a:off x="2854363" y="4100457"/>
            <a:ext cx="0" cy="462579"/>
          </a:xfrm>
          <a:prstGeom prst="straightConnector1">
            <a:avLst/>
          </a:prstGeom>
          <a:noFill/>
          <a:ln w="25400" cap="flat" cmpd="sng" algn="ctr">
            <a:solidFill>
              <a:schemeClr val="accent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7102FE42-EF4B-B644-6990-8F26C87021D9}"/>
              </a:ext>
            </a:extLst>
          </p:cNvPr>
          <p:cNvCxnSpPr/>
          <p:nvPr userDrawn="1"/>
        </p:nvCxnSpPr>
        <p:spPr bwMode="auto">
          <a:xfrm flipV="1">
            <a:off x="4803289" y="4100457"/>
            <a:ext cx="0" cy="462579"/>
          </a:xfrm>
          <a:prstGeom prst="straightConnector1">
            <a:avLst/>
          </a:prstGeom>
          <a:noFill/>
          <a:ln w="25400" cap="flat" cmpd="sng" algn="ctr">
            <a:solidFill>
              <a:schemeClr val="accent3"/>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849ADA9B-693B-C7D0-F854-746AEB1B65E1}"/>
              </a:ext>
            </a:extLst>
          </p:cNvPr>
          <p:cNvCxnSpPr/>
          <p:nvPr userDrawn="1"/>
        </p:nvCxnSpPr>
        <p:spPr bwMode="auto">
          <a:xfrm flipV="1">
            <a:off x="6709185" y="4100457"/>
            <a:ext cx="0" cy="462579"/>
          </a:xfrm>
          <a:prstGeom prst="straightConnector1">
            <a:avLst/>
          </a:prstGeom>
          <a:noFill/>
          <a:ln w="25400" cap="flat" cmpd="sng" algn="ctr">
            <a:solidFill>
              <a:schemeClr val="accent2"/>
            </a:solidFill>
            <a:prstDash val="solid"/>
            <a:round/>
            <a:headEnd type="none" w="med" len="med"/>
            <a:tailEnd type="triangle"/>
          </a:ln>
          <a:effectLst/>
        </p:spPr>
      </p:cxnSp>
      <p:cxnSp>
        <p:nvCxnSpPr>
          <p:cNvPr id="49" name="Straight Arrow Connector 48">
            <a:extLst>
              <a:ext uri="{FF2B5EF4-FFF2-40B4-BE49-F238E27FC236}">
                <a16:creationId xmlns:a16="http://schemas.microsoft.com/office/drawing/2014/main" id="{B2727555-80D7-9CCD-1F8B-3BD4B51D5D61}"/>
              </a:ext>
            </a:extLst>
          </p:cNvPr>
          <p:cNvCxnSpPr/>
          <p:nvPr userDrawn="1"/>
        </p:nvCxnSpPr>
        <p:spPr bwMode="auto">
          <a:xfrm flipV="1">
            <a:off x="8656321" y="4100457"/>
            <a:ext cx="0" cy="462579"/>
          </a:xfrm>
          <a:prstGeom prst="straightConnector1">
            <a:avLst/>
          </a:prstGeom>
          <a:noFill/>
          <a:ln w="25400" cap="flat" cmpd="sng" algn="ctr">
            <a:solidFill>
              <a:schemeClr val="accent2"/>
            </a:solidFill>
            <a:prstDash val="solid"/>
            <a:round/>
            <a:headEnd type="none" w="med" len="med"/>
            <a:tailEnd type="triangle"/>
          </a:ln>
          <a:effectLst/>
        </p:spPr>
      </p:cxnSp>
      <p:cxnSp>
        <p:nvCxnSpPr>
          <p:cNvPr id="50" name="Straight Arrow Connector 49">
            <a:extLst>
              <a:ext uri="{FF2B5EF4-FFF2-40B4-BE49-F238E27FC236}">
                <a16:creationId xmlns:a16="http://schemas.microsoft.com/office/drawing/2014/main" id="{F1E891A0-661A-EADB-1EEC-7BD195C7EDB1}"/>
              </a:ext>
            </a:extLst>
          </p:cNvPr>
          <p:cNvCxnSpPr/>
          <p:nvPr userDrawn="1"/>
        </p:nvCxnSpPr>
        <p:spPr bwMode="auto">
          <a:xfrm flipV="1">
            <a:off x="10572079" y="4100457"/>
            <a:ext cx="0" cy="462579"/>
          </a:xfrm>
          <a:prstGeom prst="straightConnector1">
            <a:avLst/>
          </a:prstGeom>
          <a:noFill/>
          <a:ln w="25400" cap="flat" cmpd="sng" algn="ctr">
            <a:solidFill>
              <a:schemeClr val="accent4"/>
            </a:solidFill>
            <a:prstDash val="solid"/>
            <a:round/>
            <a:headEnd type="none" w="med" len="med"/>
            <a:tailEnd type="triangle"/>
          </a:ln>
          <a:effectLst/>
        </p:spPr>
      </p:cxnSp>
    </p:spTree>
    <p:extLst>
      <p:ext uri="{BB962C8B-B14F-4D97-AF65-F5344CB8AC3E}">
        <p14:creationId xmlns:p14="http://schemas.microsoft.com/office/powerpoint/2010/main" val="3055551146"/>
      </p:ext>
    </p:extLst>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meline with Setup Text above">
    <p:bg>
      <p:bgPr>
        <a:solidFill>
          <a:srgbClr val="FFFFFF"/>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7" name="Picture 6">
            <a:extLst>
              <a:ext uri="{FF2B5EF4-FFF2-40B4-BE49-F238E27FC236}">
                <a16:creationId xmlns:a16="http://schemas.microsoft.com/office/drawing/2014/main" id="{937F3F8B-7ECA-9D7C-2F3F-82F8C03B623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cxnSp>
        <p:nvCxnSpPr>
          <p:cNvPr id="2" name="Straight Connector 1">
            <a:extLst>
              <a:ext uri="{FF2B5EF4-FFF2-40B4-BE49-F238E27FC236}">
                <a16:creationId xmlns:a16="http://schemas.microsoft.com/office/drawing/2014/main" id="{5A42A3AB-DE9A-2A15-70E0-7B11BF266D0C}"/>
              </a:ext>
            </a:extLst>
          </p:cNvPr>
          <p:cNvCxnSpPr/>
          <p:nvPr userDrawn="1"/>
        </p:nvCxnSpPr>
        <p:spPr bwMode="auto">
          <a:xfrm>
            <a:off x="0" y="4475182"/>
            <a:ext cx="12192000" cy="0"/>
          </a:xfrm>
          <a:prstGeom prst="line">
            <a:avLst/>
          </a:prstGeom>
          <a:noFill/>
          <a:ln w="25400" cap="flat" cmpd="sng" algn="ctr">
            <a:solidFill>
              <a:schemeClr val="tx2"/>
            </a:solidFill>
            <a:prstDash val="solid"/>
            <a:round/>
            <a:headEnd type="none" w="med" len="med"/>
            <a:tailEnd type="none" w="med" len="med"/>
          </a:ln>
          <a:effectLst/>
        </p:spPr>
      </p:cxnSp>
      <p:sp>
        <p:nvSpPr>
          <p:cNvPr id="3" name="TextBox 2">
            <a:extLst>
              <a:ext uri="{FF2B5EF4-FFF2-40B4-BE49-F238E27FC236}">
                <a16:creationId xmlns:a16="http://schemas.microsoft.com/office/drawing/2014/main" id="{094B9661-BBF0-F4B9-ACE1-EC96C0D65724}"/>
              </a:ext>
            </a:extLst>
          </p:cNvPr>
          <p:cNvSpPr txBox="1"/>
          <p:nvPr userDrawn="1"/>
        </p:nvSpPr>
        <p:spPr>
          <a:xfrm>
            <a:off x="1301676" y="3829717"/>
            <a:ext cx="1059906" cy="1200329"/>
          </a:xfrm>
          <a:prstGeom prst="rect">
            <a:avLst/>
          </a:prstGeom>
        </p:spPr>
        <p:txBody>
          <a:bodyPr wrap="none" rtlCol="0" anchor="t">
            <a:spAutoFit/>
          </a:bodyPr>
          <a:lstStyle/>
          <a:p>
            <a:pPr algn="l" defTabSz="914400">
              <a:buClr>
                <a:schemeClr val="bg2"/>
              </a:buClr>
              <a:tabLst/>
            </a:pPr>
            <a:r>
              <a:rPr lang="en-US" sz="7200" b="1" kern="0">
                <a:solidFill>
                  <a:schemeClr val="accent1">
                    <a:alpha val="9720"/>
                  </a:schemeClr>
                </a:solidFill>
                <a:latin typeface="+mj-lt"/>
              </a:rPr>
              <a:t>Q1</a:t>
            </a:r>
          </a:p>
        </p:txBody>
      </p:sp>
      <p:sp>
        <p:nvSpPr>
          <p:cNvPr id="4" name="TextBox 3">
            <a:extLst>
              <a:ext uri="{FF2B5EF4-FFF2-40B4-BE49-F238E27FC236}">
                <a16:creationId xmlns:a16="http://schemas.microsoft.com/office/drawing/2014/main" id="{2495172C-9345-CC52-2D7C-D8C1653DABC3}"/>
              </a:ext>
            </a:extLst>
          </p:cNvPr>
          <p:cNvSpPr txBox="1"/>
          <p:nvPr userDrawn="1"/>
        </p:nvSpPr>
        <p:spPr>
          <a:xfrm>
            <a:off x="4214308" y="3829717"/>
            <a:ext cx="1250663" cy="1200329"/>
          </a:xfrm>
          <a:prstGeom prst="rect">
            <a:avLst/>
          </a:prstGeom>
        </p:spPr>
        <p:txBody>
          <a:bodyPr wrap="none" rtlCol="0" anchor="t">
            <a:spAutoFit/>
          </a:bodyPr>
          <a:lstStyle/>
          <a:p>
            <a:pPr algn="l" defTabSz="914400">
              <a:buClr>
                <a:schemeClr val="bg2"/>
              </a:buClr>
              <a:tabLst/>
            </a:pPr>
            <a:r>
              <a:rPr lang="en-US" sz="7200" b="1" kern="0">
                <a:solidFill>
                  <a:schemeClr val="accent3">
                    <a:alpha val="9720"/>
                  </a:schemeClr>
                </a:solidFill>
                <a:latin typeface="+mj-lt"/>
              </a:rPr>
              <a:t>Q2</a:t>
            </a:r>
          </a:p>
        </p:txBody>
      </p:sp>
      <p:sp>
        <p:nvSpPr>
          <p:cNvPr id="5" name="TextBox 4">
            <a:extLst>
              <a:ext uri="{FF2B5EF4-FFF2-40B4-BE49-F238E27FC236}">
                <a16:creationId xmlns:a16="http://schemas.microsoft.com/office/drawing/2014/main" id="{10371B8B-1274-5636-C8B2-7AAE0FF8E9A1}"/>
              </a:ext>
            </a:extLst>
          </p:cNvPr>
          <p:cNvSpPr txBox="1"/>
          <p:nvPr userDrawn="1"/>
        </p:nvSpPr>
        <p:spPr>
          <a:xfrm>
            <a:off x="7076738" y="3829717"/>
            <a:ext cx="1231427" cy="1200329"/>
          </a:xfrm>
          <a:prstGeom prst="rect">
            <a:avLst/>
          </a:prstGeom>
        </p:spPr>
        <p:txBody>
          <a:bodyPr wrap="none" rtlCol="0" anchor="t">
            <a:spAutoFit/>
          </a:bodyPr>
          <a:lstStyle/>
          <a:p>
            <a:pPr algn="l" defTabSz="914400">
              <a:buClr>
                <a:schemeClr val="bg2"/>
              </a:buClr>
              <a:tabLst/>
            </a:pPr>
            <a:r>
              <a:rPr lang="en-US" sz="7200" b="1" kern="0">
                <a:solidFill>
                  <a:schemeClr val="accent2">
                    <a:alpha val="9720"/>
                  </a:schemeClr>
                </a:solidFill>
                <a:latin typeface="+mj-lt"/>
              </a:rPr>
              <a:t>Q3</a:t>
            </a:r>
          </a:p>
        </p:txBody>
      </p:sp>
      <p:sp>
        <p:nvSpPr>
          <p:cNvPr id="6" name="TextBox 5">
            <a:extLst>
              <a:ext uri="{FF2B5EF4-FFF2-40B4-BE49-F238E27FC236}">
                <a16:creationId xmlns:a16="http://schemas.microsoft.com/office/drawing/2014/main" id="{8FAB8A73-8F1B-59C6-B39E-DE8E23BBEC97}"/>
              </a:ext>
            </a:extLst>
          </p:cNvPr>
          <p:cNvSpPr txBox="1"/>
          <p:nvPr userDrawn="1"/>
        </p:nvSpPr>
        <p:spPr>
          <a:xfrm>
            <a:off x="9949927" y="3829717"/>
            <a:ext cx="1290738" cy="1200329"/>
          </a:xfrm>
          <a:prstGeom prst="rect">
            <a:avLst/>
          </a:prstGeom>
        </p:spPr>
        <p:txBody>
          <a:bodyPr wrap="none" rtlCol="0" anchor="t">
            <a:spAutoFit/>
          </a:bodyPr>
          <a:lstStyle/>
          <a:p>
            <a:pPr algn="l" defTabSz="914400">
              <a:buClr>
                <a:schemeClr val="bg2"/>
              </a:buClr>
              <a:tabLst/>
            </a:pPr>
            <a:r>
              <a:rPr lang="en-US" sz="7200" b="1" kern="0">
                <a:solidFill>
                  <a:schemeClr val="accent4">
                    <a:alpha val="9720"/>
                  </a:schemeClr>
                </a:solidFill>
                <a:latin typeface="+mj-lt"/>
              </a:rPr>
              <a:t>Q4</a:t>
            </a:r>
          </a:p>
        </p:txBody>
      </p:sp>
      <p:graphicFrame>
        <p:nvGraphicFramePr>
          <p:cNvPr id="11" name="Table 10">
            <a:extLst>
              <a:ext uri="{FF2B5EF4-FFF2-40B4-BE49-F238E27FC236}">
                <a16:creationId xmlns:a16="http://schemas.microsoft.com/office/drawing/2014/main" id="{64D19D10-CDBA-46DB-2FFE-0977840ADE64}"/>
              </a:ext>
            </a:extLst>
          </p:cNvPr>
          <p:cNvGraphicFramePr>
            <a:graphicFrameLocks noGrp="1"/>
          </p:cNvGraphicFramePr>
          <p:nvPr userDrawn="1">
            <p:extLst>
              <p:ext uri="{D42A27DB-BD31-4B8C-83A1-F6EECF244321}">
                <p14:modId xmlns:p14="http://schemas.microsoft.com/office/powerpoint/2010/main" val="2679630351"/>
              </p:ext>
            </p:extLst>
          </p:nvPr>
        </p:nvGraphicFramePr>
        <p:xfrm>
          <a:off x="408791" y="4579583"/>
          <a:ext cx="11564472" cy="304800"/>
        </p:xfrm>
        <a:graphic>
          <a:graphicData uri="http://schemas.openxmlformats.org/drawingml/2006/table">
            <a:tbl>
              <a:tblPr firstRow="1" bandRow="1">
                <a:tableStyleId>{5C22544A-7EE6-4342-B048-85BDC9FD1C3A}</a:tableStyleId>
              </a:tblPr>
              <a:tblGrid>
                <a:gridCol w="963706">
                  <a:extLst>
                    <a:ext uri="{9D8B030D-6E8A-4147-A177-3AD203B41FA5}">
                      <a16:colId xmlns:a16="http://schemas.microsoft.com/office/drawing/2014/main" val="4109886988"/>
                    </a:ext>
                  </a:extLst>
                </a:gridCol>
                <a:gridCol w="963706">
                  <a:extLst>
                    <a:ext uri="{9D8B030D-6E8A-4147-A177-3AD203B41FA5}">
                      <a16:colId xmlns:a16="http://schemas.microsoft.com/office/drawing/2014/main" val="2719135552"/>
                    </a:ext>
                  </a:extLst>
                </a:gridCol>
                <a:gridCol w="963706">
                  <a:extLst>
                    <a:ext uri="{9D8B030D-6E8A-4147-A177-3AD203B41FA5}">
                      <a16:colId xmlns:a16="http://schemas.microsoft.com/office/drawing/2014/main" val="1942664055"/>
                    </a:ext>
                  </a:extLst>
                </a:gridCol>
                <a:gridCol w="963706">
                  <a:extLst>
                    <a:ext uri="{9D8B030D-6E8A-4147-A177-3AD203B41FA5}">
                      <a16:colId xmlns:a16="http://schemas.microsoft.com/office/drawing/2014/main" val="440279873"/>
                    </a:ext>
                  </a:extLst>
                </a:gridCol>
                <a:gridCol w="963706">
                  <a:extLst>
                    <a:ext uri="{9D8B030D-6E8A-4147-A177-3AD203B41FA5}">
                      <a16:colId xmlns:a16="http://schemas.microsoft.com/office/drawing/2014/main" val="11894438"/>
                    </a:ext>
                  </a:extLst>
                </a:gridCol>
                <a:gridCol w="963706">
                  <a:extLst>
                    <a:ext uri="{9D8B030D-6E8A-4147-A177-3AD203B41FA5}">
                      <a16:colId xmlns:a16="http://schemas.microsoft.com/office/drawing/2014/main" val="4189786897"/>
                    </a:ext>
                  </a:extLst>
                </a:gridCol>
                <a:gridCol w="963706">
                  <a:extLst>
                    <a:ext uri="{9D8B030D-6E8A-4147-A177-3AD203B41FA5}">
                      <a16:colId xmlns:a16="http://schemas.microsoft.com/office/drawing/2014/main" val="1211118396"/>
                    </a:ext>
                  </a:extLst>
                </a:gridCol>
                <a:gridCol w="963706">
                  <a:extLst>
                    <a:ext uri="{9D8B030D-6E8A-4147-A177-3AD203B41FA5}">
                      <a16:colId xmlns:a16="http://schemas.microsoft.com/office/drawing/2014/main" val="2986738721"/>
                    </a:ext>
                  </a:extLst>
                </a:gridCol>
                <a:gridCol w="963706">
                  <a:extLst>
                    <a:ext uri="{9D8B030D-6E8A-4147-A177-3AD203B41FA5}">
                      <a16:colId xmlns:a16="http://schemas.microsoft.com/office/drawing/2014/main" val="3798952867"/>
                    </a:ext>
                  </a:extLst>
                </a:gridCol>
                <a:gridCol w="963706">
                  <a:extLst>
                    <a:ext uri="{9D8B030D-6E8A-4147-A177-3AD203B41FA5}">
                      <a16:colId xmlns:a16="http://schemas.microsoft.com/office/drawing/2014/main" val="1519701535"/>
                    </a:ext>
                  </a:extLst>
                </a:gridCol>
                <a:gridCol w="963706">
                  <a:extLst>
                    <a:ext uri="{9D8B030D-6E8A-4147-A177-3AD203B41FA5}">
                      <a16:colId xmlns:a16="http://schemas.microsoft.com/office/drawing/2014/main" val="3065869045"/>
                    </a:ext>
                  </a:extLst>
                </a:gridCol>
                <a:gridCol w="963706">
                  <a:extLst>
                    <a:ext uri="{9D8B030D-6E8A-4147-A177-3AD203B41FA5}">
                      <a16:colId xmlns:a16="http://schemas.microsoft.com/office/drawing/2014/main" val="1933257235"/>
                    </a:ext>
                  </a:extLst>
                </a:gridCol>
              </a:tblGrid>
              <a:tr h="278519">
                <a:tc>
                  <a:txBody>
                    <a:bodyPr/>
                    <a:lstStyle/>
                    <a:p>
                      <a:pPr marL="0" indent="0" algn="ctr">
                        <a:buFont typeface="Arial" panose="020B0604020202020204" pitchFamily="34" charset="0"/>
                        <a:buNone/>
                      </a:pPr>
                      <a:r>
                        <a:rPr lang="en-US" sz="1400" b="1" i="0" spc="0">
                          <a:solidFill>
                            <a:schemeClr val="bg2"/>
                          </a:solidFill>
                          <a:latin typeface="Barlow Light" pitchFamily="2" charset="77"/>
                        </a:rPr>
                        <a:t>OCT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NOV</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DEC</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JAN</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FEB</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MAR</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APR</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MAY</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JUN</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JUL</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AUG</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SEPT</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1450937"/>
                  </a:ext>
                </a:extLst>
              </a:tr>
            </a:tbl>
          </a:graphicData>
        </a:graphic>
      </p:graphicFrame>
      <p:sp>
        <p:nvSpPr>
          <p:cNvPr id="12" name="Oval 11">
            <a:extLst>
              <a:ext uri="{FF2B5EF4-FFF2-40B4-BE49-F238E27FC236}">
                <a16:creationId xmlns:a16="http://schemas.microsoft.com/office/drawing/2014/main" id="{16B5EB3D-86B3-31AB-BB4A-9A8147B2426E}"/>
              </a:ext>
            </a:extLst>
          </p:cNvPr>
          <p:cNvSpPr/>
          <p:nvPr userDrawn="1"/>
        </p:nvSpPr>
        <p:spPr>
          <a:xfrm>
            <a:off x="828338" y="4378363"/>
            <a:ext cx="204395" cy="204395"/>
          </a:xfrm>
          <a:prstGeom prst="ellipse">
            <a:avLst/>
          </a:prstGeom>
          <a:solidFill>
            <a:schemeClr val="accent1"/>
          </a:solidFill>
          <a:ln w="19050" cap="flat">
            <a:noFill/>
            <a:prstDash val="solid"/>
            <a:miter/>
          </a:ln>
          <a:effectLst/>
        </p:spPr>
        <p:txBody>
          <a:bodyPr rtlCol="0" anchor="ctr"/>
          <a:lstStyle/>
          <a:p>
            <a:pPr algn="l"/>
            <a:endParaRPr lang="en-US"/>
          </a:p>
        </p:txBody>
      </p:sp>
      <p:sp>
        <p:nvSpPr>
          <p:cNvPr id="13" name="Oval 12">
            <a:extLst>
              <a:ext uri="{FF2B5EF4-FFF2-40B4-BE49-F238E27FC236}">
                <a16:creationId xmlns:a16="http://schemas.microsoft.com/office/drawing/2014/main" id="{DEB65796-05F9-5A07-389A-E2E1D24EF18C}"/>
              </a:ext>
            </a:extLst>
          </p:cNvPr>
          <p:cNvSpPr/>
          <p:nvPr userDrawn="1"/>
        </p:nvSpPr>
        <p:spPr>
          <a:xfrm>
            <a:off x="1793022" y="4378363"/>
            <a:ext cx="204395" cy="204395"/>
          </a:xfrm>
          <a:prstGeom prst="ellipse">
            <a:avLst/>
          </a:prstGeom>
          <a:solidFill>
            <a:schemeClr val="accent1"/>
          </a:solidFill>
          <a:ln w="19050" cap="flat">
            <a:noFill/>
            <a:prstDash val="solid"/>
            <a:miter/>
          </a:ln>
          <a:effectLst/>
        </p:spPr>
        <p:txBody>
          <a:bodyPr rtlCol="0" anchor="ctr"/>
          <a:lstStyle/>
          <a:p>
            <a:pPr algn="l"/>
            <a:endParaRPr lang="en-US"/>
          </a:p>
        </p:txBody>
      </p:sp>
      <p:sp>
        <p:nvSpPr>
          <p:cNvPr id="14" name="Oval 13">
            <a:extLst>
              <a:ext uri="{FF2B5EF4-FFF2-40B4-BE49-F238E27FC236}">
                <a16:creationId xmlns:a16="http://schemas.microsoft.com/office/drawing/2014/main" id="{C498A5E5-CD1F-EE9A-B7A8-176E358CF5F1}"/>
              </a:ext>
            </a:extLst>
          </p:cNvPr>
          <p:cNvSpPr/>
          <p:nvPr userDrawn="1"/>
        </p:nvSpPr>
        <p:spPr>
          <a:xfrm>
            <a:off x="2757706" y="4378363"/>
            <a:ext cx="204395" cy="204395"/>
          </a:xfrm>
          <a:prstGeom prst="ellipse">
            <a:avLst/>
          </a:prstGeom>
          <a:solidFill>
            <a:schemeClr val="accent1"/>
          </a:solidFill>
          <a:ln w="19050" cap="flat">
            <a:noFill/>
            <a:prstDash val="solid"/>
            <a:miter/>
          </a:ln>
          <a:effectLst/>
        </p:spPr>
        <p:txBody>
          <a:bodyPr rtlCol="0" anchor="ctr"/>
          <a:lstStyle/>
          <a:p>
            <a:pPr algn="l"/>
            <a:endParaRPr lang="en-US"/>
          </a:p>
        </p:txBody>
      </p:sp>
      <p:sp>
        <p:nvSpPr>
          <p:cNvPr id="15" name="Oval 14">
            <a:extLst>
              <a:ext uri="{FF2B5EF4-FFF2-40B4-BE49-F238E27FC236}">
                <a16:creationId xmlns:a16="http://schemas.microsoft.com/office/drawing/2014/main" id="{390FC2D3-12F4-FAFA-EE27-F56E35F882CF}"/>
              </a:ext>
            </a:extLst>
          </p:cNvPr>
          <p:cNvSpPr/>
          <p:nvPr userDrawn="1"/>
        </p:nvSpPr>
        <p:spPr>
          <a:xfrm>
            <a:off x="3722390" y="4378363"/>
            <a:ext cx="204395" cy="204395"/>
          </a:xfrm>
          <a:prstGeom prst="ellipse">
            <a:avLst/>
          </a:prstGeom>
          <a:solidFill>
            <a:schemeClr val="accent3"/>
          </a:solidFill>
          <a:ln w="19050" cap="flat">
            <a:noFill/>
            <a:prstDash val="solid"/>
            <a:miter/>
          </a:ln>
          <a:effectLst/>
        </p:spPr>
        <p:txBody>
          <a:bodyPr rtlCol="0" anchor="ctr"/>
          <a:lstStyle/>
          <a:p>
            <a:pPr algn="l"/>
            <a:endParaRPr lang="en-US"/>
          </a:p>
        </p:txBody>
      </p:sp>
      <p:sp>
        <p:nvSpPr>
          <p:cNvPr id="16" name="Oval 15">
            <a:extLst>
              <a:ext uri="{FF2B5EF4-FFF2-40B4-BE49-F238E27FC236}">
                <a16:creationId xmlns:a16="http://schemas.microsoft.com/office/drawing/2014/main" id="{3172CA6D-B7E3-C87B-481C-07B6C8CA91B2}"/>
              </a:ext>
            </a:extLst>
          </p:cNvPr>
          <p:cNvSpPr/>
          <p:nvPr userDrawn="1"/>
        </p:nvSpPr>
        <p:spPr>
          <a:xfrm>
            <a:off x="4687074" y="4378363"/>
            <a:ext cx="204395" cy="204395"/>
          </a:xfrm>
          <a:prstGeom prst="ellipse">
            <a:avLst/>
          </a:prstGeom>
          <a:solidFill>
            <a:schemeClr val="accent3"/>
          </a:solidFill>
          <a:ln w="19050" cap="flat">
            <a:noFill/>
            <a:prstDash val="solid"/>
            <a:miter/>
          </a:ln>
          <a:effectLst/>
        </p:spPr>
        <p:txBody>
          <a:bodyPr rtlCol="0" anchor="ctr"/>
          <a:lstStyle/>
          <a:p>
            <a:pPr algn="l"/>
            <a:endParaRPr lang="en-US"/>
          </a:p>
        </p:txBody>
      </p:sp>
      <p:sp>
        <p:nvSpPr>
          <p:cNvPr id="17" name="Oval 16">
            <a:extLst>
              <a:ext uri="{FF2B5EF4-FFF2-40B4-BE49-F238E27FC236}">
                <a16:creationId xmlns:a16="http://schemas.microsoft.com/office/drawing/2014/main" id="{7B794D82-8A58-9373-A0BD-0DC708EF27E8}"/>
              </a:ext>
            </a:extLst>
          </p:cNvPr>
          <p:cNvSpPr/>
          <p:nvPr userDrawn="1"/>
        </p:nvSpPr>
        <p:spPr>
          <a:xfrm>
            <a:off x="5651758" y="4378363"/>
            <a:ext cx="204395" cy="204395"/>
          </a:xfrm>
          <a:prstGeom prst="ellipse">
            <a:avLst/>
          </a:prstGeom>
          <a:solidFill>
            <a:schemeClr val="accent3"/>
          </a:solidFill>
          <a:ln w="19050" cap="flat">
            <a:noFill/>
            <a:prstDash val="solid"/>
            <a:miter/>
          </a:ln>
          <a:effectLst/>
        </p:spPr>
        <p:txBody>
          <a:bodyPr rtlCol="0" anchor="ctr"/>
          <a:lstStyle/>
          <a:p>
            <a:pPr algn="l"/>
            <a:endParaRPr lang="en-US"/>
          </a:p>
        </p:txBody>
      </p:sp>
      <p:sp>
        <p:nvSpPr>
          <p:cNvPr id="18" name="Oval 17">
            <a:extLst>
              <a:ext uri="{FF2B5EF4-FFF2-40B4-BE49-F238E27FC236}">
                <a16:creationId xmlns:a16="http://schemas.microsoft.com/office/drawing/2014/main" id="{132A8EA9-7FD7-3A8D-E984-CF141DD7EACB}"/>
              </a:ext>
            </a:extLst>
          </p:cNvPr>
          <p:cNvSpPr/>
          <p:nvPr userDrawn="1"/>
        </p:nvSpPr>
        <p:spPr>
          <a:xfrm>
            <a:off x="6616442" y="4378363"/>
            <a:ext cx="204395" cy="204395"/>
          </a:xfrm>
          <a:prstGeom prst="ellipse">
            <a:avLst/>
          </a:prstGeom>
          <a:solidFill>
            <a:schemeClr val="accent2"/>
          </a:solidFill>
          <a:ln w="19050" cap="flat">
            <a:noFill/>
            <a:prstDash val="solid"/>
            <a:miter/>
          </a:ln>
          <a:effectLst/>
        </p:spPr>
        <p:txBody>
          <a:bodyPr rtlCol="0" anchor="ctr"/>
          <a:lstStyle/>
          <a:p>
            <a:pPr algn="l"/>
            <a:endParaRPr lang="en-US"/>
          </a:p>
        </p:txBody>
      </p:sp>
      <p:sp>
        <p:nvSpPr>
          <p:cNvPr id="19" name="Oval 18">
            <a:extLst>
              <a:ext uri="{FF2B5EF4-FFF2-40B4-BE49-F238E27FC236}">
                <a16:creationId xmlns:a16="http://schemas.microsoft.com/office/drawing/2014/main" id="{792FB41F-CD05-4325-0CE5-05285E6C1E88}"/>
              </a:ext>
            </a:extLst>
          </p:cNvPr>
          <p:cNvSpPr/>
          <p:nvPr userDrawn="1"/>
        </p:nvSpPr>
        <p:spPr>
          <a:xfrm>
            <a:off x="7581126" y="4378363"/>
            <a:ext cx="204395" cy="204395"/>
          </a:xfrm>
          <a:prstGeom prst="ellipse">
            <a:avLst/>
          </a:prstGeom>
          <a:solidFill>
            <a:schemeClr val="accent2"/>
          </a:solidFill>
          <a:ln w="19050" cap="flat">
            <a:noFill/>
            <a:prstDash val="solid"/>
            <a:miter/>
          </a:ln>
          <a:effectLst/>
        </p:spPr>
        <p:txBody>
          <a:bodyPr rtlCol="0" anchor="ctr"/>
          <a:lstStyle/>
          <a:p>
            <a:pPr algn="l"/>
            <a:endParaRPr lang="en-US"/>
          </a:p>
        </p:txBody>
      </p:sp>
      <p:sp>
        <p:nvSpPr>
          <p:cNvPr id="20" name="Oval 19">
            <a:extLst>
              <a:ext uri="{FF2B5EF4-FFF2-40B4-BE49-F238E27FC236}">
                <a16:creationId xmlns:a16="http://schemas.microsoft.com/office/drawing/2014/main" id="{38891410-078B-A39A-6C6B-5E62098D5CC7}"/>
              </a:ext>
            </a:extLst>
          </p:cNvPr>
          <p:cNvSpPr/>
          <p:nvPr userDrawn="1"/>
        </p:nvSpPr>
        <p:spPr>
          <a:xfrm>
            <a:off x="8545810" y="4378363"/>
            <a:ext cx="204395" cy="204395"/>
          </a:xfrm>
          <a:prstGeom prst="ellipse">
            <a:avLst/>
          </a:prstGeom>
          <a:solidFill>
            <a:schemeClr val="accent2"/>
          </a:solidFill>
          <a:ln w="19050" cap="flat">
            <a:noFill/>
            <a:prstDash val="solid"/>
            <a:miter/>
          </a:ln>
          <a:effectLst/>
        </p:spPr>
        <p:txBody>
          <a:bodyPr rtlCol="0" anchor="ctr"/>
          <a:lstStyle/>
          <a:p>
            <a:pPr algn="l"/>
            <a:endParaRPr lang="en-US"/>
          </a:p>
        </p:txBody>
      </p:sp>
      <p:sp>
        <p:nvSpPr>
          <p:cNvPr id="21" name="Oval 20">
            <a:extLst>
              <a:ext uri="{FF2B5EF4-FFF2-40B4-BE49-F238E27FC236}">
                <a16:creationId xmlns:a16="http://schemas.microsoft.com/office/drawing/2014/main" id="{4BFA13BF-EFA2-FE77-3A89-2D8039DF656E}"/>
              </a:ext>
            </a:extLst>
          </p:cNvPr>
          <p:cNvSpPr/>
          <p:nvPr userDrawn="1"/>
        </p:nvSpPr>
        <p:spPr>
          <a:xfrm>
            <a:off x="9510494" y="4378363"/>
            <a:ext cx="204395" cy="204395"/>
          </a:xfrm>
          <a:prstGeom prst="ellipse">
            <a:avLst/>
          </a:prstGeom>
          <a:solidFill>
            <a:schemeClr val="accent4"/>
          </a:solidFill>
          <a:ln w="19050" cap="flat">
            <a:noFill/>
            <a:prstDash val="solid"/>
            <a:miter/>
          </a:ln>
          <a:effectLst/>
        </p:spPr>
        <p:txBody>
          <a:bodyPr rtlCol="0" anchor="ctr"/>
          <a:lstStyle/>
          <a:p>
            <a:pPr algn="l"/>
            <a:endParaRPr lang="en-US"/>
          </a:p>
        </p:txBody>
      </p:sp>
      <p:sp>
        <p:nvSpPr>
          <p:cNvPr id="22" name="Oval 21">
            <a:extLst>
              <a:ext uri="{FF2B5EF4-FFF2-40B4-BE49-F238E27FC236}">
                <a16:creationId xmlns:a16="http://schemas.microsoft.com/office/drawing/2014/main" id="{30456B98-67E9-B374-73C4-7805F6972790}"/>
              </a:ext>
            </a:extLst>
          </p:cNvPr>
          <p:cNvSpPr/>
          <p:nvPr userDrawn="1"/>
        </p:nvSpPr>
        <p:spPr>
          <a:xfrm>
            <a:off x="10475178" y="4378363"/>
            <a:ext cx="204395" cy="204395"/>
          </a:xfrm>
          <a:prstGeom prst="ellipse">
            <a:avLst/>
          </a:prstGeom>
          <a:solidFill>
            <a:schemeClr val="accent4"/>
          </a:solidFill>
          <a:ln w="19050" cap="flat">
            <a:noFill/>
            <a:prstDash val="solid"/>
            <a:miter/>
          </a:ln>
          <a:effectLst/>
        </p:spPr>
        <p:txBody>
          <a:bodyPr rtlCol="0" anchor="ctr"/>
          <a:lstStyle/>
          <a:p>
            <a:pPr algn="l"/>
            <a:endParaRPr lang="en-US"/>
          </a:p>
        </p:txBody>
      </p:sp>
      <p:sp>
        <p:nvSpPr>
          <p:cNvPr id="23" name="Oval 22">
            <a:extLst>
              <a:ext uri="{FF2B5EF4-FFF2-40B4-BE49-F238E27FC236}">
                <a16:creationId xmlns:a16="http://schemas.microsoft.com/office/drawing/2014/main" id="{3954B6C7-D216-7C9A-9FFC-D2C621EF2CB8}"/>
              </a:ext>
            </a:extLst>
          </p:cNvPr>
          <p:cNvSpPr/>
          <p:nvPr userDrawn="1"/>
        </p:nvSpPr>
        <p:spPr>
          <a:xfrm>
            <a:off x="11439862" y="4378363"/>
            <a:ext cx="204395" cy="204395"/>
          </a:xfrm>
          <a:prstGeom prst="ellipse">
            <a:avLst/>
          </a:prstGeom>
          <a:solidFill>
            <a:schemeClr val="accent4"/>
          </a:solidFill>
          <a:ln w="19050" cap="flat">
            <a:noFill/>
            <a:prstDash val="solid"/>
            <a:miter/>
          </a:ln>
          <a:effectLst/>
        </p:spPr>
        <p:txBody>
          <a:bodyPr rtlCol="0" anchor="ctr"/>
          <a:lstStyle/>
          <a:p>
            <a:pPr algn="l"/>
            <a:endParaRPr lang="en-US"/>
          </a:p>
        </p:txBody>
      </p:sp>
      <p:sp>
        <p:nvSpPr>
          <p:cNvPr id="25" name="Text Placeholder 24">
            <a:extLst>
              <a:ext uri="{FF2B5EF4-FFF2-40B4-BE49-F238E27FC236}">
                <a16:creationId xmlns:a16="http://schemas.microsoft.com/office/drawing/2014/main" id="{D89A97EE-AE3A-C95C-F307-9B0E567CF3DB}"/>
              </a:ext>
            </a:extLst>
          </p:cNvPr>
          <p:cNvSpPr>
            <a:spLocks noGrp="1"/>
          </p:cNvSpPr>
          <p:nvPr>
            <p:ph type="body" sz="quarter" idx="11"/>
          </p:nvPr>
        </p:nvSpPr>
        <p:spPr>
          <a:xfrm>
            <a:off x="107577" y="5133547"/>
            <a:ext cx="1782183" cy="1202652"/>
          </a:xfrm>
          <a:prstGeom prst="rect">
            <a:avLst/>
          </a:prstGeom>
        </p:spPr>
        <p:txBody>
          <a:bodyPr/>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7" name="Text Placeholder 24">
            <a:extLst>
              <a:ext uri="{FF2B5EF4-FFF2-40B4-BE49-F238E27FC236}">
                <a16:creationId xmlns:a16="http://schemas.microsoft.com/office/drawing/2014/main" id="{90877CE7-C1DF-79C0-A348-8EF5A86C0CA4}"/>
              </a:ext>
            </a:extLst>
          </p:cNvPr>
          <p:cNvSpPr>
            <a:spLocks noGrp="1"/>
          </p:cNvSpPr>
          <p:nvPr>
            <p:ph type="body" sz="quarter" idx="12"/>
          </p:nvPr>
        </p:nvSpPr>
        <p:spPr>
          <a:xfrm>
            <a:off x="688487" y="2818506"/>
            <a:ext cx="1787562" cy="1202652"/>
          </a:xfrm>
          <a:prstGeom prst="rect">
            <a:avLst/>
          </a:prstGeom>
        </p:spPr>
        <p:txBody>
          <a:bodyPr anchor="b"/>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8" name="Text Placeholder 24">
            <a:extLst>
              <a:ext uri="{FF2B5EF4-FFF2-40B4-BE49-F238E27FC236}">
                <a16:creationId xmlns:a16="http://schemas.microsoft.com/office/drawing/2014/main" id="{3830A04F-CBCF-3AE0-9BA8-1679E2E263E4}"/>
              </a:ext>
            </a:extLst>
          </p:cNvPr>
          <p:cNvSpPr>
            <a:spLocks noGrp="1"/>
          </p:cNvSpPr>
          <p:nvPr>
            <p:ph type="body" sz="quarter" idx="13"/>
          </p:nvPr>
        </p:nvSpPr>
        <p:spPr>
          <a:xfrm>
            <a:off x="2192768" y="5133547"/>
            <a:ext cx="1782183" cy="1202652"/>
          </a:xfrm>
          <a:prstGeom prst="rect">
            <a:avLst/>
          </a:prstGeom>
        </p:spPr>
        <p:txBody>
          <a:bodyPr/>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9" name="Text Placeholder 24">
            <a:extLst>
              <a:ext uri="{FF2B5EF4-FFF2-40B4-BE49-F238E27FC236}">
                <a16:creationId xmlns:a16="http://schemas.microsoft.com/office/drawing/2014/main" id="{E3012ED2-67E9-EBDD-98D5-3756AF45E238}"/>
              </a:ext>
            </a:extLst>
          </p:cNvPr>
          <p:cNvSpPr>
            <a:spLocks noGrp="1"/>
          </p:cNvSpPr>
          <p:nvPr>
            <p:ph type="body" sz="quarter" idx="14"/>
          </p:nvPr>
        </p:nvSpPr>
        <p:spPr>
          <a:xfrm>
            <a:off x="2580038" y="2818506"/>
            <a:ext cx="1787562" cy="1202652"/>
          </a:xfrm>
          <a:prstGeom prst="rect">
            <a:avLst/>
          </a:prstGeom>
        </p:spPr>
        <p:txBody>
          <a:bodyPr anchor="b"/>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0" name="Text Placeholder 24">
            <a:extLst>
              <a:ext uri="{FF2B5EF4-FFF2-40B4-BE49-F238E27FC236}">
                <a16:creationId xmlns:a16="http://schemas.microsoft.com/office/drawing/2014/main" id="{8AC20938-5995-8ECE-8B22-1187D8CDB9F1}"/>
              </a:ext>
            </a:extLst>
          </p:cNvPr>
          <p:cNvSpPr>
            <a:spLocks noGrp="1"/>
          </p:cNvSpPr>
          <p:nvPr>
            <p:ph type="body" sz="quarter" idx="15"/>
          </p:nvPr>
        </p:nvSpPr>
        <p:spPr>
          <a:xfrm>
            <a:off x="4131833" y="5133547"/>
            <a:ext cx="1782183" cy="1202652"/>
          </a:xfrm>
          <a:prstGeom prst="rect">
            <a:avLst/>
          </a:prstGeom>
        </p:spPr>
        <p:txBody>
          <a:bodyPr/>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1" name="Text Placeholder 24">
            <a:extLst>
              <a:ext uri="{FF2B5EF4-FFF2-40B4-BE49-F238E27FC236}">
                <a16:creationId xmlns:a16="http://schemas.microsoft.com/office/drawing/2014/main" id="{ECE422E7-997C-0915-9FED-608BD72614C4}"/>
              </a:ext>
            </a:extLst>
          </p:cNvPr>
          <p:cNvSpPr>
            <a:spLocks noGrp="1"/>
          </p:cNvSpPr>
          <p:nvPr>
            <p:ph type="body" sz="quarter" idx="16"/>
          </p:nvPr>
        </p:nvSpPr>
        <p:spPr>
          <a:xfrm>
            <a:off x="4497587" y="2818506"/>
            <a:ext cx="1787562" cy="1202652"/>
          </a:xfrm>
          <a:prstGeom prst="rect">
            <a:avLst/>
          </a:prstGeom>
        </p:spPr>
        <p:txBody>
          <a:bodyPr anchor="b"/>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2" name="Text Placeholder 24">
            <a:extLst>
              <a:ext uri="{FF2B5EF4-FFF2-40B4-BE49-F238E27FC236}">
                <a16:creationId xmlns:a16="http://schemas.microsoft.com/office/drawing/2014/main" id="{53565C3D-C224-3B9F-52CD-A2AE55C6F5AF}"/>
              </a:ext>
            </a:extLst>
          </p:cNvPr>
          <p:cNvSpPr>
            <a:spLocks noGrp="1"/>
          </p:cNvSpPr>
          <p:nvPr>
            <p:ph type="body" sz="quarter" idx="17"/>
          </p:nvPr>
        </p:nvSpPr>
        <p:spPr>
          <a:xfrm>
            <a:off x="6017112" y="5133547"/>
            <a:ext cx="1782183" cy="1202652"/>
          </a:xfrm>
          <a:prstGeom prst="rect">
            <a:avLst/>
          </a:prstGeom>
        </p:spPr>
        <p:txBody>
          <a:bodyPr/>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3" name="Text Placeholder 24">
            <a:extLst>
              <a:ext uri="{FF2B5EF4-FFF2-40B4-BE49-F238E27FC236}">
                <a16:creationId xmlns:a16="http://schemas.microsoft.com/office/drawing/2014/main" id="{2F522E69-B964-22CD-3088-1A5059A21B68}"/>
              </a:ext>
            </a:extLst>
          </p:cNvPr>
          <p:cNvSpPr>
            <a:spLocks noGrp="1"/>
          </p:cNvSpPr>
          <p:nvPr>
            <p:ph type="body" sz="quarter" idx="18"/>
          </p:nvPr>
        </p:nvSpPr>
        <p:spPr>
          <a:xfrm>
            <a:off x="6425895" y="2818506"/>
            <a:ext cx="1787562" cy="1202652"/>
          </a:xfrm>
          <a:prstGeom prst="rect">
            <a:avLst/>
          </a:prstGeom>
        </p:spPr>
        <p:txBody>
          <a:bodyPr anchor="b"/>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4" name="Text Placeholder 24">
            <a:extLst>
              <a:ext uri="{FF2B5EF4-FFF2-40B4-BE49-F238E27FC236}">
                <a16:creationId xmlns:a16="http://schemas.microsoft.com/office/drawing/2014/main" id="{3E3D4E01-5B14-AFE4-8114-33E9B631200E}"/>
              </a:ext>
            </a:extLst>
          </p:cNvPr>
          <p:cNvSpPr>
            <a:spLocks noGrp="1"/>
          </p:cNvSpPr>
          <p:nvPr>
            <p:ph type="body" sz="quarter" idx="19"/>
          </p:nvPr>
        </p:nvSpPr>
        <p:spPr>
          <a:xfrm>
            <a:off x="7997415" y="5133547"/>
            <a:ext cx="1782183" cy="1202652"/>
          </a:xfrm>
          <a:prstGeom prst="rect">
            <a:avLst/>
          </a:prstGeom>
        </p:spPr>
        <p:txBody>
          <a:bodyPr/>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5" name="Text Placeholder 24">
            <a:extLst>
              <a:ext uri="{FF2B5EF4-FFF2-40B4-BE49-F238E27FC236}">
                <a16:creationId xmlns:a16="http://schemas.microsoft.com/office/drawing/2014/main" id="{53240834-2338-690C-F9CD-EBD406BB169C}"/>
              </a:ext>
            </a:extLst>
          </p:cNvPr>
          <p:cNvSpPr>
            <a:spLocks noGrp="1"/>
          </p:cNvSpPr>
          <p:nvPr>
            <p:ph type="body" sz="quarter" idx="20"/>
          </p:nvPr>
        </p:nvSpPr>
        <p:spPr>
          <a:xfrm>
            <a:off x="8352406" y="2818506"/>
            <a:ext cx="1787562" cy="1202652"/>
          </a:xfrm>
          <a:prstGeom prst="rect">
            <a:avLst/>
          </a:prstGeom>
        </p:spPr>
        <p:txBody>
          <a:bodyPr anchor="b"/>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6" name="Text Placeholder 24">
            <a:extLst>
              <a:ext uri="{FF2B5EF4-FFF2-40B4-BE49-F238E27FC236}">
                <a16:creationId xmlns:a16="http://schemas.microsoft.com/office/drawing/2014/main" id="{53CDCAE9-5BE2-F890-476C-31F0ED9582CC}"/>
              </a:ext>
            </a:extLst>
          </p:cNvPr>
          <p:cNvSpPr>
            <a:spLocks noGrp="1"/>
          </p:cNvSpPr>
          <p:nvPr>
            <p:ph type="body" sz="quarter" idx="21"/>
          </p:nvPr>
        </p:nvSpPr>
        <p:spPr>
          <a:xfrm>
            <a:off x="9925723" y="5133547"/>
            <a:ext cx="1782183" cy="1202652"/>
          </a:xfrm>
          <a:prstGeom prst="rect">
            <a:avLst/>
          </a:prstGeom>
        </p:spPr>
        <p:txBody>
          <a:bodyPr/>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7" name="Text Placeholder 24">
            <a:extLst>
              <a:ext uri="{FF2B5EF4-FFF2-40B4-BE49-F238E27FC236}">
                <a16:creationId xmlns:a16="http://schemas.microsoft.com/office/drawing/2014/main" id="{544AE7E4-963F-E999-0C67-057DBA88621A}"/>
              </a:ext>
            </a:extLst>
          </p:cNvPr>
          <p:cNvSpPr>
            <a:spLocks noGrp="1"/>
          </p:cNvSpPr>
          <p:nvPr>
            <p:ph type="body" sz="quarter" idx="22"/>
          </p:nvPr>
        </p:nvSpPr>
        <p:spPr>
          <a:xfrm>
            <a:off x="10291468" y="2818506"/>
            <a:ext cx="1787562" cy="1202652"/>
          </a:xfrm>
          <a:prstGeom prst="rect">
            <a:avLst/>
          </a:prstGeom>
        </p:spPr>
        <p:txBody>
          <a:bodyPr anchor="b"/>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grpSp>
        <p:nvGrpSpPr>
          <p:cNvPr id="51" name="Group 50">
            <a:extLst>
              <a:ext uri="{FF2B5EF4-FFF2-40B4-BE49-F238E27FC236}">
                <a16:creationId xmlns:a16="http://schemas.microsoft.com/office/drawing/2014/main" id="{09910CBE-5C43-5978-3267-ACA716911407}"/>
              </a:ext>
            </a:extLst>
          </p:cNvPr>
          <p:cNvGrpSpPr/>
          <p:nvPr userDrawn="1"/>
        </p:nvGrpSpPr>
        <p:grpSpPr>
          <a:xfrm>
            <a:off x="1893346" y="4066392"/>
            <a:ext cx="9655886" cy="202601"/>
            <a:chOff x="1893346" y="3506994"/>
            <a:chExt cx="9655886" cy="462579"/>
          </a:xfrm>
        </p:grpSpPr>
        <p:cxnSp>
          <p:nvCxnSpPr>
            <p:cNvPr id="39" name="Straight Arrow Connector 38">
              <a:extLst>
                <a:ext uri="{FF2B5EF4-FFF2-40B4-BE49-F238E27FC236}">
                  <a16:creationId xmlns:a16="http://schemas.microsoft.com/office/drawing/2014/main" id="{98207040-5CB2-69CB-7797-7204A0A53E3A}"/>
                </a:ext>
              </a:extLst>
            </p:cNvPr>
            <p:cNvCxnSpPr/>
            <p:nvPr userDrawn="1"/>
          </p:nvCxnSpPr>
          <p:spPr bwMode="auto">
            <a:xfrm>
              <a:off x="1893346" y="3506994"/>
              <a:ext cx="0" cy="462579"/>
            </a:xfrm>
            <a:prstGeom prst="straightConnector1">
              <a:avLst/>
            </a:prstGeom>
            <a:noFill/>
            <a:ln w="25400" cap="flat" cmpd="sng" algn="ctr">
              <a:solidFill>
                <a:schemeClr val="accent1"/>
              </a:solidFill>
              <a:prstDash val="solid"/>
              <a:round/>
              <a:headEnd type="none" w="med" len="med"/>
              <a:tailEnd type="triangle"/>
            </a:ln>
            <a:effectLst/>
          </p:spPr>
        </p:cxnSp>
        <p:cxnSp>
          <p:nvCxnSpPr>
            <p:cNvPr id="40" name="Straight Arrow Connector 39">
              <a:extLst>
                <a:ext uri="{FF2B5EF4-FFF2-40B4-BE49-F238E27FC236}">
                  <a16:creationId xmlns:a16="http://schemas.microsoft.com/office/drawing/2014/main" id="{524BCC28-A1FA-E762-5B19-028411BACDE7}"/>
                </a:ext>
              </a:extLst>
            </p:cNvPr>
            <p:cNvCxnSpPr/>
            <p:nvPr userDrawn="1"/>
          </p:nvCxnSpPr>
          <p:spPr bwMode="auto">
            <a:xfrm>
              <a:off x="3831516" y="3506994"/>
              <a:ext cx="0" cy="462579"/>
            </a:xfrm>
            <a:prstGeom prst="straightConnector1">
              <a:avLst/>
            </a:prstGeom>
            <a:noFill/>
            <a:ln w="25400" cap="flat" cmpd="sng" algn="ctr">
              <a:solidFill>
                <a:schemeClr val="accent3"/>
              </a:solidFill>
              <a:prstDash val="solid"/>
              <a:round/>
              <a:headEnd type="none" w="med" len="med"/>
              <a:tailEnd type="triangle"/>
            </a:ln>
            <a:effectLst/>
          </p:spPr>
        </p:cxnSp>
        <p:cxnSp>
          <p:nvCxnSpPr>
            <p:cNvPr id="41" name="Straight Arrow Connector 40">
              <a:extLst>
                <a:ext uri="{FF2B5EF4-FFF2-40B4-BE49-F238E27FC236}">
                  <a16:creationId xmlns:a16="http://schemas.microsoft.com/office/drawing/2014/main" id="{C9F68A62-C55E-5CAE-AD4A-1CB6864A6A22}"/>
                </a:ext>
              </a:extLst>
            </p:cNvPr>
            <p:cNvCxnSpPr/>
            <p:nvPr userDrawn="1"/>
          </p:nvCxnSpPr>
          <p:spPr bwMode="auto">
            <a:xfrm>
              <a:off x="5748168" y="3506994"/>
              <a:ext cx="0" cy="462579"/>
            </a:xfrm>
            <a:prstGeom prst="straightConnector1">
              <a:avLst/>
            </a:prstGeom>
            <a:noFill/>
            <a:ln w="25400" cap="flat" cmpd="sng" algn="ctr">
              <a:solidFill>
                <a:schemeClr val="accent3"/>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06B5F9AA-9D82-DF0C-F9BF-37B08E7E3786}"/>
                </a:ext>
              </a:extLst>
            </p:cNvPr>
            <p:cNvCxnSpPr/>
            <p:nvPr userDrawn="1"/>
          </p:nvCxnSpPr>
          <p:spPr bwMode="auto">
            <a:xfrm>
              <a:off x="7686338" y="3506994"/>
              <a:ext cx="0" cy="462579"/>
            </a:xfrm>
            <a:prstGeom prst="straightConnector1">
              <a:avLst/>
            </a:prstGeom>
            <a:noFill/>
            <a:ln w="25400" cap="flat" cmpd="sng" algn="ctr">
              <a:solidFill>
                <a:schemeClr val="accent2"/>
              </a:solidFill>
              <a:prstDash val="solid"/>
              <a:round/>
              <a:headEnd type="none" w="med" len="med"/>
              <a:tailEnd type="triangle"/>
            </a:ln>
            <a:effectLst/>
          </p:spPr>
        </p:cxnSp>
        <p:cxnSp>
          <p:nvCxnSpPr>
            <p:cNvPr id="43" name="Straight Arrow Connector 42">
              <a:extLst>
                <a:ext uri="{FF2B5EF4-FFF2-40B4-BE49-F238E27FC236}">
                  <a16:creationId xmlns:a16="http://schemas.microsoft.com/office/drawing/2014/main" id="{A9AD43CB-2272-D341-B2E9-335F60DE3A70}"/>
                </a:ext>
              </a:extLst>
            </p:cNvPr>
            <p:cNvCxnSpPr/>
            <p:nvPr userDrawn="1"/>
          </p:nvCxnSpPr>
          <p:spPr bwMode="auto">
            <a:xfrm>
              <a:off x="9601200" y="3506994"/>
              <a:ext cx="0" cy="462579"/>
            </a:xfrm>
            <a:prstGeom prst="straightConnector1">
              <a:avLst/>
            </a:prstGeom>
            <a:noFill/>
            <a:ln w="25400" cap="flat" cmpd="sng" algn="ctr">
              <a:solidFill>
                <a:schemeClr val="accent4"/>
              </a:solidFill>
              <a:prstDash val="solid"/>
              <a:round/>
              <a:headEnd type="none" w="med" len="med"/>
              <a:tailEnd type="triangle"/>
            </a:ln>
            <a:effectLst/>
          </p:spPr>
        </p:cxnSp>
        <p:cxnSp>
          <p:nvCxnSpPr>
            <p:cNvPr id="44" name="Straight Arrow Connector 43">
              <a:extLst>
                <a:ext uri="{FF2B5EF4-FFF2-40B4-BE49-F238E27FC236}">
                  <a16:creationId xmlns:a16="http://schemas.microsoft.com/office/drawing/2014/main" id="{60A2C6AA-B98C-8F89-6C07-33E23F5A7220}"/>
                </a:ext>
              </a:extLst>
            </p:cNvPr>
            <p:cNvCxnSpPr/>
            <p:nvPr userDrawn="1"/>
          </p:nvCxnSpPr>
          <p:spPr bwMode="auto">
            <a:xfrm>
              <a:off x="11549232" y="3506994"/>
              <a:ext cx="0" cy="462579"/>
            </a:xfrm>
            <a:prstGeom prst="straightConnector1">
              <a:avLst/>
            </a:prstGeom>
            <a:noFill/>
            <a:ln w="25400" cap="flat" cmpd="sng" algn="ctr">
              <a:solidFill>
                <a:schemeClr val="accent4"/>
              </a:solidFill>
              <a:prstDash val="solid"/>
              <a:round/>
              <a:headEnd type="none" w="med" len="med"/>
              <a:tailEnd type="triangle"/>
            </a:ln>
            <a:effectLst/>
          </p:spPr>
        </p:cxnSp>
      </p:grpSp>
      <p:grpSp>
        <p:nvGrpSpPr>
          <p:cNvPr id="52" name="Group 51">
            <a:extLst>
              <a:ext uri="{FF2B5EF4-FFF2-40B4-BE49-F238E27FC236}">
                <a16:creationId xmlns:a16="http://schemas.microsoft.com/office/drawing/2014/main" id="{97106B2D-F7AC-6DAD-7593-917A8417F093}"/>
              </a:ext>
            </a:extLst>
          </p:cNvPr>
          <p:cNvGrpSpPr/>
          <p:nvPr userDrawn="1"/>
        </p:nvGrpSpPr>
        <p:grpSpPr>
          <a:xfrm>
            <a:off x="916193" y="4885766"/>
            <a:ext cx="9655886" cy="202601"/>
            <a:chOff x="916193" y="4573794"/>
            <a:chExt cx="9655886" cy="462579"/>
          </a:xfrm>
        </p:grpSpPr>
        <p:cxnSp>
          <p:nvCxnSpPr>
            <p:cNvPr id="45" name="Straight Arrow Connector 44">
              <a:extLst>
                <a:ext uri="{FF2B5EF4-FFF2-40B4-BE49-F238E27FC236}">
                  <a16:creationId xmlns:a16="http://schemas.microsoft.com/office/drawing/2014/main" id="{AC1A3E16-FDFE-067A-4D54-767DFAC5DC15}"/>
                </a:ext>
              </a:extLst>
            </p:cNvPr>
            <p:cNvCxnSpPr/>
            <p:nvPr userDrawn="1"/>
          </p:nvCxnSpPr>
          <p:spPr bwMode="auto">
            <a:xfrm flipV="1">
              <a:off x="916193" y="4573794"/>
              <a:ext cx="0" cy="462579"/>
            </a:xfrm>
            <a:prstGeom prst="straightConnector1">
              <a:avLst/>
            </a:prstGeom>
            <a:noFill/>
            <a:ln w="25400" cap="flat" cmpd="sng" algn="ctr">
              <a:solidFill>
                <a:schemeClr val="accent1"/>
              </a:solidFill>
              <a:prstDash val="solid"/>
              <a:round/>
              <a:headEnd type="none" w="med" len="med"/>
              <a:tailEnd type="triangle"/>
            </a:ln>
            <a:effectLst/>
          </p:spPr>
        </p:cxnSp>
        <p:cxnSp>
          <p:nvCxnSpPr>
            <p:cNvPr id="46" name="Straight Arrow Connector 45">
              <a:extLst>
                <a:ext uri="{FF2B5EF4-FFF2-40B4-BE49-F238E27FC236}">
                  <a16:creationId xmlns:a16="http://schemas.microsoft.com/office/drawing/2014/main" id="{32CE03EF-9262-F0E2-94A6-1E55C538F379}"/>
                </a:ext>
              </a:extLst>
            </p:cNvPr>
            <p:cNvCxnSpPr/>
            <p:nvPr userDrawn="1"/>
          </p:nvCxnSpPr>
          <p:spPr bwMode="auto">
            <a:xfrm flipV="1">
              <a:off x="2854363" y="4573794"/>
              <a:ext cx="0" cy="462579"/>
            </a:xfrm>
            <a:prstGeom prst="straightConnector1">
              <a:avLst/>
            </a:prstGeom>
            <a:noFill/>
            <a:ln w="25400" cap="flat" cmpd="sng" algn="ctr">
              <a:solidFill>
                <a:schemeClr val="accent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7102FE42-EF4B-B644-6990-8F26C87021D9}"/>
                </a:ext>
              </a:extLst>
            </p:cNvPr>
            <p:cNvCxnSpPr/>
            <p:nvPr userDrawn="1"/>
          </p:nvCxnSpPr>
          <p:spPr bwMode="auto">
            <a:xfrm flipV="1">
              <a:off x="4803289" y="4573794"/>
              <a:ext cx="0" cy="462579"/>
            </a:xfrm>
            <a:prstGeom prst="straightConnector1">
              <a:avLst/>
            </a:prstGeom>
            <a:noFill/>
            <a:ln w="25400" cap="flat" cmpd="sng" algn="ctr">
              <a:solidFill>
                <a:schemeClr val="accent3"/>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849ADA9B-693B-C7D0-F854-746AEB1B65E1}"/>
                </a:ext>
              </a:extLst>
            </p:cNvPr>
            <p:cNvCxnSpPr/>
            <p:nvPr userDrawn="1"/>
          </p:nvCxnSpPr>
          <p:spPr bwMode="auto">
            <a:xfrm flipV="1">
              <a:off x="6709185" y="4573794"/>
              <a:ext cx="0" cy="462579"/>
            </a:xfrm>
            <a:prstGeom prst="straightConnector1">
              <a:avLst/>
            </a:prstGeom>
            <a:noFill/>
            <a:ln w="25400" cap="flat" cmpd="sng" algn="ctr">
              <a:solidFill>
                <a:schemeClr val="accent2"/>
              </a:solidFill>
              <a:prstDash val="solid"/>
              <a:round/>
              <a:headEnd type="none" w="med" len="med"/>
              <a:tailEnd type="triangle"/>
            </a:ln>
            <a:effectLst/>
          </p:spPr>
        </p:cxnSp>
        <p:cxnSp>
          <p:nvCxnSpPr>
            <p:cNvPr id="49" name="Straight Arrow Connector 48">
              <a:extLst>
                <a:ext uri="{FF2B5EF4-FFF2-40B4-BE49-F238E27FC236}">
                  <a16:creationId xmlns:a16="http://schemas.microsoft.com/office/drawing/2014/main" id="{B2727555-80D7-9CCD-1F8B-3BD4B51D5D61}"/>
                </a:ext>
              </a:extLst>
            </p:cNvPr>
            <p:cNvCxnSpPr/>
            <p:nvPr userDrawn="1"/>
          </p:nvCxnSpPr>
          <p:spPr bwMode="auto">
            <a:xfrm flipV="1">
              <a:off x="8656321" y="4573794"/>
              <a:ext cx="0" cy="462579"/>
            </a:xfrm>
            <a:prstGeom prst="straightConnector1">
              <a:avLst/>
            </a:prstGeom>
            <a:noFill/>
            <a:ln w="25400" cap="flat" cmpd="sng" algn="ctr">
              <a:solidFill>
                <a:schemeClr val="accent2"/>
              </a:solidFill>
              <a:prstDash val="solid"/>
              <a:round/>
              <a:headEnd type="none" w="med" len="med"/>
              <a:tailEnd type="triangle"/>
            </a:ln>
            <a:effectLst/>
          </p:spPr>
        </p:cxnSp>
        <p:cxnSp>
          <p:nvCxnSpPr>
            <p:cNvPr id="50" name="Straight Arrow Connector 49">
              <a:extLst>
                <a:ext uri="{FF2B5EF4-FFF2-40B4-BE49-F238E27FC236}">
                  <a16:creationId xmlns:a16="http://schemas.microsoft.com/office/drawing/2014/main" id="{F1E891A0-661A-EADB-1EEC-7BD195C7EDB1}"/>
                </a:ext>
              </a:extLst>
            </p:cNvPr>
            <p:cNvCxnSpPr/>
            <p:nvPr userDrawn="1"/>
          </p:nvCxnSpPr>
          <p:spPr bwMode="auto">
            <a:xfrm flipV="1">
              <a:off x="10572079" y="4573794"/>
              <a:ext cx="0" cy="462579"/>
            </a:xfrm>
            <a:prstGeom prst="straightConnector1">
              <a:avLst/>
            </a:prstGeom>
            <a:noFill/>
            <a:ln w="25400" cap="flat" cmpd="sng" algn="ctr">
              <a:solidFill>
                <a:schemeClr val="accent4"/>
              </a:solidFill>
              <a:prstDash val="solid"/>
              <a:round/>
              <a:headEnd type="none" w="med" len="med"/>
              <a:tailEnd type="triangle"/>
            </a:ln>
            <a:effectLst/>
          </p:spPr>
        </p:cxnSp>
      </p:grpSp>
      <p:sp>
        <p:nvSpPr>
          <p:cNvPr id="24" name="Text Placeholder 24">
            <a:extLst>
              <a:ext uri="{FF2B5EF4-FFF2-40B4-BE49-F238E27FC236}">
                <a16:creationId xmlns:a16="http://schemas.microsoft.com/office/drawing/2014/main" id="{90DBDADF-D595-5A73-C39E-C259903BC8DC}"/>
              </a:ext>
            </a:extLst>
          </p:cNvPr>
          <p:cNvSpPr>
            <a:spLocks noGrp="1"/>
          </p:cNvSpPr>
          <p:nvPr>
            <p:ph type="body" sz="quarter" idx="23"/>
          </p:nvPr>
        </p:nvSpPr>
        <p:spPr>
          <a:xfrm>
            <a:off x="688486" y="1459454"/>
            <a:ext cx="3259570" cy="756622"/>
          </a:xfrm>
          <a:prstGeom prst="rect">
            <a:avLst/>
          </a:prstGeom>
        </p:spPr>
        <p:txBody>
          <a:bodyPr anchor="t"/>
          <a:lstStyle>
            <a:lvl1pPr marL="0" indent="0">
              <a:buNone/>
              <a:defRPr sz="20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6" name="Text Placeholder 24">
            <a:extLst>
              <a:ext uri="{FF2B5EF4-FFF2-40B4-BE49-F238E27FC236}">
                <a16:creationId xmlns:a16="http://schemas.microsoft.com/office/drawing/2014/main" id="{D7B52FD8-17ED-3369-4A39-D211A29C8598}"/>
              </a:ext>
            </a:extLst>
          </p:cNvPr>
          <p:cNvSpPr>
            <a:spLocks noGrp="1"/>
          </p:cNvSpPr>
          <p:nvPr>
            <p:ph type="body" sz="quarter" idx="24"/>
          </p:nvPr>
        </p:nvSpPr>
        <p:spPr>
          <a:xfrm>
            <a:off x="4238514" y="1459454"/>
            <a:ext cx="3550022" cy="756622"/>
          </a:xfrm>
          <a:prstGeom prst="rect">
            <a:avLst/>
          </a:prstGeom>
        </p:spPr>
        <p:txBody>
          <a:bodyPr anchor="t"/>
          <a:lstStyle>
            <a:lvl1pPr marL="0" indent="0">
              <a:buNone/>
              <a:defRPr sz="20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8" name="Text Placeholder 24">
            <a:extLst>
              <a:ext uri="{FF2B5EF4-FFF2-40B4-BE49-F238E27FC236}">
                <a16:creationId xmlns:a16="http://schemas.microsoft.com/office/drawing/2014/main" id="{BEA9AB67-DC81-7DC0-0294-CC632D70C68F}"/>
              </a:ext>
            </a:extLst>
          </p:cNvPr>
          <p:cNvSpPr>
            <a:spLocks noGrp="1"/>
          </p:cNvSpPr>
          <p:nvPr>
            <p:ph type="body" sz="quarter" idx="25"/>
          </p:nvPr>
        </p:nvSpPr>
        <p:spPr>
          <a:xfrm>
            <a:off x="8068235" y="1459454"/>
            <a:ext cx="3722147" cy="756622"/>
          </a:xfrm>
          <a:prstGeom prst="rect">
            <a:avLst/>
          </a:prstGeom>
        </p:spPr>
        <p:txBody>
          <a:bodyPr anchor="t"/>
          <a:lstStyle>
            <a:lvl1pPr marL="0" indent="0">
              <a:buNone/>
              <a:defRPr sz="20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cxnSp>
        <p:nvCxnSpPr>
          <p:cNvPr id="54" name="Straight Connector 53">
            <a:extLst>
              <a:ext uri="{FF2B5EF4-FFF2-40B4-BE49-F238E27FC236}">
                <a16:creationId xmlns:a16="http://schemas.microsoft.com/office/drawing/2014/main" id="{1C44C6EC-54BD-43E3-1006-B8DCA6DAA571}"/>
              </a:ext>
            </a:extLst>
          </p:cNvPr>
          <p:cNvCxnSpPr/>
          <p:nvPr userDrawn="1"/>
        </p:nvCxnSpPr>
        <p:spPr bwMode="auto">
          <a:xfrm>
            <a:off x="4087906" y="1484554"/>
            <a:ext cx="0" cy="957431"/>
          </a:xfrm>
          <a:prstGeom prst="line">
            <a:avLst/>
          </a:prstGeom>
          <a:noFill/>
          <a:ln w="15875" cap="flat" cmpd="sng" algn="ctr">
            <a:solidFill>
              <a:schemeClr val="bg2"/>
            </a:solidFill>
            <a:prstDash val="sysDot"/>
            <a:round/>
            <a:headEnd type="none" w="med" len="med"/>
            <a:tailEnd type="none" w="med" len="med"/>
          </a:ln>
          <a:effectLst/>
        </p:spPr>
      </p:cxnSp>
      <p:cxnSp>
        <p:nvCxnSpPr>
          <p:cNvPr id="55" name="Straight Connector 54">
            <a:extLst>
              <a:ext uri="{FF2B5EF4-FFF2-40B4-BE49-F238E27FC236}">
                <a16:creationId xmlns:a16="http://schemas.microsoft.com/office/drawing/2014/main" id="{D9B47D26-C473-C935-80C4-7EB2A88E269D}"/>
              </a:ext>
            </a:extLst>
          </p:cNvPr>
          <p:cNvCxnSpPr/>
          <p:nvPr userDrawn="1"/>
        </p:nvCxnSpPr>
        <p:spPr bwMode="auto">
          <a:xfrm>
            <a:off x="7924800" y="1484554"/>
            <a:ext cx="0" cy="957431"/>
          </a:xfrm>
          <a:prstGeom prst="line">
            <a:avLst/>
          </a:prstGeom>
          <a:noFill/>
          <a:ln w="15875" cap="flat" cmpd="sng" algn="ctr">
            <a:solidFill>
              <a:schemeClr val="bg2"/>
            </a:solidFill>
            <a:prstDash val="sysDot"/>
            <a:round/>
            <a:headEnd type="none" w="med" len="med"/>
            <a:tailEnd type="none" w="med" len="med"/>
          </a:ln>
          <a:effectLst/>
        </p:spPr>
      </p:cxnSp>
    </p:spTree>
    <p:extLst>
      <p:ext uri="{BB962C8B-B14F-4D97-AF65-F5344CB8AC3E}">
        <p14:creationId xmlns:p14="http://schemas.microsoft.com/office/powerpoint/2010/main" val="276970944"/>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Infographic 4 items">
    <p:spTree>
      <p:nvGrpSpPr>
        <p:cNvPr id="1" name=""/>
        <p:cNvGrpSpPr/>
        <p:nvPr/>
      </p:nvGrpSpPr>
      <p:grpSpPr>
        <a:xfrm>
          <a:off x="0" y="0"/>
          <a:ext cx="0" cy="0"/>
          <a:chOff x="0" y="0"/>
          <a:chExt cx="0" cy="0"/>
        </a:xfrm>
      </p:grpSpPr>
      <p:sp>
        <p:nvSpPr>
          <p:cNvPr id="3" name="Freeform 5">
            <a:extLst>
              <a:ext uri="{FF2B5EF4-FFF2-40B4-BE49-F238E27FC236}">
                <a16:creationId xmlns:a16="http://schemas.microsoft.com/office/drawing/2014/main" id="{91EF007A-D149-789F-9D78-C745A68DF558}"/>
              </a:ext>
            </a:extLst>
          </p:cNvPr>
          <p:cNvSpPr>
            <a:spLocks/>
          </p:cNvSpPr>
          <p:nvPr userDrawn="1"/>
        </p:nvSpPr>
        <p:spPr bwMode="auto">
          <a:xfrm>
            <a:off x="3327798" y="2706675"/>
            <a:ext cx="1498033" cy="693201"/>
          </a:xfrm>
          <a:custGeom>
            <a:avLst/>
            <a:gdLst>
              <a:gd name="T0" fmla="*/ 0 w 1653"/>
              <a:gd name="T1" fmla="*/ 0 h 797"/>
              <a:gd name="T2" fmla="*/ 735 w 1653"/>
              <a:gd name="T3" fmla="*/ 0 h 797"/>
              <a:gd name="T4" fmla="*/ 935 w 1653"/>
              <a:gd name="T5" fmla="*/ 200 h 797"/>
              <a:gd name="T6" fmla="*/ 935 w 1653"/>
              <a:gd name="T7" fmla="*/ 597 h 797"/>
              <a:gd name="T8" fmla="*/ 1135 w 1653"/>
              <a:gd name="T9" fmla="*/ 797 h 797"/>
              <a:gd name="T10" fmla="*/ 1653 w 1653"/>
              <a:gd name="T11" fmla="*/ 797 h 797"/>
            </a:gdLst>
            <a:ahLst/>
            <a:cxnLst>
              <a:cxn ang="0">
                <a:pos x="T0" y="T1"/>
              </a:cxn>
              <a:cxn ang="0">
                <a:pos x="T2" y="T3"/>
              </a:cxn>
              <a:cxn ang="0">
                <a:pos x="T4" y="T5"/>
              </a:cxn>
              <a:cxn ang="0">
                <a:pos x="T6" y="T7"/>
              </a:cxn>
              <a:cxn ang="0">
                <a:pos x="T8" y="T9"/>
              </a:cxn>
              <a:cxn ang="0">
                <a:pos x="T10" y="T11"/>
              </a:cxn>
            </a:cxnLst>
            <a:rect l="0" t="0" r="r" b="b"/>
            <a:pathLst>
              <a:path w="1653" h="797">
                <a:moveTo>
                  <a:pt x="0" y="0"/>
                </a:moveTo>
                <a:cubicBezTo>
                  <a:pt x="735" y="0"/>
                  <a:pt x="735" y="0"/>
                  <a:pt x="735" y="0"/>
                </a:cubicBezTo>
                <a:cubicBezTo>
                  <a:pt x="845" y="0"/>
                  <a:pt x="935" y="89"/>
                  <a:pt x="935" y="200"/>
                </a:cubicBezTo>
                <a:cubicBezTo>
                  <a:pt x="935" y="597"/>
                  <a:pt x="935" y="597"/>
                  <a:pt x="935" y="597"/>
                </a:cubicBezTo>
                <a:cubicBezTo>
                  <a:pt x="935" y="707"/>
                  <a:pt x="1024" y="797"/>
                  <a:pt x="1135" y="797"/>
                </a:cubicBezTo>
                <a:cubicBezTo>
                  <a:pt x="1653" y="797"/>
                  <a:pt x="1653" y="797"/>
                  <a:pt x="1653" y="797"/>
                </a:cubicBezTo>
              </a:path>
            </a:pathLst>
          </a:custGeom>
          <a:noFill/>
          <a:ln w="38100" cap="rnd">
            <a:solidFill>
              <a:schemeClr val="accent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000000"/>
              </a:solidFill>
              <a:effectLst/>
              <a:uLnTx/>
              <a:uFillTx/>
              <a:latin typeface="Barlow Light" pitchFamily="2" charset="77"/>
            </a:endParaRPr>
          </a:p>
        </p:txBody>
      </p:sp>
      <p:sp>
        <p:nvSpPr>
          <p:cNvPr id="8" name="Freeform 6">
            <a:extLst>
              <a:ext uri="{FF2B5EF4-FFF2-40B4-BE49-F238E27FC236}">
                <a16:creationId xmlns:a16="http://schemas.microsoft.com/office/drawing/2014/main" id="{50A312F1-92D8-BFF6-4E87-73A8F36CEE33}"/>
              </a:ext>
            </a:extLst>
          </p:cNvPr>
          <p:cNvSpPr>
            <a:spLocks/>
          </p:cNvSpPr>
          <p:nvPr userDrawn="1"/>
        </p:nvSpPr>
        <p:spPr bwMode="auto">
          <a:xfrm>
            <a:off x="3220796" y="3697349"/>
            <a:ext cx="1984142" cy="1438501"/>
          </a:xfrm>
          <a:custGeom>
            <a:avLst/>
            <a:gdLst>
              <a:gd name="T0" fmla="*/ 1653 w 1653"/>
              <a:gd name="T1" fmla="*/ 0 h 798"/>
              <a:gd name="T2" fmla="*/ 1135 w 1653"/>
              <a:gd name="T3" fmla="*/ 0 h 798"/>
              <a:gd name="T4" fmla="*/ 935 w 1653"/>
              <a:gd name="T5" fmla="*/ 200 h 798"/>
              <a:gd name="T6" fmla="*/ 935 w 1653"/>
              <a:gd name="T7" fmla="*/ 598 h 798"/>
              <a:gd name="T8" fmla="*/ 735 w 1653"/>
              <a:gd name="T9" fmla="*/ 798 h 798"/>
              <a:gd name="T10" fmla="*/ 0 w 1653"/>
              <a:gd name="T11" fmla="*/ 798 h 798"/>
              <a:gd name="connsiteX0" fmla="*/ 15394 w 15394"/>
              <a:gd name="connsiteY0" fmla="*/ 0 h 10000"/>
              <a:gd name="connsiteX1" fmla="*/ 12260 w 15394"/>
              <a:gd name="connsiteY1" fmla="*/ 0 h 10000"/>
              <a:gd name="connsiteX2" fmla="*/ 11050 w 15394"/>
              <a:gd name="connsiteY2" fmla="*/ 2506 h 10000"/>
              <a:gd name="connsiteX3" fmla="*/ 11050 w 15394"/>
              <a:gd name="connsiteY3" fmla="*/ 7494 h 10000"/>
              <a:gd name="connsiteX4" fmla="*/ 9840 w 15394"/>
              <a:gd name="connsiteY4" fmla="*/ 10000 h 10000"/>
              <a:gd name="connsiteX5" fmla="*/ 0 w 15394"/>
              <a:gd name="connsiteY5" fmla="*/ 9959 h 10000"/>
              <a:gd name="connsiteX0" fmla="*/ 6977 w 6977"/>
              <a:gd name="connsiteY0" fmla="*/ 0 h 10041"/>
              <a:gd name="connsiteX1" fmla="*/ 3843 w 6977"/>
              <a:gd name="connsiteY1" fmla="*/ 0 h 10041"/>
              <a:gd name="connsiteX2" fmla="*/ 2633 w 6977"/>
              <a:gd name="connsiteY2" fmla="*/ 2506 h 10041"/>
              <a:gd name="connsiteX3" fmla="*/ 2633 w 6977"/>
              <a:gd name="connsiteY3" fmla="*/ 7494 h 10041"/>
              <a:gd name="connsiteX4" fmla="*/ 1423 w 6977"/>
              <a:gd name="connsiteY4" fmla="*/ 10000 h 10041"/>
              <a:gd name="connsiteX5" fmla="*/ 0 w 6977"/>
              <a:gd name="connsiteY5" fmla="*/ 10041 h 10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7" h="10041">
                <a:moveTo>
                  <a:pt x="6977" y="0"/>
                </a:moveTo>
                <a:lnTo>
                  <a:pt x="3843" y="0"/>
                </a:lnTo>
                <a:cubicBezTo>
                  <a:pt x="3172" y="0"/>
                  <a:pt x="2633" y="1128"/>
                  <a:pt x="2633" y="2506"/>
                </a:cubicBezTo>
                <a:lnTo>
                  <a:pt x="2633" y="7494"/>
                </a:lnTo>
                <a:cubicBezTo>
                  <a:pt x="2633" y="8872"/>
                  <a:pt x="2089" y="10000"/>
                  <a:pt x="1423" y="10000"/>
                </a:cubicBezTo>
                <a:lnTo>
                  <a:pt x="0" y="10041"/>
                </a:lnTo>
              </a:path>
            </a:pathLst>
          </a:custGeom>
          <a:noFill/>
          <a:ln w="38100" cap="rnd">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000000"/>
              </a:solidFill>
              <a:effectLst/>
              <a:uLnTx/>
              <a:uFillTx/>
              <a:latin typeface="Barlow Light" pitchFamily="2" charset="77"/>
            </a:endParaRPr>
          </a:p>
        </p:txBody>
      </p:sp>
      <p:sp>
        <p:nvSpPr>
          <p:cNvPr id="9" name="Freeform 5">
            <a:extLst>
              <a:ext uri="{FF2B5EF4-FFF2-40B4-BE49-F238E27FC236}">
                <a16:creationId xmlns:a16="http://schemas.microsoft.com/office/drawing/2014/main" id="{4F0B9143-B279-7279-0FC4-5C81A4DE6232}"/>
              </a:ext>
            </a:extLst>
          </p:cNvPr>
          <p:cNvSpPr>
            <a:spLocks/>
          </p:cNvSpPr>
          <p:nvPr userDrawn="1"/>
        </p:nvSpPr>
        <p:spPr bwMode="auto">
          <a:xfrm flipH="1" flipV="1">
            <a:off x="6615223" y="3599311"/>
            <a:ext cx="2274229" cy="1127787"/>
          </a:xfrm>
          <a:custGeom>
            <a:avLst/>
            <a:gdLst>
              <a:gd name="T0" fmla="*/ 0 w 1653"/>
              <a:gd name="T1" fmla="*/ 0 h 797"/>
              <a:gd name="T2" fmla="*/ 735 w 1653"/>
              <a:gd name="T3" fmla="*/ 0 h 797"/>
              <a:gd name="T4" fmla="*/ 935 w 1653"/>
              <a:gd name="T5" fmla="*/ 200 h 797"/>
              <a:gd name="T6" fmla="*/ 935 w 1653"/>
              <a:gd name="T7" fmla="*/ 597 h 797"/>
              <a:gd name="T8" fmla="*/ 1135 w 1653"/>
              <a:gd name="T9" fmla="*/ 797 h 797"/>
              <a:gd name="T10" fmla="*/ 1653 w 1653"/>
              <a:gd name="T11" fmla="*/ 797 h 797"/>
              <a:gd name="connsiteX0" fmla="*/ 0 w 10000"/>
              <a:gd name="connsiteY0" fmla="*/ 30 h 10030"/>
              <a:gd name="connsiteX1" fmla="*/ 2246 w 10000"/>
              <a:gd name="connsiteY1" fmla="*/ 0 h 10030"/>
              <a:gd name="connsiteX2" fmla="*/ 4446 w 10000"/>
              <a:gd name="connsiteY2" fmla="*/ 30 h 10030"/>
              <a:gd name="connsiteX3" fmla="*/ 5656 w 10000"/>
              <a:gd name="connsiteY3" fmla="*/ 2539 h 10030"/>
              <a:gd name="connsiteX4" fmla="*/ 5656 w 10000"/>
              <a:gd name="connsiteY4" fmla="*/ 7521 h 10030"/>
              <a:gd name="connsiteX5" fmla="*/ 6866 w 10000"/>
              <a:gd name="connsiteY5" fmla="*/ 10030 h 10030"/>
              <a:gd name="connsiteX6" fmla="*/ 10000 w 10000"/>
              <a:gd name="connsiteY6" fmla="*/ 10030 h 10030"/>
              <a:gd name="connsiteX0" fmla="*/ 0 w 7754"/>
              <a:gd name="connsiteY0" fmla="*/ 0 h 10030"/>
              <a:gd name="connsiteX1" fmla="*/ 2200 w 7754"/>
              <a:gd name="connsiteY1" fmla="*/ 30 h 10030"/>
              <a:gd name="connsiteX2" fmla="*/ 3410 w 7754"/>
              <a:gd name="connsiteY2" fmla="*/ 2539 h 10030"/>
              <a:gd name="connsiteX3" fmla="*/ 3410 w 7754"/>
              <a:gd name="connsiteY3" fmla="*/ 7521 h 10030"/>
              <a:gd name="connsiteX4" fmla="*/ 4620 w 7754"/>
              <a:gd name="connsiteY4" fmla="*/ 10030 h 10030"/>
              <a:gd name="connsiteX5" fmla="*/ 7754 w 7754"/>
              <a:gd name="connsiteY5" fmla="*/ 10030 h 10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4" h="10030">
                <a:moveTo>
                  <a:pt x="0" y="0"/>
                </a:moveTo>
                <a:lnTo>
                  <a:pt x="2200" y="30"/>
                </a:lnTo>
                <a:cubicBezTo>
                  <a:pt x="2866" y="30"/>
                  <a:pt x="3410" y="1147"/>
                  <a:pt x="3410" y="2539"/>
                </a:cubicBezTo>
                <a:lnTo>
                  <a:pt x="3410" y="7521"/>
                </a:lnTo>
                <a:cubicBezTo>
                  <a:pt x="3410" y="8901"/>
                  <a:pt x="3949" y="10030"/>
                  <a:pt x="4620" y="10030"/>
                </a:cubicBezTo>
                <a:lnTo>
                  <a:pt x="7754" y="10030"/>
                </a:lnTo>
              </a:path>
            </a:pathLst>
          </a:custGeom>
          <a:noFill/>
          <a:ln w="38100" cap="rnd">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000000"/>
              </a:solidFill>
              <a:effectLst/>
              <a:uLnTx/>
              <a:uFillTx/>
              <a:latin typeface="Barlow Light" pitchFamily="2" charset="77"/>
            </a:endParaRPr>
          </a:p>
        </p:txBody>
      </p:sp>
      <p:sp>
        <p:nvSpPr>
          <p:cNvPr id="10" name="Freeform 5">
            <a:extLst>
              <a:ext uri="{FF2B5EF4-FFF2-40B4-BE49-F238E27FC236}">
                <a16:creationId xmlns:a16="http://schemas.microsoft.com/office/drawing/2014/main" id="{F4E01309-A805-6233-263C-0AA887785298}"/>
              </a:ext>
            </a:extLst>
          </p:cNvPr>
          <p:cNvSpPr>
            <a:spLocks/>
          </p:cNvSpPr>
          <p:nvPr userDrawn="1"/>
        </p:nvSpPr>
        <p:spPr bwMode="auto">
          <a:xfrm flipH="1">
            <a:off x="6866287" y="2242736"/>
            <a:ext cx="2217717" cy="1133989"/>
          </a:xfrm>
          <a:custGeom>
            <a:avLst/>
            <a:gdLst>
              <a:gd name="T0" fmla="*/ 0 w 1653"/>
              <a:gd name="T1" fmla="*/ 0 h 797"/>
              <a:gd name="T2" fmla="*/ 735 w 1653"/>
              <a:gd name="T3" fmla="*/ 0 h 797"/>
              <a:gd name="T4" fmla="*/ 935 w 1653"/>
              <a:gd name="T5" fmla="*/ 200 h 797"/>
              <a:gd name="T6" fmla="*/ 935 w 1653"/>
              <a:gd name="T7" fmla="*/ 597 h 797"/>
              <a:gd name="T8" fmla="*/ 1135 w 1653"/>
              <a:gd name="T9" fmla="*/ 797 h 797"/>
              <a:gd name="T10" fmla="*/ 1653 w 1653"/>
              <a:gd name="T11" fmla="*/ 797 h 797"/>
            </a:gdLst>
            <a:ahLst/>
            <a:cxnLst>
              <a:cxn ang="0">
                <a:pos x="T0" y="T1"/>
              </a:cxn>
              <a:cxn ang="0">
                <a:pos x="T2" y="T3"/>
              </a:cxn>
              <a:cxn ang="0">
                <a:pos x="T4" y="T5"/>
              </a:cxn>
              <a:cxn ang="0">
                <a:pos x="T6" y="T7"/>
              </a:cxn>
              <a:cxn ang="0">
                <a:pos x="T8" y="T9"/>
              </a:cxn>
              <a:cxn ang="0">
                <a:pos x="T10" y="T11"/>
              </a:cxn>
            </a:cxnLst>
            <a:rect l="0" t="0" r="r" b="b"/>
            <a:pathLst>
              <a:path w="1653" h="797">
                <a:moveTo>
                  <a:pt x="0" y="0"/>
                </a:moveTo>
                <a:cubicBezTo>
                  <a:pt x="735" y="0"/>
                  <a:pt x="735" y="0"/>
                  <a:pt x="735" y="0"/>
                </a:cubicBezTo>
                <a:cubicBezTo>
                  <a:pt x="845" y="0"/>
                  <a:pt x="935" y="89"/>
                  <a:pt x="935" y="200"/>
                </a:cubicBezTo>
                <a:cubicBezTo>
                  <a:pt x="935" y="597"/>
                  <a:pt x="935" y="597"/>
                  <a:pt x="935" y="597"/>
                </a:cubicBezTo>
                <a:cubicBezTo>
                  <a:pt x="935" y="707"/>
                  <a:pt x="1024" y="797"/>
                  <a:pt x="1135" y="797"/>
                </a:cubicBezTo>
                <a:cubicBezTo>
                  <a:pt x="1653" y="797"/>
                  <a:pt x="1653" y="797"/>
                  <a:pt x="1653" y="797"/>
                </a:cubicBezTo>
              </a:path>
            </a:pathLst>
          </a:custGeom>
          <a:noFill/>
          <a:ln w="38100" cap="rnd">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000000"/>
              </a:solidFill>
              <a:effectLst/>
              <a:uLnTx/>
              <a:uFillTx/>
              <a:latin typeface="Barlow Light" pitchFamily="2" charset="77"/>
            </a:endParaRPr>
          </a:p>
        </p:txBody>
      </p:sp>
      <p:sp>
        <p:nvSpPr>
          <p:cNvPr id="12" name="Oval 11">
            <a:extLst>
              <a:ext uri="{FF2B5EF4-FFF2-40B4-BE49-F238E27FC236}">
                <a16:creationId xmlns:a16="http://schemas.microsoft.com/office/drawing/2014/main" id="{72CDF8FB-ECE5-650A-94CD-418F7CC11D1B}"/>
              </a:ext>
            </a:extLst>
          </p:cNvPr>
          <p:cNvSpPr/>
          <p:nvPr userDrawn="1"/>
        </p:nvSpPr>
        <p:spPr>
          <a:xfrm>
            <a:off x="8429723" y="4305992"/>
            <a:ext cx="771096" cy="771096"/>
          </a:xfrm>
          <a:prstGeom prst="ellipse">
            <a:avLst/>
          </a:prstGeom>
          <a:gradFill>
            <a:gsLst>
              <a:gs pos="2000">
                <a:schemeClr val="accent4"/>
              </a:gs>
              <a:gs pos="98000">
                <a:schemeClr val="accent4">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prstClr val="white"/>
                </a:solidFill>
                <a:effectLst/>
                <a:uLnTx/>
                <a:uFillTx/>
                <a:latin typeface="Barlow Light" pitchFamily="2" charset="77"/>
                <a:cs typeface="Segoe UI Light" panose="020B0502040204020203" pitchFamily="34" charset="0"/>
              </a:rPr>
              <a:t>04</a:t>
            </a:r>
          </a:p>
        </p:txBody>
      </p:sp>
      <p:sp>
        <p:nvSpPr>
          <p:cNvPr id="26" name="Oval 30">
            <a:extLst>
              <a:ext uri="{FF2B5EF4-FFF2-40B4-BE49-F238E27FC236}">
                <a16:creationId xmlns:a16="http://schemas.microsoft.com/office/drawing/2014/main" id="{66FDCFFA-B5FF-01D3-F15E-64AC04E1DB6C}"/>
              </a:ext>
            </a:extLst>
          </p:cNvPr>
          <p:cNvSpPr/>
          <p:nvPr userDrawn="1"/>
        </p:nvSpPr>
        <p:spPr>
          <a:xfrm>
            <a:off x="4611424" y="2075367"/>
            <a:ext cx="2695975" cy="2688846"/>
          </a:xfrm>
          <a:prstGeom prst="ellipse">
            <a:avLst/>
          </a:prstGeom>
          <a:gradFill flip="none" rotWithShape="1">
            <a:gsLst>
              <a:gs pos="62000">
                <a:schemeClr val="accent1"/>
              </a:gs>
              <a:gs pos="21000">
                <a:schemeClr val="accent3"/>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Barlow Light" pitchFamily="2" charset="77"/>
              <a:cs typeface="Segoe UI Light" panose="020B0502040204020203" pitchFamily="34" charset="0"/>
            </a:endParaRPr>
          </a:p>
        </p:txBody>
      </p:sp>
      <p:sp>
        <p:nvSpPr>
          <p:cNvPr id="32" name="Oval 30">
            <a:extLst>
              <a:ext uri="{FF2B5EF4-FFF2-40B4-BE49-F238E27FC236}">
                <a16:creationId xmlns:a16="http://schemas.microsoft.com/office/drawing/2014/main" id="{3386D4E4-C1B1-7014-D753-5F3A575CA590}"/>
              </a:ext>
            </a:extLst>
          </p:cNvPr>
          <p:cNvSpPr/>
          <p:nvPr userDrawn="1"/>
        </p:nvSpPr>
        <p:spPr>
          <a:xfrm>
            <a:off x="8429723" y="1923764"/>
            <a:ext cx="771096" cy="771096"/>
          </a:xfrm>
          <a:prstGeom prst="ellipse">
            <a:avLst/>
          </a:prstGeom>
          <a:gradFill>
            <a:gsLst>
              <a:gs pos="1000">
                <a:schemeClr val="accent2"/>
              </a:gs>
              <a:gs pos="99000">
                <a:schemeClr val="accent2">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prstClr val="white"/>
                </a:solidFill>
                <a:effectLst/>
                <a:uLnTx/>
                <a:uFillTx/>
                <a:latin typeface="Barlow Light" pitchFamily="2" charset="77"/>
                <a:cs typeface="Segoe UI Light" panose="020B0502040204020203" pitchFamily="34" charset="0"/>
              </a:rPr>
              <a:t>02</a:t>
            </a:r>
          </a:p>
        </p:txBody>
      </p:sp>
      <p:sp>
        <p:nvSpPr>
          <p:cNvPr id="34" name="Oval 33">
            <a:extLst>
              <a:ext uri="{FF2B5EF4-FFF2-40B4-BE49-F238E27FC236}">
                <a16:creationId xmlns:a16="http://schemas.microsoft.com/office/drawing/2014/main" id="{7DEC9DE4-68DC-C928-4F64-5988FEE5CC88}"/>
              </a:ext>
            </a:extLst>
          </p:cNvPr>
          <p:cNvSpPr/>
          <p:nvPr userDrawn="1"/>
        </p:nvSpPr>
        <p:spPr>
          <a:xfrm>
            <a:off x="2865626" y="4645989"/>
            <a:ext cx="771096" cy="771096"/>
          </a:xfrm>
          <a:prstGeom prst="ellipse">
            <a:avLst/>
          </a:prstGeom>
          <a:gradFill>
            <a:gsLst>
              <a:gs pos="44000">
                <a:schemeClr val="accent1">
                  <a:lumMod val="75000"/>
                </a:schemeClr>
              </a:gs>
              <a:gs pos="8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1218987"/>
            <a:r>
              <a:rPr lang="en-IN" sz="2000" b="0" i="0">
                <a:solidFill>
                  <a:prstClr val="white"/>
                </a:solidFill>
                <a:latin typeface="Barlow Light" pitchFamily="2" charset="77"/>
                <a:cs typeface="Segoe UI Light" panose="020B0502040204020203" pitchFamily="34" charset="0"/>
              </a:rPr>
              <a:t>03</a:t>
            </a:r>
          </a:p>
        </p:txBody>
      </p:sp>
      <p:sp>
        <p:nvSpPr>
          <p:cNvPr id="35" name="Oval 30">
            <a:extLst>
              <a:ext uri="{FF2B5EF4-FFF2-40B4-BE49-F238E27FC236}">
                <a16:creationId xmlns:a16="http://schemas.microsoft.com/office/drawing/2014/main" id="{903D7D4E-52E2-89FD-137B-371FB6488B79}"/>
              </a:ext>
            </a:extLst>
          </p:cNvPr>
          <p:cNvSpPr/>
          <p:nvPr userDrawn="1"/>
        </p:nvSpPr>
        <p:spPr>
          <a:xfrm>
            <a:off x="3101832" y="2310794"/>
            <a:ext cx="771096" cy="771096"/>
          </a:xfrm>
          <a:prstGeom prst="ellipse">
            <a:avLst/>
          </a:prstGeom>
          <a:gradFill flip="none" rotWithShape="1">
            <a:gsLst>
              <a:gs pos="74000">
                <a:schemeClr val="accent3"/>
              </a:gs>
              <a:gs pos="12000">
                <a:schemeClr val="accent5"/>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1218987"/>
            <a:r>
              <a:rPr lang="en-IN" sz="2000" b="0" i="0">
                <a:solidFill>
                  <a:prstClr val="white"/>
                </a:solidFill>
                <a:latin typeface="Barlow Light" pitchFamily="2" charset="77"/>
                <a:cs typeface="Segoe UI Light" panose="020B0502040204020203" pitchFamily="34" charset="0"/>
              </a:rPr>
              <a:t>01</a:t>
            </a:r>
          </a:p>
        </p:txBody>
      </p:sp>
      <p:sp>
        <p:nvSpPr>
          <p:cNvPr id="37" name="Text Placeholder 3">
            <a:extLst>
              <a:ext uri="{FF2B5EF4-FFF2-40B4-BE49-F238E27FC236}">
                <a16:creationId xmlns:a16="http://schemas.microsoft.com/office/drawing/2014/main" id="{7361C870-E8E8-5906-ECFC-47DE1DAF8DA3}"/>
              </a:ext>
            </a:extLst>
          </p:cNvPr>
          <p:cNvSpPr>
            <a:spLocks noGrp="1"/>
          </p:cNvSpPr>
          <p:nvPr>
            <p:ph type="body" sz="quarter" idx="18"/>
          </p:nvPr>
        </p:nvSpPr>
        <p:spPr>
          <a:xfrm>
            <a:off x="689955" y="1776778"/>
            <a:ext cx="2295057" cy="961499"/>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38" name="Text Placeholder 3">
            <a:extLst>
              <a:ext uri="{FF2B5EF4-FFF2-40B4-BE49-F238E27FC236}">
                <a16:creationId xmlns:a16="http://schemas.microsoft.com/office/drawing/2014/main" id="{5F1307D3-08A5-17D7-2909-34965108405F}"/>
              </a:ext>
            </a:extLst>
          </p:cNvPr>
          <p:cNvSpPr>
            <a:spLocks noGrp="1"/>
          </p:cNvSpPr>
          <p:nvPr>
            <p:ph type="body" sz="quarter" idx="19"/>
          </p:nvPr>
        </p:nvSpPr>
        <p:spPr>
          <a:xfrm>
            <a:off x="4630820" y="2936665"/>
            <a:ext cx="2676579" cy="1155700"/>
          </a:xfrm>
          <a:prstGeom prst="rect">
            <a:avLst/>
          </a:prstGeom>
        </p:spPr>
        <p:txBody>
          <a:bodyPr/>
          <a:lstStyle>
            <a:lvl1pPr marL="0" indent="0" algn="ctr">
              <a:buNone/>
              <a:defRPr sz="2400"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39" name="Text Placeholder 3">
            <a:extLst>
              <a:ext uri="{FF2B5EF4-FFF2-40B4-BE49-F238E27FC236}">
                <a16:creationId xmlns:a16="http://schemas.microsoft.com/office/drawing/2014/main" id="{912AD695-5AC1-3B91-AFFC-158E5D2C091C}"/>
              </a:ext>
            </a:extLst>
          </p:cNvPr>
          <p:cNvSpPr>
            <a:spLocks noGrp="1"/>
          </p:cNvSpPr>
          <p:nvPr>
            <p:ph type="body" sz="quarter" idx="20"/>
          </p:nvPr>
        </p:nvSpPr>
        <p:spPr>
          <a:xfrm>
            <a:off x="689956" y="3947369"/>
            <a:ext cx="2295056" cy="1155700"/>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1" name="Text Placeholder 3">
            <a:extLst>
              <a:ext uri="{FF2B5EF4-FFF2-40B4-BE49-F238E27FC236}">
                <a16:creationId xmlns:a16="http://schemas.microsoft.com/office/drawing/2014/main" id="{75FA4AA7-AF59-41E0-28FD-6B2BE1B7834A}"/>
              </a:ext>
            </a:extLst>
          </p:cNvPr>
          <p:cNvSpPr>
            <a:spLocks noGrp="1"/>
          </p:cNvSpPr>
          <p:nvPr>
            <p:ph type="body" sz="quarter" idx="22"/>
          </p:nvPr>
        </p:nvSpPr>
        <p:spPr>
          <a:xfrm>
            <a:off x="689955" y="2694860"/>
            <a:ext cx="2295057" cy="1155700"/>
          </a:xfrm>
          <a:prstGeom prst="rect">
            <a:avLst/>
          </a:prstGeom>
        </p:spPr>
        <p:txBody>
          <a:bodyPr/>
          <a:lstStyle>
            <a:lvl1pPr marL="0" indent="0">
              <a:buNone/>
              <a:defRPr sz="16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2" name="Text Placeholder 3">
            <a:extLst>
              <a:ext uri="{FF2B5EF4-FFF2-40B4-BE49-F238E27FC236}">
                <a16:creationId xmlns:a16="http://schemas.microsoft.com/office/drawing/2014/main" id="{76BAAA0D-0035-2ECD-7C78-3DEDF4C3D67E}"/>
              </a:ext>
            </a:extLst>
          </p:cNvPr>
          <p:cNvSpPr>
            <a:spLocks noGrp="1"/>
          </p:cNvSpPr>
          <p:nvPr>
            <p:ph type="body" sz="quarter" idx="23"/>
          </p:nvPr>
        </p:nvSpPr>
        <p:spPr>
          <a:xfrm>
            <a:off x="689956" y="5041005"/>
            <a:ext cx="2295056" cy="1155700"/>
          </a:xfrm>
          <a:prstGeom prst="rect">
            <a:avLst/>
          </a:prstGeom>
        </p:spPr>
        <p:txBody>
          <a:bodyPr/>
          <a:lstStyle>
            <a:lvl1pPr marL="0" indent="0">
              <a:buNone/>
              <a:defRPr sz="16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3" name="Text Placeholder 3">
            <a:extLst>
              <a:ext uri="{FF2B5EF4-FFF2-40B4-BE49-F238E27FC236}">
                <a16:creationId xmlns:a16="http://schemas.microsoft.com/office/drawing/2014/main" id="{771E4611-158F-F7E5-B5F1-2C1A47830472}"/>
              </a:ext>
            </a:extLst>
          </p:cNvPr>
          <p:cNvSpPr>
            <a:spLocks noGrp="1"/>
          </p:cNvSpPr>
          <p:nvPr>
            <p:ph type="body" sz="quarter" idx="24"/>
          </p:nvPr>
        </p:nvSpPr>
        <p:spPr>
          <a:xfrm>
            <a:off x="9301940" y="1776778"/>
            <a:ext cx="2295057" cy="961499"/>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4" name="Text Placeholder 3">
            <a:extLst>
              <a:ext uri="{FF2B5EF4-FFF2-40B4-BE49-F238E27FC236}">
                <a16:creationId xmlns:a16="http://schemas.microsoft.com/office/drawing/2014/main" id="{6B297F86-1975-A06A-5930-82C44B0DFA11}"/>
              </a:ext>
            </a:extLst>
          </p:cNvPr>
          <p:cNvSpPr>
            <a:spLocks noGrp="1"/>
          </p:cNvSpPr>
          <p:nvPr>
            <p:ph type="body" sz="quarter" idx="25"/>
          </p:nvPr>
        </p:nvSpPr>
        <p:spPr>
          <a:xfrm>
            <a:off x="9301941" y="3947369"/>
            <a:ext cx="2295056" cy="1155700"/>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5" name="Text Placeholder 3">
            <a:extLst>
              <a:ext uri="{FF2B5EF4-FFF2-40B4-BE49-F238E27FC236}">
                <a16:creationId xmlns:a16="http://schemas.microsoft.com/office/drawing/2014/main" id="{99C5E33C-AA54-FE4F-6596-178E95DF594B}"/>
              </a:ext>
            </a:extLst>
          </p:cNvPr>
          <p:cNvSpPr>
            <a:spLocks noGrp="1"/>
          </p:cNvSpPr>
          <p:nvPr>
            <p:ph type="body" sz="quarter" idx="26"/>
          </p:nvPr>
        </p:nvSpPr>
        <p:spPr>
          <a:xfrm>
            <a:off x="9301940" y="2694860"/>
            <a:ext cx="2295057" cy="1155700"/>
          </a:xfrm>
          <a:prstGeom prst="rect">
            <a:avLst/>
          </a:prstGeom>
        </p:spPr>
        <p:txBody>
          <a:bodyPr/>
          <a:lstStyle>
            <a:lvl1pPr marL="0" indent="0">
              <a:buNone/>
              <a:defRPr sz="16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6" name="Text Placeholder 3">
            <a:extLst>
              <a:ext uri="{FF2B5EF4-FFF2-40B4-BE49-F238E27FC236}">
                <a16:creationId xmlns:a16="http://schemas.microsoft.com/office/drawing/2014/main" id="{C607AA6C-23FD-FA19-9965-1D7464FDD78A}"/>
              </a:ext>
            </a:extLst>
          </p:cNvPr>
          <p:cNvSpPr>
            <a:spLocks noGrp="1"/>
          </p:cNvSpPr>
          <p:nvPr>
            <p:ph type="body" sz="quarter" idx="27"/>
          </p:nvPr>
        </p:nvSpPr>
        <p:spPr>
          <a:xfrm>
            <a:off x="9301941" y="5041005"/>
            <a:ext cx="2295056" cy="1155700"/>
          </a:xfrm>
          <a:prstGeom prst="rect">
            <a:avLst/>
          </a:prstGeom>
        </p:spPr>
        <p:txBody>
          <a:bodyPr/>
          <a:lstStyle>
            <a:lvl1pPr marL="0" indent="0">
              <a:buNone/>
              <a:defRPr sz="16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pic>
        <p:nvPicPr>
          <p:cNvPr id="47" name="Picture 46">
            <a:extLst>
              <a:ext uri="{FF2B5EF4-FFF2-40B4-BE49-F238E27FC236}">
                <a16:creationId xmlns:a16="http://schemas.microsoft.com/office/drawing/2014/main" id="{68532485-59CE-2507-88A0-1AFFA5F86CD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48" name="Straight Connector 47">
            <a:extLst>
              <a:ext uri="{FF2B5EF4-FFF2-40B4-BE49-F238E27FC236}">
                <a16:creationId xmlns:a16="http://schemas.microsoft.com/office/drawing/2014/main" id="{7D760BCF-A643-B08E-3CD4-C1013B7A14BE}"/>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83CA863C-B99E-592B-E7CC-8672960DD646}"/>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A5379C83-3234-73A8-FAB2-DCB58FB951F0}"/>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249261718"/>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userDrawn="1">
          <p15:clr>
            <a:srgbClr val="FBAE40"/>
          </p15:clr>
        </p15:guide>
        <p15:guide id="3" pos="720" userDrawn="1">
          <p15:clr>
            <a:srgbClr val="FBAE40"/>
          </p15:clr>
        </p15:guide>
        <p15:guide id="4" pos="576" userDrawn="1">
          <p15:clr>
            <a:srgbClr val="FBAE40"/>
          </p15:clr>
        </p15:guide>
        <p15:guide id="5" pos="3840" userDrawn="1">
          <p15:clr>
            <a:srgbClr val="FBAE40"/>
          </p15:clr>
        </p15:guide>
        <p15:guide id="6" pos="360" userDrawn="1">
          <p15:clr>
            <a:srgbClr val="FBAE40"/>
          </p15:clr>
        </p15:guide>
        <p15:guide id="7" pos="312" userDrawn="1">
          <p15:clr>
            <a:srgbClr val="FBAE40"/>
          </p15:clr>
        </p15:guide>
        <p15:guide id="8" pos="408" userDrawn="1">
          <p15:clr>
            <a:srgbClr val="FBAE40"/>
          </p15:clr>
        </p15:guide>
        <p15:guide id="9" orient="horz" pos="2160" userDrawn="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Quadrant">
    <p:bg>
      <p:bgPr>
        <a:solidFill>
          <a:srgbClr val="FFFFFF"/>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AE4935A-0AC1-2CF8-EB06-5D7D1645946A}"/>
              </a:ext>
            </a:extLst>
          </p:cNvPr>
          <p:cNvCxnSpPr>
            <a:cxnSpLocks/>
          </p:cNvCxnSpPr>
          <p:nvPr/>
        </p:nvCxnSpPr>
        <p:spPr bwMode="auto">
          <a:xfrm flipV="1">
            <a:off x="6025185" y="1156030"/>
            <a:ext cx="0" cy="2160189"/>
          </a:xfrm>
          <a:prstGeom prst="line">
            <a:avLst/>
          </a:prstGeom>
          <a:noFill/>
          <a:ln w="19050" cap="rnd" cmpd="sng" algn="ctr">
            <a:solidFill>
              <a:schemeClr val="bg1">
                <a:lumMod val="75000"/>
              </a:schemeClr>
            </a:solidFill>
            <a:prstDash val="sysDot"/>
            <a:round/>
            <a:headEnd type="none" w="med" len="med"/>
            <a:tailEnd type="none" w="med" len="med"/>
          </a:ln>
          <a:effectLst/>
        </p:spPr>
      </p:cxnSp>
      <p:cxnSp>
        <p:nvCxnSpPr>
          <p:cNvPr id="7" name="Straight Connector 6">
            <a:extLst>
              <a:ext uri="{FF2B5EF4-FFF2-40B4-BE49-F238E27FC236}">
                <a16:creationId xmlns:a16="http://schemas.microsoft.com/office/drawing/2014/main" id="{28C77441-8DB5-5FBA-282A-B65028DC75B2}"/>
              </a:ext>
            </a:extLst>
          </p:cNvPr>
          <p:cNvCxnSpPr>
            <a:cxnSpLocks/>
          </p:cNvCxnSpPr>
          <p:nvPr/>
        </p:nvCxnSpPr>
        <p:spPr bwMode="auto">
          <a:xfrm>
            <a:off x="1044205" y="3641533"/>
            <a:ext cx="4600137" cy="0"/>
          </a:xfrm>
          <a:prstGeom prst="line">
            <a:avLst/>
          </a:prstGeom>
          <a:noFill/>
          <a:ln w="19050" cap="rnd" cmpd="sng" algn="ctr">
            <a:solidFill>
              <a:schemeClr val="bg1">
                <a:lumMod val="75000"/>
              </a:schemeClr>
            </a:solidFill>
            <a:prstDash val="sysDot"/>
            <a:round/>
            <a:headEnd type="none" w="med" len="med"/>
            <a:tailEnd type="none" w="med" len="med"/>
          </a:ln>
          <a:effectLst/>
        </p:spPr>
      </p:cxnSp>
      <p:cxnSp>
        <p:nvCxnSpPr>
          <p:cNvPr id="10" name="Straight Connector 9">
            <a:extLst>
              <a:ext uri="{FF2B5EF4-FFF2-40B4-BE49-F238E27FC236}">
                <a16:creationId xmlns:a16="http://schemas.microsoft.com/office/drawing/2014/main" id="{7E815F61-530B-822D-43E4-11FAC52612E7}"/>
              </a:ext>
            </a:extLst>
          </p:cNvPr>
          <p:cNvCxnSpPr>
            <a:cxnSpLocks/>
          </p:cNvCxnSpPr>
          <p:nvPr/>
        </p:nvCxnSpPr>
        <p:spPr bwMode="auto">
          <a:xfrm flipV="1">
            <a:off x="6025185" y="4007294"/>
            <a:ext cx="0" cy="2160189"/>
          </a:xfrm>
          <a:prstGeom prst="line">
            <a:avLst/>
          </a:prstGeom>
          <a:noFill/>
          <a:ln w="19050" cap="rnd" cmpd="sng" algn="ctr">
            <a:solidFill>
              <a:schemeClr val="bg1">
                <a:lumMod val="75000"/>
              </a:schemeClr>
            </a:solidFill>
            <a:prstDash val="sysDot"/>
            <a:round/>
            <a:headEnd type="none" w="med" len="med"/>
            <a:tailEnd type="none" w="med" len="med"/>
          </a:ln>
          <a:effectLst/>
        </p:spPr>
      </p:cxnSp>
      <p:sp>
        <p:nvSpPr>
          <p:cNvPr id="14" name="Content Placeholder 15">
            <a:extLst>
              <a:ext uri="{FF2B5EF4-FFF2-40B4-BE49-F238E27FC236}">
                <a16:creationId xmlns:a16="http://schemas.microsoft.com/office/drawing/2014/main" id="{4CB479F3-AE2F-4CC5-D287-9EB885620DFF}"/>
              </a:ext>
            </a:extLst>
          </p:cNvPr>
          <p:cNvSpPr>
            <a:spLocks noGrp="1"/>
          </p:cNvSpPr>
          <p:nvPr userDrawn="1">
            <p:ph sz="quarter" idx="20"/>
          </p:nvPr>
        </p:nvSpPr>
        <p:spPr>
          <a:xfrm>
            <a:off x="1044205" y="1182932"/>
            <a:ext cx="4911277" cy="2391540"/>
          </a:xfrm>
          <a:prstGeom prst="roundRect">
            <a:avLst>
              <a:gd name="adj" fmla="val 3402"/>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15">
            <a:extLst>
              <a:ext uri="{FF2B5EF4-FFF2-40B4-BE49-F238E27FC236}">
                <a16:creationId xmlns:a16="http://schemas.microsoft.com/office/drawing/2014/main" id="{464CAAD2-654B-6DCA-2543-EAB76BE9DD8D}"/>
              </a:ext>
            </a:extLst>
          </p:cNvPr>
          <p:cNvSpPr>
            <a:spLocks noGrp="1"/>
          </p:cNvSpPr>
          <p:nvPr userDrawn="1">
            <p:ph sz="quarter" idx="21"/>
          </p:nvPr>
        </p:nvSpPr>
        <p:spPr>
          <a:xfrm>
            <a:off x="1044205" y="3734939"/>
            <a:ext cx="4911277" cy="2391540"/>
          </a:xfrm>
          <a:prstGeom prst="roundRect">
            <a:avLst>
              <a:gd name="adj" fmla="val 3402"/>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C1704C04-9CB2-B0BF-1810-583C049D4A90}"/>
              </a:ext>
            </a:extLst>
          </p:cNvPr>
          <p:cNvSpPr>
            <a:spLocks noGrp="1"/>
          </p:cNvSpPr>
          <p:nvPr userDrawn="1">
            <p:ph sz="quarter" idx="22"/>
          </p:nvPr>
        </p:nvSpPr>
        <p:spPr>
          <a:xfrm>
            <a:off x="6093232" y="1182932"/>
            <a:ext cx="4911277" cy="2391540"/>
          </a:xfrm>
          <a:prstGeom prst="roundRect">
            <a:avLst>
              <a:gd name="adj" fmla="val 3402"/>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5">
            <a:extLst>
              <a:ext uri="{FF2B5EF4-FFF2-40B4-BE49-F238E27FC236}">
                <a16:creationId xmlns:a16="http://schemas.microsoft.com/office/drawing/2014/main" id="{AE3AA688-094A-F84B-FF21-472B882DAB02}"/>
              </a:ext>
            </a:extLst>
          </p:cNvPr>
          <p:cNvSpPr>
            <a:spLocks noGrp="1"/>
          </p:cNvSpPr>
          <p:nvPr userDrawn="1">
            <p:ph sz="quarter" idx="23"/>
          </p:nvPr>
        </p:nvSpPr>
        <p:spPr>
          <a:xfrm>
            <a:off x="6093232" y="3734939"/>
            <a:ext cx="4911277" cy="2391540"/>
          </a:xfrm>
          <a:prstGeom prst="roundRect">
            <a:avLst>
              <a:gd name="adj" fmla="val 3402"/>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2" name="Straight Connector 21">
            <a:extLst>
              <a:ext uri="{FF2B5EF4-FFF2-40B4-BE49-F238E27FC236}">
                <a16:creationId xmlns:a16="http://schemas.microsoft.com/office/drawing/2014/main" id="{BC28513F-A5A1-9131-B9A0-01AD39AE7A15}"/>
              </a:ext>
            </a:extLst>
          </p:cNvPr>
          <p:cNvCxnSpPr>
            <a:cxnSpLocks/>
          </p:cNvCxnSpPr>
          <p:nvPr userDrawn="1"/>
        </p:nvCxnSpPr>
        <p:spPr bwMode="auto">
          <a:xfrm>
            <a:off x="6414227" y="3641533"/>
            <a:ext cx="4600137" cy="0"/>
          </a:xfrm>
          <a:prstGeom prst="line">
            <a:avLst/>
          </a:prstGeom>
          <a:noFill/>
          <a:ln w="19050" cap="rnd" cmpd="sng" algn="ctr">
            <a:solidFill>
              <a:schemeClr val="bg1">
                <a:lumMod val="75000"/>
              </a:schemeClr>
            </a:solidFill>
            <a:prstDash val="sysDot"/>
            <a:round/>
            <a:headEnd type="none" w="med" len="med"/>
            <a:tailEnd type="none" w="med" len="med"/>
          </a:ln>
          <a:effectLst/>
        </p:spPr>
      </p:cxnSp>
      <p:sp>
        <p:nvSpPr>
          <p:cNvPr id="24" name="Octagon 23">
            <a:extLst>
              <a:ext uri="{FF2B5EF4-FFF2-40B4-BE49-F238E27FC236}">
                <a16:creationId xmlns:a16="http://schemas.microsoft.com/office/drawing/2014/main" id="{54D851A6-FA83-F073-96F1-A60C4526306B}"/>
              </a:ext>
            </a:extLst>
          </p:cNvPr>
          <p:cNvSpPr/>
          <p:nvPr userDrawn="1"/>
        </p:nvSpPr>
        <p:spPr>
          <a:xfrm>
            <a:off x="5817721" y="3434897"/>
            <a:ext cx="413272" cy="413272"/>
          </a:xfrm>
          <a:prstGeom prst="octagon">
            <a:avLst/>
          </a:prstGeom>
          <a:noFill/>
          <a:ln w="19050" cap="rnd">
            <a:solidFill>
              <a:schemeClr val="bg1">
                <a:lumMod val="75000"/>
              </a:schemeClr>
            </a:solidFill>
            <a:prstDash val="sysDot"/>
            <a:miter/>
          </a:ln>
          <a:effectLst/>
        </p:spPr>
        <p:txBody>
          <a:bodyPr rtlCol="0" anchor="ctr"/>
          <a:lstStyle/>
          <a:p>
            <a:pPr algn="l"/>
            <a:endParaRPr lang="en-US" b="0" i="0">
              <a:latin typeface="Barlow Light" pitchFamily="2" charset="77"/>
            </a:endParaRPr>
          </a:p>
        </p:txBody>
      </p:sp>
      <p:pic>
        <p:nvPicPr>
          <p:cNvPr id="25" name="Picture 24">
            <a:extLst>
              <a:ext uri="{FF2B5EF4-FFF2-40B4-BE49-F238E27FC236}">
                <a16:creationId xmlns:a16="http://schemas.microsoft.com/office/drawing/2014/main" id="{931D9B6B-FC08-9ACA-4CAE-2A762953156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26" name="Straight Connector 25">
            <a:extLst>
              <a:ext uri="{FF2B5EF4-FFF2-40B4-BE49-F238E27FC236}">
                <a16:creationId xmlns:a16="http://schemas.microsoft.com/office/drawing/2014/main" id="{A190F1A6-7BD3-1E26-69E9-BE485297F66D}"/>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9E1BA952-2C68-9063-FA5A-0D0945C71175}"/>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Tree>
    <p:extLst>
      <p:ext uri="{BB962C8B-B14F-4D97-AF65-F5344CB8AC3E}">
        <p14:creationId xmlns:p14="http://schemas.microsoft.com/office/powerpoint/2010/main" val="2034349118"/>
      </p:ext>
    </p:extLst>
  </p:cSld>
  <p:clrMapOvr>
    <a:masterClrMapping/>
  </p:clrMapOvr>
  <p:transition spd="med"/>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Dashboard-3boxes+Takeaway">
    <p:bg>
      <p:bgPr>
        <a:solidFill>
          <a:srgbClr val="FFFFFF"/>
        </a:solidFill>
        <a:effectLst/>
      </p:bgPr>
    </p:bg>
    <p:spTree>
      <p:nvGrpSpPr>
        <p:cNvPr id="1" name=""/>
        <p:cNvGrpSpPr/>
        <p:nvPr/>
      </p:nvGrpSpPr>
      <p:grpSpPr>
        <a:xfrm>
          <a:off x="0" y="0"/>
          <a:ext cx="0" cy="0"/>
          <a:chOff x="0" y="0"/>
          <a:chExt cx="0" cy="0"/>
        </a:xfrm>
      </p:grpSpPr>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flipH="1">
            <a:off x="4279899" y="1231617"/>
            <a:ext cx="7725115" cy="5229447"/>
          </a:xfrm>
          <a:prstGeom prst="round2SameRect">
            <a:avLst>
              <a:gd name="adj1" fmla="val 2777"/>
              <a:gd name="adj2" fmla="val 1343"/>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9" name="Text Placeholder 2">
            <a:extLst>
              <a:ext uri="{FF2B5EF4-FFF2-40B4-BE49-F238E27FC236}">
                <a16:creationId xmlns:a16="http://schemas.microsoft.com/office/drawing/2014/main" id="{A19AB63E-A324-19D5-E31D-CCA2070834CD}"/>
              </a:ext>
            </a:extLst>
          </p:cNvPr>
          <p:cNvSpPr>
            <a:spLocks noGrp="1"/>
          </p:cNvSpPr>
          <p:nvPr>
            <p:ph type="body" sz="quarter" idx="20" hasCustomPrompt="1"/>
          </p:nvPr>
        </p:nvSpPr>
        <p:spPr>
          <a:xfrm>
            <a:off x="4418094" y="1396783"/>
            <a:ext cx="7431006"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21000">
                      <a:schemeClr val="accent3"/>
                    </a:gs>
                    <a:gs pos="72000">
                      <a:schemeClr val="accent1"/>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24" name="Content Placeholder 21">
            <a:extLst>
              <a:ext uri="{FF2B5EF4-FFF2-40B4-BE49-F238E27FC236}">
                <a16:creationId xmlns:a16="http://schemas.microsoft.com/office/drawing/2014/main" id="{42B07D98-27BD-3CB5-7E42-EAD6B849BC0F}"/>
              </a:ext>
            </a:extLst>
          </p:cNvPr>
          <p:cNvSpPr>
            <a:spLocks noGrp="1"/>
          </p:cNvSpPr>
          <p:nvPr>
            <p:ph sz="quarter" idx="23"/>
          </p:nvPr>
        </p:nvSpPr>
        <p:spPr>
          <a:xfrm>
            <a:off x="4392612" y="1879600"/>
            <a:ext cx="7456488" cy="4368800"/>
          </a:xfrm>
          <a:prstGeom prst="rect">
            <a:avLst/>
          </a:prstGeom>
        </p:spPr>
        <p:txBody>
          <a:bodyPr/>
          <a:lstStyle>
            <a:lvl1pPr marL="0" indent="0">
              <a:buNone/>
              <a:defRPr b="0" i="0">
                <a:solidFill>
                  <a:schemeClr val="bg2"/>
                </a:solidFill>
                <a:latin typeface="Barlow Light" pitchFamily="2" charset="77"/>
              </a:defRPr>
            </a:lvl1pPr>
            <a:lvl2pPr marL="768178" indent="0">
              <a:buNone/>
              <a:defRPr b="0" i="0">
                <a:solidFill>
                  <a:schemeClr val="bg2"/>
                </a:solidFill>
                <a:latin typeface="Barlow Light" pitchFamily="2" charset="77"/>
              </a:defRPr>
            </a:lvl2pPr>
            <a:lvl3pPr marL="1377641" indent="0">
              <a:buNone/>
              <a:defRPr b="0" i="0">
                <a:solidFill>
                  <a:schemeClr val="bg2"/>
                </a:solidFill>
                <a:latin typeface="Barlow Light" pitchFamily="2" charset="77"/>
              </a:defRPr>
            </a:lvl3pPr>
            <a:lvl4pPr marL="1828389" indent="0">
              <a:buNone/>
              <a:defRPr b="0" i="0">
                <a:solidFill>
                  <a:schemeClr val="bg2"/>
                </a:solidFill>
                <a:latin typeface="Barlow Light" pitchFamily="2" charset="77"/>
              </a:defRPr>
            </a:lvl4pPr>
            <a:lvl5pPr marL="2437851" indent="0">
              <a:buNone/>
              <a:defRPr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entagon 3">
            <a:extLst>
              <a:ext uri="{FF2B5EF4-FFF2-40B4-BE49-F238E27FC236}">
                <a16:creationId xmlns:a16="http://schemas.microsoft.com/office/drawing/2014/main" id="{7345BE49-23BF-CF91-1533-27101AAF7CAD}"/>
              </a:ext>
            </a:extLst>
          </p:cNvPr>
          <p:cNvSpPr/>
          <p:nvPr/>
        </p:nvSpPr>
        <p:spPr>
          <a:xfrm>
            <a:off x="0" y="5753100"/>
            <a:ext cx="12192000" cy="597824"/>
          </a:xfrm>
          <a:prstGeom prst="homePlate">
            <a:avLst>
              <a:gd name="adj" fmla="val 0"/>
            </a:avLst>
          </a:prstGeom>
          <a:gradFill>
            <a:gsLst>
              <a:gs pos="21000">
                <a:schemeClr val="accent3"/>
              </a:gs>
              <a:gs pos="72000">
                <a:schemeClr val="accent1"/>
              </a:gs>
            </a:gsLst>
            <a:lin ang="2700000" scaled="0"/>
          </a:gradFill>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11" name="Round Same Side Corner Rectangle 10">
            <a:extLst>
              <a:ext uri="{FF2B5EF4-FFF2-40B4-BE49-F238E27FC236}">
                <a16:creationId xmlns:a16="http://schemas.microsoft.com/office/drawing/2014/main" id="{1ACC803F-6DC9-AC18-C078-8A3913871366}"/>
              </a:ext>
            </a:extLst>
          </p:cNvPr>
          <p:cNvSpPr/>
          <p:nvPr userDrawn="1"/>
        </p:nvSpPr>
        <p:spPr>
          <a:xfrm flipH="1">
            <a:off x="186985" y="1231616"/>
            <a:ext cx="3991315" cy="2567090"/>
          </a:xfrm>
          <a:prstGeom prst="round2SameRect">
            <a:avLst>
              <a:gd name="adj1" fmla="val 4297"/>
              <a:gd name="adj2" fmla="val 4922"/>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2" name="Round Same Side Corner Rectangle 11">
            <a:extLst>
              <a:ext uri="{FF2B5EF4-FFF2-40B4-BE49-F238E27FC236}">
                <a16:creationId xmlns:a16="http://schemas.microsoft.com/office/drawing/2014/main" id="{819EF38A-FB22-61D4-8CBA-7C9F7136623B}"/>
              </a:ext>
            </a:extLst>
          </p:cNvPr>
          <p:cNvSpPr/>
          <p:nvPr userDrawn="1"/>
        </p:nvSpPr>
        <p:spPr>
          <a:xfrm flipH="1" flipV="1">
            <a:off x="186985" y="3893973"/>
            <a:ext cx="3991315" cy="2567090"/>
          </a:xfrm>
          <a:prstGeom prst="round2SameRect">
            <a:avLst>
              <a:gd name="adj1" fmla="val 4297"/>
              <a:gd name="adj2" fmla="val 4311"/>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7" name="Text Placeholder 2">
            <a:extLst>
              <a:ext uri="{FF2B5EF4-FFF2-40B4-BE49-F238E27FC236}">
                <a16:creationId xmlns:a16="http://schemas.microsoft.com/office/drawing/2014/main" id="{7FF5FAD1-77EA-C3C7-32E6-F03BF4B36F1A}"/>
              </a:ext>
            </a:extLst>
          </p:cNvPr>
          <p:cNvSpPr>
            <a:spLocks noGrp="1"/>
          </p:cNvSpPr>
          <p:nvPr>
            <p:ph type="body" sz="quarter" idx="18" hasCustomPrompt="1"/>
          </p:nvPr>
        </p:nvSpPr>
        <p:spPr>
          <a:xfrm>
            <a:off x="239794" y="1396783"/>
            <a:ext cx="378618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21000">
                      <a:schemeClr val="accent3"/>
                    </a:gs>
                    <a:gs pos="72000">
                      <a:schemeClr val="accent1"/>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18" name="Text Placeholder 2">
            <a:extLst>
              <a:ext uri="{FF2B5EF4-FFF2-40B4-BE49-F238E27FC236}">
                <a16:creationId xmlns:a16="http://schemas.microsoft.com/office/drawing/2014/main" id="{E434506E-A2B2-AD79-27B7-B04B9834F7EF}"/>
              </a:ext>
            </a:extLst>
          </p:cNvPr>
          <p:cNvSpPr>
            <a:spLocks noGrp="1"/>
          </p:cNvSpPr>
          <p:nvPr>
            <p:ph type="body" sz="quarter" idx="19" hasCustomPrompt="1"/>
          </p:nvPr>
        </p:nvSpPr>
        <p:spPr>
          <a:xfrm>
            <a:off x="239794" y="4025683"/>
            <a:ext cx="378618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21000">
                      <a:schemeClr val="accent3"/>
                    </a:gs>
                    <a:gs pos="72000">
                      <a:schemeClr val="accent1"/>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22" name="Content Placeholder 21">
            <a:extLst>
              <a:ext uri="{FF2B5EF4-FFF2-40B4-BE49-F238E27FC236}">
                <a16:creationId xmlns:a16="http://schemas.microsoft.com/office/drawing/2014/main" id="{C97248E3-028B-A842-678A-6BC7E9F4E8CB}"/>
              </a:ext>
            </a:extLst>
          </p:cNvPr>
          <p:cNvSpPr>
            <a:spLocks noGrp="1"/>
          </p:cNvSpPr>
          <p:nvPr>
            <p:ph sz="quarter" idx="21"/>
          </p:nvPr>
        </p:nvSpPr>
        <p:spPr>
          <a:xfrm>
            <a:off x="239712" y="1879600"/>
            <a:ext cx="3786187" cy="1739900"/>
          </a:xfrm>
          <a:prstGeom prst="rect">
            <a:avLst/>
          </a:prstGeom>
        </p:spPr>
        <p:txBody>
          <a:bodyPr/>
          <a:lstStyle>
            <a:lvl1pPr marL="173038" indent="-173038">
              <a:buClr>
                <a:schemeClr val="bg2"/>
              </a:buClr>
              <a:buFont typeface="Arial" panose="020B0604020202020204" pitchFamily="34" charset="0"/>
              <a:buChar char="•"/>
              <a:tabLst/>
              <a:defRPr sz="1800" b="0" i="0">
                <a:solidFill>
                  <a:schemeClr val="bg2"/>
                </a:solidFill>
                <a:latin typeface="Barlow Light" pitchFamily="2" charset="77"/>
              </a:defRPr>
            </a:lvl1pPr>
            <a:lvl2pPr marL="1053928" indent="-285750">
              <a:buClr>
                <a:schemeClr val="bg2"/>
              </a:buClr>
              <a:buFont typeface="Arial" panose="020B0604020202020204" pitchFamily="34" charset="0"/>
              <a:buChar char="•"/>
              <a:defRPr sz="1400" b="0" i="0">
                <a:solidFill>
                  <a:schemeClr val="bg2"/>
                </a:solidFill>
                <a:latin typeface="Barlow Light" pitchFamily="2" charset="77"/>
              </a:defRPr>
            </a:lvl2pPr>
            <a:lvl3pPr marL="1663391" indent="-285750">
              <a:buClr>
                <a:schemeClr val="bg2"/>
              </a:buClr>
              <a:buFont typeface="Arial" panose="020B0604020202020204" pitchFamily="34" charset="0"/>
              <a:buChar char="•"/>
              <a:defRPr sz="1200" b="0" i="0">
                <a:solidFill>
                  <a:schemeClr val="bg2"/>
                </a:solidFill>
                <a:latin typeface="Barlow Light" pitchFamily="2" charset="77"/>
              </a:defRPr>
            </a:lvl3pPr>
            <a:lvl4pPr marL="1999839" indent="-171450">
              <a:buClr>
                <a:schemeClr val="bg2"/>
              </a:buClr>
              <a:buFont typeface="Arial" panose="020B0604020202020204" pitchFamily="34" charset="0"/>
              <a:buChar char="•"/>
              <a:defRPr sz="1100" b="0" i="0">
                <a:solidFill>
                  <a:schemeClr val="bg2"/>
                </a:solidFill>
                <a:latin typeface="Barlow Light" pitchFamily="2" charset="77"/>
              </a:defRPr>
            </a:lvl4pPr>
            <a:lvl5pPr marL="2609301" indent="-171450">
              <a:buClr>
                <a:schemeClr val="bg2"/>
              </a:buClr>
              <a:buFont typeface="Arial" panose="020B0604020202020204" pitchFamily="34" charset="0"/>
              <a:buChar char="•"/>
              <a:defRPr sz="1100"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1">
            <a:extLst>
              <a:ext uri="{FF2B5EF4-FFF2-40B4-BE49-F238E27FC236}">
                <a16:creationId xmlns:a16="http://schemas.microsoft.com/office/drawing/2014/main" id="{D5EBEB09-3337-0433-D4E3-64E652B1381A}"/>
              </a:ext>
            </a:extLst>
          </p:cNvPr>
          <p:cNvSpPr>
            <a:spLocks noGrp="1"/>
          </p:cNvSpPr>
          <p:nvPr>
            <p:ph sz="quarter" idx="22"/>
          </p:nvPr>
        </p:nvSpPr>
        <p:spPr>
          <a:xfrm>
            <a:off x="239712" y="4508500"/>
            <a:ext cx="3786187" cy="1739900"/>
          </a:xfrm>
          <a:prstGeom prst="rect">
            <a:avLst/>
          </a:prstGeom>
        </p:spPr>
        <p:txBody>
          <a:bodyPr/>
          <a:lstStyle>
            <a:lvl1pPr marL="234950" indent="-234950">
              <a:buClr>
                <a:schemeClr val="bg2"/>
              </a:buClr>
              <a:buFont typeface="Arial" panose="020B0604020202020204" pitchFamily="34" charset="0"/>
              <a:buChar char="•"/>
              <a:tabLst>
                <a:tab pos="163513" algn="l"/>
              </a:tabLst>
              <a:defRPr sz="1800" b="0" i="0">
                <a:solidFill>
                  <a:schemeClr val="bg2"/>
                </a:solidFill>
                <a:latin typeface="Barlow Light" pitchFamily="2" charset="77"/>
              </a:defRPr>
            </a:lvl1pPr>
            <a:lvl2pPr marL="1053928" indent="-285750">
              <a:buClr>
                <a:schemeClr val="bg2"/>
              </a:buClr>
              <a:buFont typeface="Arial" panose="020B0604020202020204" pitchFamily="34" charset="0"/>
              <a:buChar char="•"/>
              <a:defRPr sz="1400" b="0" i="0">
                <a:solidFill>
                  <a:schemeClr val="bg2"/>
                </a:solidFill>
                <a:latin typeface="Barlow Light" pitchFamily="2" charset="77"/>
              </a:defRPr>
            </a:lvl2pPr>
            <a:lvl3pPr marL="1663391" indent="-285750">
              <a:buClr>
                <a:schemeClr val="bg2"/>
              </a:buClr>
              <a:buFont typeface="Arial" panose="020B0604020202020204" pitchFamily="34" charset="0"/>
              <a:buChar char="•"/>
              <a:defRPr sz="1200" b="0" i="0">
                <a:solidFill>
                  <a:schemeClr val="bg2"/>
                </a:solidFill>
                <a:latin typeface="Barlow Light" pitchFamily="2" charset="77"/>
              </a:defRPr>
            </a:lvl3pPr>
            <a:lvl4pPr marL="1999839" indent="-171450">
              <a:buClr>
                <a:schemeClr val="bg2"/>
              </a:buClr>
              <a:buFont typeface="Arial" panose="020B0604020202020204" pitchFamily="34" charset="0"/>
              <a:buChar char="•"/>
              <a:defRPr sz="1100" b="0" i="0">
                <a:solidFill>
                  <a:schemeClr val="bg2"/>
                </a:solidFill>
                <a:latin typeface="Barlow Light" pitchFamily="2" charset="77"/>
              </a:defRPr>
            </a:lvl4pPr>
            <a:lvl5pPr marL="2609301" indent="-171450">
              <a:buClr>
                <a:schemeClr val="bg2"/>
              </a:buClr>
              <a:buFont typeface="Arial" panose="020B0604020202020204" pitchFamily="34" charset="0"/>
              <a:buChar char="•"/>
              <a:defRPr sz="1100"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8555D37E-13E4-BB5B-0D40-2249320FDD5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13" name="Straight Connector 12">
            <a:extLst>
              <a:ext uri="{FF2B5EF4-FFF2-40B4-BE49-F238E27FC236}">
                <a16:creationId xmlns:a16="http://schemas.microsoft.com/office/drawing/2014/main" id="{7AB28023-0006-17C2-B27B-FC1439268B9A}"/>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7" name="Text Placeholder 6">
            <a:extLst>
              <a:ext uri="{FF2B5EF4-FFF2-40B4-BE49-F238E27FC236}">
                <a16:creationId xmlns:a16="http://schemas.microsoft.com/office/drawing/2014/main" id="{00B8E5DA-C61F-4682-81DC-8AEEDB256155}"/>
              </a:ext>
            </a:extLst>
          </p:cNvPr>
          <p:cNvSpPr>
            <a:spLocks noGrp="1"/>
          </p:cNvSpPr>
          <p:nvPr>
            <p:ph type="body" sz="quarter" idx="24"/>
          </p:nvPr>
        </p:nvSpPr>
        <p:spPr>
          <a:xfrm>
            <a:off x="4303713" y="5843588"/>
            <a:ext cx="7653337" cy="368300"/>
          </a:xfrm>
          <a:prstGeom prst="rect">
            <a:avLst/>
          </a:prstGeom>
        </p:spPr>
        <p:txBody>
          <a:bodyPr/>
          <a:lstStyle>
            <a:lvl1pPr marL="0" indent="0" algn="r">
              <a:buNone/>
              <a:defRPr b="0" i="0">
                <a:solidFill>
                  <a:schemeClr val="bg1"/>
                </a:solidFill>
                <a:latin typeface="Barlow Light" pitchFamily="2" charset="77"/>
              </a:defRPr>
            </a:lvl1pPr>
            <a:lvl2pPr marL="768178" indent="0" algn="r">
              <a:buNone/>
              <a:defRPr>
                <a:solidFill>
                  <a:schemeClr val="bg1"/>
                </a:solidFill>
              </a:defRPr>
            </a:lvl2pPr>
            <a:lvl3pPr marL="1377641" indent="0" algn="r">
              <a:buNone/>
              <a:defRPr>
                <a:solidFill>
                  <a:schemeClr val="bg1"/>
                </a:solidFill>
              </a:defRPr>
            </a:lvl3pPr>
            <a:lvl4pPr marL="1828389" indent="0" algn="r">
              <a:buNone/>
              <a:defRPr>
                <a:solidFill>
                  <a:schemeClr val="bg1"/>
                </a:solidFill>
              </a:defRPr>
            </a:lvl4pPr>
            <a:lvl5pPr marL="2437851" indent="0" algn="r">
              <a:buNone/>
              <a:defRPr>
                <a:solidFill>
                  <a:schemeClr val="bg1"/>
                </a:solidFill>
              </a:defRPr>
            </a:lvl5pPr>
          </a:lstStyle>
          <a:p>
            <a:pPr lvl="0"/>
            <a:r>
              <a:rPr lang="en-US"/>
              <a:t>Click to edit Master text styles</a:t>
            </a:r>
          </a:p>
        </p:txBody>
      </p:sp>
      <p:sp>
        <p:nvSpPr>
          <p:cNvPr id="2" name="Title 1">
            <a:extLst>
              <a:ext uri="{FF2B5EF4-FFF2-40B4-BE49-F238E27FC236}">
                <a16:creationId xmlns:a16="http://schemas.microsoft.com/office/drawing/2014/main" id="{BD81C799-FB79-F74C-F6C2-5C1E0B4D2ED2}"/>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6CAE54AF-0164-4244-1607-5F54E0FF9A53}"/>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313519175"/>
      </p:ext>
    </p:extLst>
  </p:cSld>
  <p:clrMapOvr>
    <a:masterClrMapping/>
  </p:clrMapOvr>
  <p:transition spd="med"/>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Highlights-5 boxes">
    <p:bg>
      <p:bgPr>
        <a:solidFill>
          <a:srgbClr val="FFFFFF"/>
        </a:solidFill>
        <a:effectLst/>
      </p:bgPr>
    </p:bg>
    <p:spTree>
      <p:nvGrpSpPr>
        <p:cNvPr id="1" name=""/>
        <p:cNvGrpSpPr/>
        <p:nvPr/>
      </p:nvGrpSpPr>
      <p:grpSpPr>
        <a:xfrm>
          <a:off x="0" y="0"/>
          <a:ext cx="0" cy="0"/>
          <a:chOff x="0" y="0"/>
          <a:chExt cx="0" cy="0"/>
        </a:xfrm>
      </p:grpSpPr>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flipH="1">
            <a:off x="8192195" y="144966"/>
            <a:ext cx="3886198" cy="6316099"/>
          </a:xfrm>
          <a:prstGeom prst="round2SameRect">
            <a:avLst>
              <a:gd name="adj1" fmla="val 2777"/>
              <a:gd name="adj2" fmla="val 1343"/>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2" name="Round Same Side Corner Rectangle 1">
            <a:extLst>
              <a:ext uri="{FF2B5EF4-FFF2-40B4-BE49-F238E27FC236}">
                <a16:creationId xmlns:a16="http://schemas.microsoft.com/office/drawing/2014/main" id="{2CAB64C5-159F-2095-A1A9-78F4C574992B}"/>
              </a:ext>
            </a:extLst>
          </p:cNvPr>
          <p:cNvSpPr/>
          <p:nvPr userDrawn="1"/>
        </p:nvSpPr>
        <p:spPr>
          <a:xfrm flipH="1">
            <a:off x="4232960" y="890751"/>
            <a:ext cx="3886198" cy="5570313"/>
          </a:xfrm>
          <a:prstGeom prst="round2SameRect">
            <a:avLst>
              <a:gd name="adj1" fmla="val 2777"/>
              <a:gd name="adj2" fmla="val 1343"/>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9" name="Text Placeholder 2">
            <a:extLst>
              <a:ext uri="{FF2B5EF4-FFF2-40B4-BE49-F238E27FC236}">
                <a16:creationId xmlns:a16="http://schemas.microsoft.com/office/drawing/2014/main" id="{A19AB63E-A324-19D5-E31D-CCA2070834CD}"/>
              </a:ext>
            </a:extLst>
          </p:cNvPr>
          <p:cNvSpPr>
            <a:spLocks noGrp="1"/>
          </p:cNvSpPr>
          <p:nvPr>
            <p:ph type="body" sz="quarter" idx="20" hasCustomPrompt="1"/>
          </p:nvPr>
        </p:nvSpPr>
        <p:spPr>
          <a:xfrm>
            <a:off x="4308400" y="925246"/>
            <a:ext cx="3731392"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21000">
                      <a:schemeClr val="accent3"/>
                    </a:gs>
                    <a:gs pos="72000">
                      <a:schemeClr val="accent1"/>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24" name="Content Placeholder 21">
            <a:extLst>
              <a:ext uri="{FF2B5EF4-FFF2-40B4-BE49-F238E27FC236}">
                <a16:creationId xmlns:a16="http://schemas.microsoft.com/office/drawing/2014/main" id="{42B07D98-27BD-3CB5-7E42-EAD6B849BC0F}"/>
              </a:ext>
            </a:extLst>
          </p:cNvPr>
          <p:cNvSpPr>
            <a:spLocks noGrp="1"/>
          </p:cNvSpPr>
          <p:nvPr>
            <p:ph sz="quarter" idx="23"/>
          </p:nvPr>
        </p:nvSpPr>
        <p:spPr>
          <a:xfrm>
            <a:off x="4308399" y="1359067"/>
            <a:ext cx="3731393" cy="5018085"/>
          </a:xfrm>
          <a:prstGeom prst="rect">
            <a:avLst/>
          </a:prstGeom>
        </p:spPr>
        <p:txBody>
          <a:bodyPr/>
          <a:lstStyle>
            <a:lvl1pPr marL="0" indent="0">
              <a:buNone/>
              <a:defRPr b="0" i="0">
                <a:solidFill>
                  <a:schemeClr val="bg2"/>
                </a:solidFill>
                <a:latin typeface="Barlow Light" pitchFamily="2" charset="77"/>
              </a:defRPr>
            </a:lvl1pPr>
            <a:lvl2pPr marL="768178" indent="0">
              <a:buNone/>
              <a:defRPr b="0" i="0">
                <a:solidFill>
                  <a:schemeClr val="bg2"/>
                </a:solidFill>
                <a:latin typeface="Barlow Light" pitchFamily="2" charset="77"/>
              </a:defRPr>
            </a:lvl2pPr>
            <a:lvl3pPr marL="1377641" indent="0">
              <a:buNone/>
              <a:defRPr b="0" i="0">
                <a:solidFill>
                  <a:schemeClr val="bg2"/>
                </a:solidFill>
                <a:latin typeface="Barlow Light" pitchFamily="2" charset="77"/>
              </a:defRPr>
            </a:lvl3pPr>
            <a:lvl4pPr marL="1828389" indent="0">
              <a:buNone/>
              <a:defRPr b="0" i="0">
                <a:solidFill>
                  <a:schemeClr val="bg2"/>
                </a:solidFill>
                <a:latin typeface="Barlow Light" pitchFamily="2" charset="77"/>
              </a:defRPr>
            </a:lvl4pPr>
            <a:lvl5pPr marL="2437851" indent="0">
              <a:buNone/>
              <a:defRPr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ound Same Side Corner Rectangle 10">
            <a:extLst>
              <a:ext uri="{FF2B5EF4-FFF2-40B4-BE49-F238E27FC236}">
                <a16:creationId xmlns:a16="http://schemas.microsoft.com/office/drawing/2014/main" id="{1ACC803F-6DC9-AC18-C078-8A3913871366}"/>
              </a:ext>
            </a:extLst>
          </p:cNvPr>
          <p:cNvSpPr/>
          <p:nvPr userDrawn="1"/>
        </p:nvSpPr>
        <p:spPr>
          <a:xfrm flipH="1">
            <a:off x="186985" y="1231616"/>
            <a:ext cx="3991315" cy="2567090"/>
          </a:xfrm>
          <a:prstGeom prst="round2SameRect">
            <a:avLst>
              <a:gd name="adj1" fmla="val 4297"/>
              <a:gd name="adj2" fmla="val 3405"/>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2" name="Round Same Side Corner Rectangle 11">
            <a:extLst>
              <a:ext uri="{FF2B5EF4-FFF2-40B4-BE49-F238E27FC236}">
                <a16:creationId xmlns:a16="http://schemas.microsoft.com/office/drawing/2014/main" id="{819EF38A-FB22-61D4-8CBA-7C9F7136623B}"/>
              </a:ext>
            </a:extLst>
          </p:cNvPr>
          <p:cNvSpPr/>
          <p:nvPr userDrawn="1"/>
        </p:nvSpPr>
        <p:spPr>
          <a:xfrm flipH="1" flipV="1">
            <a:off x="186985" y="3893973"/>
            <a:ext cx="3991315" cy="2567090"/>
          </a:xfrm>
          <a:prstGeom prst="round2SameRect">
            <a:avLst>
              <a:gd name="adj1" fmla="val 2559"/>
              <a:gd name="adj2" fmla="val 4311"/>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7" name="Text Placeholder 2">
            <a:extLst>
              <a:ext uri="{FF2B5EF4-FFF2-40B4-BE49-F238E27FC236}">
                <a16:creationId xmlns:a16="http://schemas.microsoft.com/office/drawing/2014/main" id="{7FF5FAD1-77EA-C3C7-32E6-F03BF4B36F1A}"/>
              </a:ext>
            </a:extLst>
          </p:cNvPr>
          <p:cNvSpPr>
            <a:spLocks noGrp="1"/>
          </p:cNvSpPr>
          <p:nvPr>
            <p:ph type="body" sz="quarter" idx="18" hasCustomPrompt="1"/>
          </p:nvPr>
        </p:nvSpPr>
        <p:spPr>
          <a:xfrm>
            <a:off x="239794" y="1262971"/>
            <a:ext cx="378618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21000">
                      <a:schemeClr val="accent3"/>
                    </a:gs>
                    <a:gs pos="72000">
                      <a:schemeClr val="accent1"/>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18" name="Text Placeholder 2">
            <a:extLst>
              <a:ext uri="{FF2B5EF4-FFF2-40B4-BE49-F238E27FC236}">
                <a16:creationId xmlns:a16="http://schemas.microsoft.com/office/drawing/2014/main" id="{E434506E-A2B2-AD79-27B7-B04B9834F7EF}"/>
              </a:ext>
            </a:extLst>
          </p:cNvPr>
          <p:cNvSpPr>
            <a:spLocks noGrp="1"/>
          </p:cNvSpPr>
          <p:nvPr>
            <p:ph type="body" sz="quarter" idx="19" hasCustomPrompt="1"/>
          </p:nvPr>
        </p:nvSpPr>
        <p:spPr>
          <a:xfrm>
            <a:off x="239794" y="3958777"/>
            <a:ext cx="378618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21000">
                      <a:schemeClr val="accent3"/>
                    </a:gs>
                    <a:gs pos="72000">
                      <a:schemeClr val="accent1"/>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22" name="Content Placeholder 21">
            <a:extLst>
              <a:ext uri="{FF2B5EF4-FFF2-40B4-BE49-F238E27FC236}">
                <a16:creationId xmlns:a16="http://schemas.microsoft.com/office/drawing/2014/main" id="{C97248E3-028B-A842-678A-6BC7E9F4E8CB}"/>
              </a:ext>
            </a:extLst>
          </p:cNvPr>
          <p:cNvSpPr>
            <a:spLocks noGrp="1"/>
          </p:cNvSpPr>
          <p:nvPr>
            <p:ph sz="quarter" idx="21"/>
          </p:nvPr>
        </p:nvSpPr>
        <p:spPr>
          <a:xfrm>
            <a:off x="239712" y="1696791"/>
            <a:ext cx="3786187" cy="2005413"/>
          </a:xfrm>
          <a:prstGeom prst="rect">
            <a:avLst/>
          </a:prstGeom>
        </p:spPr>
        <p:txBody>
          <a:bodyPr/>
          <a:lstStyle>
            <a:lvl1pPr marL="173038" indent="-173038">
              <a:buClr>
                <a:schemeClr val="bg2"/>
              </a:buClr>
              <a:buFont typeface="Arial" panose="020B0604020202020204" pitchFamily="34" charset="0"/>
              <a:buChar char="•"/>
              <a:tabLst/>
              <a:defRPr sz="1800" b="0" i="0">
                <a:solidFill>
                  <a:schemeClr val="bg2"/>
                </a:solidFill>
                <a:latin typeface="Barlow Light" pitchFamily="2" charset="77"/>
              </a:defRPr>
            </a:lvl1pPr>
            <a:lvl2pPr marL="1053928" indent="-285750">
              <a:buClr>
                <a:schemeClr val="bg2"/>
              </a:buClr>
              <a:buFont typeface="Arial" panose="020B0604020202020204" pitchFamily="34" charset="0"/>
              <a:buChar char="•"/>
              <a:defRPr sz="1400" b="0" i="0">
                <a:solidFill>
                  <a:schemeClr val="bg2"/>
                </a:solidFill>
                <a:latin typeface="Barlow Light" pitchFamily="2" charset="77"/>
              </a:defRPr>
            </a:lvl2pPr>
            <a:lvl3pPr marL="1663391" indent="-285750">
              <a:buClr>
                <a:schemeClr val="bg2"/>
              </a:buClr>
              <a:buFont typeface="Arial" panose="020B0604020202020204" pitchFamily="34" charset="0"/>
              <a:buChar char="•"/>
              <a:defRPr sz="1200" b="0" i="0">
                <a:solidFill>
                  <a:schemeClr val="bg2"/>
                </a:solidFill>
                <a:latin typeface="Barlow Light" pitchFamily="2" charset="77"/>
              </a:defRPr>
            </a:lvl3pPr>
            <a:lvl4pPr marL="1999839" indent="-171450">
              <a:buClr>
                <a:schemeClr val="bg2"/>
              </a:buClr>
              <a:buFont typeface="Arial" panose="020B0604020202020204" pitchFamily="34" charset="0"/>
              <a:buChar char="•"/>
              <a:defRPr sz="1100" b="0" i="0">
                <a:solidFill>
                  <a:schemeClr val="bg2"/>
                </a:solidFill>
                <a:latin typeface="Barlow Light" pitchFamily="2" charset="77"/>
              </a:defRPr>
            </a:lvl4pPr>
            <a:lvl5pPr marL="2609301" indent="-171450">
              <a:buClr>
                <a:schemeClr val="bg2"/>
              </a:buClr>
              <a:buFont typeface="Arial" panose="020B0604020202020204" pitchFamily="34" charset="0"/>
              <a:buChar char="•"/>
              <a:defRPr sz="1100"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1">
            <a:extLst>
              <a:ext uri="{FF2B5EF4-FFF2-40B4-BE49-F238E27FC236}">
                <a16:creationId xmlns:a16="http://schemas.microsoft.com/office/drawing/2014/main" id="{D5EBEB09-3337-0433-D4E3-64E652B1381A}"/>
              </a:ext>
            </a:extLst>
          </p:cNvPr>
          <p:cNvSpPr>
            <a:spLocks noGrp="1"/>
          </p:cNvSpPr>
          <p:nvPr>
            <p:ph sz="quarter" idx="22"/>
          </p:nvPr>
        </p:nvSpPr>
        <p:spPr>
          <a:xfrm>
            <a:off x="239712" y="4396989"/>
            <a:ext cx="3786187" cy="1959205"/>
          </a:xfrm>
          <a:prstGeom prst="rect">
            <a:avLst/>
          </a:prstGeom>
        </p:spPr>
        <p:txBody>
          <a:bodyPr/>
          <a:lstStyle>
            <a:lvl1pPr marL="234950" indent="-234950">
              <a:buClr>
                <a:schemeClr val="bg2"/>
              </a:buClr>
              <a:buFont typeface="Arial" panose="020B0604020202020204" pitchFamily="34" charset="0"/>
              <a:buChar char="•"/>
              <a:tabLst>
                <a:tab pos="163513" algn="l"/>
              </a:tabLst>
              <a:defRPr sz="1800" b="0" i="0">
                <a:solidFill>
                  <a:schemeClr val="bg2"/>
                </a:solidFill>
                <a:latin typeface="Barlow Light" pitchFamily="2" charset="77"/>
              </a:defRPr>
            </a:lvl1pPr>
            <a:lvl2pPr marL="1053928" indent="-285750">
              <a:buClr>
                <a:schemeClr val="bg2"/>
              </a:buClr>
              <a:buFont typeface="Arial" panose="020B0604020202020204" pitchFamily="34" charset="0"/>
              <a:buChar char="•"/>
              <a:defRPr sz="1400" b="0" i="0">
                <a:solidFill>
                  <a:schemeClr val="bg2"/>
                </a:solidFill>
                <a:latin typeface="Barlow Light" pitchFamily="2" charset="77"/>
              </a:defRPr>
            </a:lvl2pPr>
            <a:lvl3pPr marL="1663391" indent="-285750">
              <a:buClr>
                <a:schemeClr val="bg2"/>
              </a:buClr>
              <a:buFont typeface="Arial" panose="020B0604020202020204" pitchFamily="34" charset="0"/>
              <a:buChar char="•"/>
              <a:defRPr sz="1200" b="0" i="0">
                <a:solidFill>
                  <a:schemeClr val="bg2"/>
                </a:solidFill>
                <a:latin typeface="Barlow Light" pitchFamily="2" charset="77"/>
              </a:defRPr>
            </a:lvl3pPr>
            <a:lvl4pPr marL="1999839" indent="-171450">
              <a:buClr>
                <a:schemeClr val="bg2"/>
              </a:buClr>
              <a:buFont typeface="Arial" panose="020B0604020202020204" pitchFamily="34" charset="0"/>
              <a:buChar char="•"/>
              <a:defRPr sz="1100" b="0" i="0">
                <a:solidFill>
                  <a:schemeClr val="bg2"/>
                </a:solidFill>
                <a:latin typeface="Barlow Light" pitchFamily="2" charset="77"/>
              </a:defRPr>
            </a:lvl4pPr>
            <a:lvl5pPr marL="2609301" indent="-171450">
              <a:buClr>
                <a:schemeClr val="bg2"/>
              </a:buClr>
              <a:buFont typeface="Arial" panose="020B0604020202020204" pitchFamily="34" charset="0"/>
              <a:buChar char="•"/>
              <a:defRPr sz="1100"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8555D37E-13E4-BB5B-0D40-2249320FDD5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13" name="Straight Connector 12">
            <a:extLst>
              <a:ext uri="{FF2B5EF4-FFF2-40B4-BE49-F238E27FC236}">
                <a16:creationId xmlns:a16="http://schemas.microsoft.com/office/drawing/2014/main" id="{7AB28023-0006-17C2-B27B-FC1439268B9A}"/>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6" name="Text Placeholder 2">
            <a:extLst>
              <a:ext uri="{FF2B5EF4-FFF2-40B4-BE49-F238E27FC236}">
                <a16:creationId xmlns:a16="http://schemas.microsoft.com/office/drawing/2014/main" id="{9880CD87-5D12-F85A-6FA0-C25A7876485C}"/>
              </a:ext>
            </a:extLst>
          </p:cNvPr>
          <p:cNvSpPr>
            <a:spLocks noGrp="1"/>
          </p:cNvSpPr>
          <p:nvPr>
            <p:ph type="body" sz="quarter" idx="27" hasCustomPrompt="1"/>
          </p:nvPr>
        </p:nvSpPr>
        <p:spPr>
          <a:xfrm>
            <a:off x="8242964" y="189689"/>
            <a:ext cx="374004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21000">
                      <a:schemeClr val="accent3"/>
                    </a:gs>
                    <a:gs pos="72000">
                      <a:schemeClr val="accent1"/>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3" name="Title 1">
            <a:extLst>
              <a:ext uri="{FF2B5EF4-FFF2-40B4-BE49-F238E27FC236}">
                <a16:creationId xmlns:a16="http://schemas.microsoft.com/office/drawing/2014/main" id="{7F8D1696-9A2B-ACF1-0176-94271C1C6556}"/>
              </a:ext>
            </a:extLst>
          </p:cNvPr>
          <p:cNvSpPr>
            <a:spLocks noGrp="1"/>
          </p:cNvSpPr>
          <p:nvPr>
            <p:ph type="title" hasCustomPrompt="1"/>
          </p:nvPr>
        </p:nvSpPr>
        <p:spPr>
          <a:xfrm>
            <a:off x="1044205" y="351138"/>
            <a:ext cx="6995587"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Tree>
    <p:extLst>
      <p:ext uri="{BB962C8B-B14F-4D97-AF65-F5344CB8AC3E}">
        <p14:creationId xmlns:p14="http://schemas.microsoft.com/office/powerpoint/2010/main" val="2275325132"/>
      </p:ext>
    </p:extLst>
  </p:cSld>
  <p:clrMapOvr>
    <a:masterClrMapping/>
  </p:clrMapOvr>
  <p:transition spd="med"/>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Dashboard 3 boxes">
    <p:bg>
      <p:bgPr>
        <a:solidFill>
          <a:srgbClr val="FFFFFF"/>
        </a:solidFill>
        <a:effectLst/>
      </p:bgPr>
    </p:bg>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650F2426-66F8-976F-4B48-A49E8EFEF02A}"/>
              </a:ext>
            </a:extLst>
          </p:cNvPr>
          <p:cNvSpPr/>
          <p:nvPr userDrawn="1"/>
        </p:nvSpPr>
        <p:spPr>
          <a:xfrm flipV="1">
            <a:off x="186985" y="139700"/>
            <a:ext cx="11818030" cy="1001562"/>
          </a:xfrm>
          <a:prstGeom prst="round2SameRect">
            <a:avLst>
              <a:gd name="adj1" fmla="val 10978"/>
              <a:gd name="adj2" fmla="val 8951"/>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lvl="0"/>
            <a:endParaRPr lang="en-US" b="0" i="0">
              <a:latin typeface="Barlow Light" pitchFamily="2" charset="77"/>
            </a:endParaRPr>
          </a:p>
        </p:txBody>
      </p:sp>
      <p:sp>
        <p:nvSpPr>
          <p:cNvPr id="8" name="Freeform 7">
            <a:extLst>
              <a:ext uri="{FF2B5EF4-FFF2-40B4-BE49-F238E27FC236}">
                <a16:creationId xmlns:a16="http://schemas.microsoft.com/office/drawing/2014/main" id="{84714496-134E-7866-68E5-0C42014D990F}"/>
              </a:ext>
            </a:extLst>
          </p:cNvPr>
          <p:cNvSpPr/>
          <p:nvPr userDrawn="1"/>
        </p:nvSpPr>
        <p:spPr>
          <a:xfrm rot="5400000" flipH="1">
            <a:off x="801522" y="-263641"/>
            <a:ext cx="462551" cy="989833"/>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flipH="1">
            <a:off x="4279899" y="1231617"/>
            <a:ext cx="7725115" cy="5229447"/>
          </a:xfrm>
          <a:prstGeom prst="round2SameRect">
            <a:avLst>
              <a:gd name="adj1" fmla="val 2777"/>
              <a:gd name="adj2" fmla="val 1343"/>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4" name="Text Placeholder 2">
            <a:extLst>
              <a:ext uri="{FF2B5EF4-FFF2-40B4-BE49-F238E27FC236}">
                <a16:creationId xmlns:a16="http://schemas.microsoft.com/office/drawing/2014/main" id="{D48A63FD-F58D-3236-84A4-DF2F8BA7A8E1}"/>
              </a:ext>
            </a:extLst>
          </p:cNvPr>
          <p:cNvSpPr>
            <a:spLocks noGrp="1"/>
          </p:cNvSpPr>
          <p:nvPr>
            <p:ph type="body" sz="quarter" idx="16"/>
          </p:nvPr>
        </p:nvSpPr>
        <p:spPr>
          <a:xfrm>
            <a:off x="3833894" y="426205"/>
            <a:ext cx="7913606" cy="400110"/>
          </a:xfrm>
          <a:prstGeom prst="rect">
            <a:avLst/>
          </a:prstGeom>
        </p:spPr>
        <p:txBody>
          <a:bodyPr wrap="square" anchor="ctr">
            <a:spAutoFit/>
          </a:bodyPr>
          <a:lstStyle>
            <a:lvl1pPr marL="0" indent="0">
              <a:buClr>
                <a:schemeClr val="bg2"/>
              </a:buClr>
              <a:buFont typeface="Arial" panose="020B0604020202020204" pitchFamily="34" charset="0"/>
              <a:buNone/>
              <a:tabLst/>
              <a:defRPr sz="20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600">
                <a:solidFill>
                  <a:schemeClr val="bg1"/>
                </a:solidFill>
                <a:latin typeface="+mn-lt"/>
              </a:defRPr>
            </a:lvl2pPr>
            <a:lvl3pPr marL="342900" indent="0">
              <a:buClr>
                <a:schemeClr val="bg2"/>
              </a:buClr>
              <a:buSzPct val="100000"/>
              <a:buFont typeface="Arial" panose="020B0604020202020204" pitchFamily="34" charset="0"/>
              <a:buNone/>
              <a:tabLst/>
              <a:defRPr sz="1400">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16" name="Text Placeholder 2">
            <a:extLst>
              <a:ext uri="{FF2B5EF4-FFF2-40B4-BE49-F238E27FC236}">
                <a16:creationId xmlns:a16="http://schemas.microsoft.com/office/drawing/2014/main" id="{805DE77A-998E-A544-AC94-E4C3653BB907}"/>
              </a:ext>
            </a:extLst>
          </p:cNvPr>
          <p:cNvSpPr>
            <a:spLocks noGrp="1"/>
          </p:cNvSpPr>
          <p:nvPr>
            <p:ph type="body" sz="quarter" idx="17" hasCustomPrompt="1"/>
          </p:nvPr>
        </p:nvSpPr>
        <p:spPr>
          <a:xfrm>
            <a:off x="239794" y="456983"/>
            <a:ext cx="3492501"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21000">
                      <a:schemeClr val="accent3"/>
                    </a:gs>
                    <a:gs pos="72000">
                      <a:schemeClr val="accent1"/>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19" name="Text Placeholder 2">
            <a:extLst>
              <a:ext uri="{FF2B5EF4-FFF2-40B4-BE49-F238E27FC236}">
                <a16:creationId xmlns:a16="http://schemas.microsoft.com/office/drawing/2014/main" id="{A19AB63E-A324-19D5-E31D-CCA2070834CD}"/>
              </a:ext>
            </a:extLst>
          </p:cNvPr>
          <p:cNvSpPr>
            <a:spLocks noGrp="1"/>
          </p:cNvSpPr>
          <p:nvPr>
            <p:ph type="body" sz="quarter" idx="20" hasCustomPrompt="1"/>
          </p:nvPr>
        </p:nvSpPr>
        <p:spPr>
          <a:xfrm>
            <a:off x="4418094" y="1396783"/>
            <a:ext cx="7431006"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21000">
                      <a:schemeClr val="accent3"/>
                    </a:gs>
                    <a:gs pos="72000">
                      <a:schemeClr val="accent1"/>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24" name="Content Placeholder 21">
            <a:extLst>
              <a:ext uri="{FF2B5EF4-FFF2-40B4-BE49-F238E27FC236}">
                <a16:creationId xmlns:a16="http://schemas.microsoft.com/office/drawing/2014/main" id="{42B07D98-27BD-3CB5-7E42-EAD6B849BC0F}"/>
              </a:ext>
            </a:extLst>
          </p:cNvPr>
          <p:cNvSpPr>
            <a:spLocks noGrp="1"/>
          </p:cNvSpPr>
          <p:nvPr>
            <p:ph sz="quarter" idx="23"/>
          </p:nvPr>
        </p:nvSpPr>
        <p:spPr>
          <a:xfrm>
            <a:off x="4392612" y="1879600"/>
            <a:ext cx="7456488" cy="4368800"/>
          </a:xfrm>
          <a:prstGeom prst="rect">
            <a:avLst/>
          </a:prstGeom>
        </p:spPr>
        <p:txBody>
          <a:bodyPr/>
          <a:lstStyle>
            <a:lvl1pPr marL="0" indent="0">
              <a:buNone/>
              <a:defRPr b="0" i="0">
                <a:solidFill>
                  <a:schemeClr val="bg2"/>
                </a:solidFill>
                <a:latin typeface="Barlow Light" pitchFamily="2" charset="77"/>
              </a:defRPr>
            </a:lvl1pPr>
            <a:lvl2pPr marL="768178" indent="0">
              <a:buNone/>
              <a:defRPr b="0" i="0">
                <a:solidFill>
                  <a:schemeClr val="bg2"/>
                </a:solidFill>
                <a:latin typeface="Barlow Light" pitchFamily="2" charset="77"/>
              </a:defRPr>
            </a:lvl2pPr>
            <a:lvl3pPr marL="1377641" indent="0">
              <a:buNone/>
              <a:defRPr b="0" i="0">
                <a:solidFill>
                  <a:schemeClr val="bg2"/>
                </a:solidFill>
                <a:latin typeface="Barlow Light" pitchFamily="2" charset="77"/>
              </a:defRPr>
            </a:lvl3pPr>
            <a:lvl4pPr marL="1828389" indent="0">
              <a:buNone/>
              <a:defRPr b="0" i="0">
                <a:solidFill>
                  <a:schemeClr val="bg2"/>
                </a:solidFill>
                <a:latin typeface="Barlow Light" pitchFamily="2" charset="77"/>
              </a:defRPr>
            </a:lvl4pPr>
            <a:lvl5pPr marL="2437851" indent="0">
              <a:buNone/>
              <a:defRPr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14550506-2990-2ED5-8D62-E5D92A95917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1457" y="583"/>
            <a:ext cx="365336" cy="400111"/>
          </a:xfrm>
          <a:prstGeom prst="rect">
            <a:avLst/>
          </a:prstGeom>
          <a:effectLst/>
        </p:spPr>
      </p:pic>
      <p:sp>
        <p:nvSpPr>
          <p:cNvPr id="4" name="Pentagon 3">
            <a:extLst>
              <a:ext uri="{FF2B5EF4-FFF2-40B4-BE49-F238E27FC236}">
                <a16:creationId xmlns:a16="http://schemas.microsoft.com/office/drawing/2014/main" id="{7345BE49-23BF-CF91-1533-27101AAF7CAD}"/>
              </a:ext>
            </a:extLst>
          </p:cNvPr>
          <p:cNvSpPr/>
          <p:nvPr/>
        </p:nvSpPr>
        <p:spPr>
          <a:xfrm>
            <a:off x="0" y="5753100"/>
            <a:ext cx="12192000" cy="597824"/>
          </a:xfrm>
          <a:prstGeom prst="homePlate">
            <a:avLst>
              <a:gd name="adj" fmla="val 0"/>
            </a:avLst>
          </a:prstGeom>
          <a:gradFill>
            <a:gsLst>
              <a:gs pos="21000">
                <a:schemeClr val="accent3"/>
              </a:gs>
              <a:gs pos="72000">
                <a:schemeClr val="accent1"/>
              </a:gs>
            </a:gsLst>
            <a:lin ang="2700000" scaled="0"/>
          </a:gradFill>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11" name="Round Same Side Corner Rectangle 10">
            <a:extLst>
              <a:ext uri="{FF2B5EF4-FFF2-40B4-BE49-F238E27FC236}">
                <a16:creationId xmlns:a16="http://schemas.microsoft.com/office/drawing/2014/main" id="{1ACC803F-6DC9-AC18-C078-8A3913871366}"/>
              </a:ext>
            </a:extLst>
          </p:cNvPr>
          <p:cNvSpPr/>
          <p:nvPr userDrawn="1"/>
        </p:nvSpPr>
        <p:spPr>
          <a:xfrm flipH="1">
            <a:off x="186985" y="1231616"/>
            <a:ext cx="3991315" cy="2567090"/>
          </a:xfrm>
          <a:prstGeom prst="round2SameRect">
            <a:avLst>
              <a:gd name="adj1" fmla="val 4297"/>
              <a:gd name="adj2" fmla="val 2827"/>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2" name="Round Same Side Corner Rectangle 11">
            <a:extLst>
              <a:ext uri="{FF2B5EF4-FFF2-40B4-BE49-F238E27FC236}">
                <a16:creationId xmlns:a16="http://schemas.microsoft.com/office/drawing/2014/main" id="{819EF38A-FB22-61D4-8CBA-7C9F7136623B}"/>
              </a:ext>
            </a:extLst>
          </p:cNvPr>
          <p:cNvSpPr/>
          <p:nvPr userDrawn="1"/>
        </p:nvSpPr>
        <p:spPr>
          <a:xfrm flipH="1" flipV="1">
            <a:off x="186985" y="3893973"/>
            <a:ext cx="3991315" cy="2567090"/>
          </a:xfrm>
          <a:prstGeom prst="round2SameRect">
            <a:avLst>
              <a:gd name="adj1" fmla="val 4297"/>
              <a:gd name="adj2" fmla="val 4311"/>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7" name="Text Placeholder 2">
            <a:extLst>
              <a:ext uri="{FF2B5EF4-FFF2-40B4-BE49-F238E27FC236}">
                <a16:creationId xmlns:a16="http://schemas.microsoft.com/office/drawing/2014/main" id="{7FF5FAD1-77EA-C3C7-32E6-F03BF4B36F1A}"/>
              </a:ext>
            </a:extLst>
          </p:cNvPr>
          <p:cNvSpPr>
            <a:spLocks noGrp="1"/>
          </p:cNvSpPr>
          <p:nvPr>
            <p:ph type="body" sz="quarter" idx="18" hasCustomPrompt="1"/>
          </p:nvPr>
        </p:nvSpPr>
        <p:spPr>
          <a:xfrm>
            <a:off x="239794" y="1396783"/>
            <a:ext cx="378618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21000">
                      <a:schemeClr val="accent3"/>
                    </a:gs>
                    <a:gs pos="72000">
                      <a:schemeClr val="accent1"/>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18" name="Text Placeholder 2">
            <a:extLst>
              <a:ext uri="{FF2B5EF4-FFF2-40B4-BE49-F238E27FC236}">
                <a16:creationId xmlns:a16="http://schemas.microsoft.com/office/drawing/2014/main" id="{E434506E-A2B2-AD79-27B7-B04B9834F7EF}"/>
              </a:ext>
            </a:extLst>
          </p:cNvPr>
          <p:cNvSpPr>
            <a:spLocks noGrp="1"/>
          </p:cNvSpPr>
          <p:nvPr>
            <p:ph type="body" sz="quarter" idx="19" hasCustomPrompt="1"/>
          </p:nvPr>
        </p:nvSpPr>
        <p:spPr>
          <a:xfrm>
            <a:off x="239794" y="4025683"/>
            <a:ext cx="378618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21000">
                      <a:schemeClr val="accent3"/>
                    </a:gs>
                    <a:gs pos="72000">
                      <a:schemeClr val="accent1"/>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22" name="Content Placeholder 21">
            <a:extLst>
              <a:ext uri="{FF2B5EF4-FFF2-40B4-BE49-F238E27FC236}">
                <a16:creationId xmlns:a16="http://schemas.microsoft.com/office/drawing/2014/main" id="{C97248E3-028B-A842-678A-6BC7E9F4E8CB}"/>
              </a:ext>
            </a:extLst>
          </p:cNvPr>
          <p:cNvSpPr>
            <a:spLocks noGrp="1"/>
          </p:cNvSpPr>
          <p:nvPr>
            <p:ph sz="quarter" idx="21"/>
          </p:nvPr>
        </p:nvSpPr>
        <p:spPr>
          <a:xfrm>
            <a:off x="239712" y="1879600"/>
            <a:ext cx="3786187" cy="1739900"/>
          </a:xfrm>
          <a:prstGeom prst="rect">
            <a:avLst/>
          </a:prstGeom>
        </p:spPr>
        <p:txBody>
          <a:bodyPr/>
          <a:lstStyle>
            <a:lvl1pPr marL="0" indent="0">
              <a:buNone/>
              <a:defRPr b="0" i="0">
                <a:solidFill>
                  <a:schemeClr val="bg2"/>
                </a:solidFill>
                <a:latin typeface="Barlow Light" pitchFamily="2" charset="77"/>
              </a:defRPr>
            </a:lvl1pPr>
            <a:lvl2pPr marL="768178" indent="0">
              <a:buNone/>
              <a:defRPr b="0" i="0">
                <a:solidFill>
                  <a:schemeClr val="bg2"/>
                </a:solidFill>
                <a:latin typeface="Barlow Light" pitchFamily="2" charset="77"/>
              </a:defRPr>
            </a:lvl2pPr>
            <a:lvl3pPr marL="1377641" indent="0">
              <a:buNone/>
              <a:defRPr b="0" i="0">
                <a:solidFill>
                  <a:schemeClr val="bg2"/>
                </a:solidFill>
                <a:latin typeface="Barlow Light" pitchFamily="2" charset="77"/>
              </a:defRPr>
            </a:lvl3pPr>
            <a:lvl4pPr marL="1828389" indent="0">
              <a:buNone/>
              <a:defRPr b="0" i="0">
                <a:solidFill>
                  <a:schemeClr val="bg2"/>
                </a:solidFill>
                <a:latin typeface="Barlow Light" pitchFamily="2" charset="77"/>
              </a:defRPr>
            </a:lvl4pPr>
            <a:lvl5pPr marL="2437851" indent="0">
              <a:buNone/>
              <a:defRPr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1">
            <a:extLst>
              <a:ext uri="{FF2B5EF4-FFF2-40B4-BE49-F238E27FC236}">
                <a16:creationId xmlns:a16="http://schemas.microsoft.com/office/drawing/2014/main" id="{D5EBEB09-3337-0433-D4E3-64E652B1381A}"/>
              </a:ext>
            </a:extLst>
          </p:cNvPr>
          <p:cNvSpPr>
            <a:spLocks noGrp="1"/>
          </p:cNvSpPr>
          <p:nvPr>
            <p:ph sz="quarter" idx="22"/>
          </p:nvPr>
        </p:nvSpPr>
        <p:spPr>
          <a:xfrm>
            <a:off x="239712" y="4508500"/>
            <a:ext cx="3786187" cy="1739900"/>
          </a:xfrm>
          <a:prstGeom prst="rect">
            <a:avLst/>
          </a:prstGeom>
        </p:spPr>
        <p:txBody>
          <a:bodyPr/>
          <a:lstStyle>
            <a:lvl1pPr marL="0" indent="0">
              <a:buNone/>
              <a:defRPr b="0" i="0">
                <a:solidFill>
                  <a:schemeClr val="bg2"/>
                </a:solidFill>
                <a:latin typeface="Barlow Light" pitchFamily="2" charset="77"/>
              </a:defRPr>
            </a:lvl1pPr>
            <a:lvl2pPr marL="768178" indent="0">
              <a:buNone/>
              <a:defRPr b="0" i="0">
                <a:solidFill>
                  <a:schemeClr val="bg2"/>
                </a:solidFill>
                <a:latin typeface="Barlow Light" pitchFamily="2" charset="77"/>
              </a:defRPr>
            </a:lvl2pPr>
            <a:lvl3pPr marL="1377641" indent="0">
              <a:buNone/>
              <a:defRPr b="0" i="0">
                <a:solidFill>
                  <a:schemeClr val="bg2"/>
                </a:solidFill>
                <a:latin typeface="Barlow Light" pitchFamily="2" charset="77"/>
              </a:defRPr>
            </a:lvl3pPr>
            <a:lvl4pPr marL="1828389" indent="0">
              <a:buNone/>
              <a:defRPr b="0" i="0">
                <a:solidFill>
                  <a:schemeClr val="bg2"/>
                </a:solidFill>
                <a:latin typeface="Barlow Light" pitchFamily="2" charset="77"/>
              </a:defRPr>
            </a:lvl4pPr>
            <a:lvl5pPr marL="2437851" indent="0">
              <a:buNone/>
              <a:defRPr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8B18D126-5EE8-F59F-E83F-01EDD4F64267}"/>
              </a:ext>
            </a:extLst>
          </p:cNvPr>
          <p:cNvSpPr>
            <a:spLocks noGrp="1"/>
          </p:cNvSpPr>
          <p:nvPr>
            <p:ph type="body" sz="quarter" idx="24"/>
          </p:nvPr>
        </p:nvSpPr>
        <p:spPr>
          <a:xfrm>
            <a:off x="4343401" y="5843588"/>
            <a:ext cx="7513638" cy="407987"/>
          </a:xfrm>
          <a:prstGeom prst="rect">
            <a:avLst/>
          </a:prstGeom>
        </p:spPr>
        <p:txBody>
          <a:bodyPr/>
          <a:lstStyle>
            <a:lvl1pPr marL="0" indent="0" algn="r">
              <a:buNone/>
              <a:defRPr b="0" i="0">
                <a:solidFill>
                  <a:schemeClr val="bg1"/>
                </a:solidFill>
                <a:latin typeface="Barlow Light" pitchFamily="2" charset="77"/>
              </a:defRPr>
            </a:lvl1pPr>
            <a:lvl2pPr marL="768178" indent="0" algn="r">
              <a:buNone/>
              <a:defRPr>
                <a:solidFill>
                  <a:schemeClr val="bg1"/>
                </a:solidFill>
              </a:defRPr>
            </a:lvl2pPr>
            <a:lvl3pPr marL="1377641" indent="0" algn="r">
              <a:buNone/>
              <a:defRPr>
                <a:solidFill>
                  <a:schemeClr val="bg1"/>
                </a:solidFill>
              </a:defRPr>
            </a:lvl3pPr>
            <a:lvl4pPr marL="1828389" indent="0" algn="r">
              <a:buNone/>
              <a:defRPr>
                <a:solidFill>
                  <a:schemeClr val="bg1"/>
                </a:solidFill>
              </a:defRPr>
            </a:lvl4pPr>
            <a:lvl5pPr marL="2437851" indent="0" algn="r">
              <a:buNone/>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090679964"/>
      </p:ext>
    </p:extLst>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ashboard 5 boxes">
    <p:bg>
      <p:bgPr>
        <a:solidFill>
          <a:srgbClr val="FFFFFF"/>
        </a:solidFill>
        <a:effectLst/>
      </p:bgPr>
    </p:bg>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2CF3B352-BA50-0B57-9002-92315646989A}"/>
              </a:ext>
            </a:extLst>
          </p:cNvPr>
          <p:cNvSpPr/>
          <p:nvPr userDrawn="1"/>
        </p:nvSpPr>
        <p:spPr>
          <a:xfrm>
            <a:off x="7875038" y="1307167"/>
            <a:ext cx="3911285" cy="5112160"/>
          </a:xfrm>
          <a:prstGeom prst="roundRect">
            <a:avLst>
              <a:gd name="adj" fmla="val 1773"/>
            </a:avLst>
          </a:prstGeom>
          <a:gradFill>
            <a:gsLst>
              <a:gs pos="100000">
                <a:schemeClr val="bg1"/>
              </a:gs>
              <a:gs pos="0">
                <a:schemeClr val="bg1">
                  <a:lumMod val="85000"/>
                </a:schemeClr>
              </a:gs>
            </a:gsLst>
            <a:lin ang="2700000" scaled="1"/>
          </a:gradFill>
          <a:ln w="31750" cap="flat">
            <a:noFill/>
            <a:prstDash val="solid"/>
            <a:miter/>
          </a:ln>
          <a:effectLst>
            <a:outerShdw blurRad="177125" dist="38100" dir="2700000" algn="tl" rotWithShape="0">
              <a:prstClr val="black">
                <a:alpha val="23519"/>
              </a:prstClr>
            </a:outerShdw>
          </a:effectLst>
        </p:spPr>
        <p:txBody>
          <a:bodyPr rtlCol="0" anchor="ctr"/>
          <a:lstStyle/>
          <a:p>
            <a:pPr lvl="0"/>
            <a:endParaRPr lang="en-US" b="0" i="0">
              <a:latin typeface="Barlow Light" pitchFamily="2" charset="77"/>
            </a:endParaRPr>
          </a:p>
        </p:txBody>
      </p:sp>
      <p:cxnSp>
        <p:nvCxnSpPr>
          <p:cNvPr id="12" name="Straight Connector 11">
            <a:extLst>
              <a:ext uri="{FF2B5EF4-FFF2-40B4-BE49-F238E27FC236}">
                <a16:creationId xmlns:a16="http://schemas.microsoft.com/office/drawing/2014/main" id="{00D46176-7F36-3D55-54BC-BB7BDBF1B5EE}"/>
              </a:ext>
            </a:extLst>
          </p:cNvPr>
          <p:cNvCxnSpPr>
            <a:cxnSpLocks/>
          </p:cNvCxnSpPr>
          <p:nvPr userDrawn="1"/>
        </p:nvCxnSpPr>
        <p:spPr bwMode="auto">
          <a:xfrm>
            <a:off x="405677" y="6419334"/>
            <a:ext cx="7421331" cy="0"/>
          </a:xfrm>
          <a:prstGeom prst="line">
            <a:avLst/>
          </a:prstGeom>
          <a:noFill/>
          <a:ln w="19050" cap="flat" cmpd="sng" algn="ctr">
            <a:solidFill>
              <a:schemeClr val="bg1">
                <a:lumMod val="75000"/>
              </a:schemeClr>
            </a:solidFill>
            <a:prstDash val="sysDot"/>
            <a:round/>
            <a:headEnd type="none" w="med" len="med"/>
            <a:tailEnd type="none" w="med" len="med"/>
          </a:ln>
          <a:effectLst/>
        </p:spPr>
      </p:cxnSp>
      <p:sp>
        <p:nvSpPr>
          <p:cNvPr id="13" name="Rounded Rectangle 12">
            <a:extLst>
              <a:ext uri="{FF2B5EF4-FFF2-40B4-BE49-F238E27FC236}">
                <a16:creationId xmlns:a16="http://schemas.microsoft.com/office/drawing/2014/main" id="{6F8F1BCE-7115-8124-4FCC-4E6521E58943}"/>
              </a:ext>
            </a:extLst>
          </p:cNvPr>
          <p:cNvSpPr/>
          <p:nvPr userDrawn="1"/>
        </p:nvSpPr>
        <p:spPr>
          <a:xfrm>
            <a:off x="584229" y="1307167"/>
            <a:ext cx="3331065" cy="369332"/>
          </a:xfrm>
          <a:prstGeom prst="roundRect">
            <a:avLst>
              <a:gd name="adj" fmla="val 19095"/>
            </a:avLst>
          </a:prstGeom>
          <a:gradFill flip="none" rotWithShape="1">
            <a:gsLst>
              <a:gs pos="94000">
                <a:schemeClr val="accent2"/>
              </a:gs>
              <a:gs pos="0">
                <a:schemeClr val="accent2">
                  <a:lumMod val="60000"/>
                  <a:lumOff val="40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6" name="Rounded Rectangle 15">
            <a:extLst>
              <a:ext uri="{FF2B5EF4-FFF2-40B4-BE49-F238E27FC236}">
                <a16:creationId xmlns:a16="http://schemas.microsoft.com/office/drawing/2014/main" id="{663D9B64-D99E-9265-AD58-F7C26251688F}"/>
              </a:ext>
            </a:extLst>
          </p:cNvPr>
          <p:cNvSpPr/>
          <p:nvPr userDrawn="1"/>
        </p:nvSpPr>
        <p:spPr>
          <a:xfrm>
            <a:off x="4330498" y="1307167"/>
            <a:ext cx="3331065" cy="369332"/>
          </a:xfrm>
          <a:prstGeom prst="roundRect">
            <a:avLst>
              <a:gd name="adj" fmla="val 19095"/>
            </a:avLst>
          </a:prstGeom>
          <a:gradFill flip="none" rotWithShape="1">
            <a:gsLst>
              <a:gs pos="94000">
                <a:schemeClr val="accent2"/>
              </a:gs>
              <a:gs pos="0">
                <a:schemeClr val="accent2">
                  <a:lumMod val="60000"/>
                  <a:lumOff val="40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8" name="Rounded Rectangle 17">
            <a:extLst>
              <a:ext uri="{FF2B5EF4-FFF2-40B4-BE49-F238E27FC236}">
                <a16:creationId xmlns:a16="http://schemas.microsoft.com/office/drawing/2014/main" id="{102F8DAE-2AEC-4F5B-EED6-DFD88B37A677}"/>
              </a:ext>
            </a:extLst>
          </p:cNvPr>
          <p:cNvSpPr/>
          <p:nvPr userDrawn="1"/>
        </p:nvSpPr>
        <p:spPr>
          <a:xfrm flipH="1">
            <a:off x="435147" y="1538881"/>
            <a:ext cx="3629777" cy="2213105"/>
          </a:xfrm>
          <a:prstGeom prst="roundRect">
            <a:avLst>
              <a:gd name="adj" fmla="val 3328"/>
            </a:avLst>
          </a:prstGeom>
          <a:solidFill>
            <a:schemeClr val="bg1"/>
          </a:solidFill>
          <a:ln w="31750" cap="flat">
            <a:noFill/>
            <a:prstDash val="solid"/>
            <a:miter/>
          </a:ln>
          <a:effectLst>
            <a:outerShdw blurRad="177125" dist="38100" dir="2700000" algn="tl" rotWithShape="0">
              <a:prstClr val="black">
                <a:alpha val="23519"/>
              </a:prstClr>
            </a:outerShdw>
          </a:effectLst>
        </p:spPr>
        <p:txBody>
          <a:bodyPr rtlCol="0" anchor="ctr"/>
          <a:lstStyle/>
          <a:p>
            <a:pPr algn="l"/>
            <a:endParaRPr lang="en-US" b="0" i="0">
              <a:latin typeface="Barlow Light" pitchFamily="2" charset="77"/>
            </a:endParaRPr>
          </a:p>
        </p:txBody>
      </p:sp>
      <p:sp>
        <p:nvSpPr>
          <p:cNvPr id="19" name="Rounded Rectangle 18">
            <a:extLst>
              <a:ext uri="{FF2B5EF4-FFF2-40B4-BE49-F238E27FC236}">
                <a16:creationId xmlns:a16="http://schemas.microsoft.com/office/drawing/2014/main" id="{04231578-A33B-5227-CDB5-9B4F64CD3A3C}"/>
              </a:ext>
            </a:extLst>
          </p:cNvPr>
          <p:cNvSpPr/>
          <p:nvPr userDrawn="1"/>
        </p:nvSpPr>
        <p:spPr>
          <a:xfrm>
            <a:off x="4181416" y="1538881"/>
            <a:ext cx="3629777" cy="2213105"/>
          </a:xfrm>
          <a:prstGeom prst="roundRect">
            <a:avLst>
              <a:gd name="adj" fmla="val 3328"/>
            </a:avLst>
          </a:prstGeom>
          <a:solidFill>
            <a:schemeClr val="bg1"/>
          </a:solidFill>
          <a:ln w="31750" cap="flat">
            <a:noFill/>
            <a:prstDash val="solid"/>
            <a:miter/>
          </a:ln>
          <a:effectLst>
            <a:outerShdw blurRad="177125" dist="38100" dir="2700000" algn="tl" rotWithShape="0">
              <a:prstClr val="black">
                <a:alpha val="23519"/>
              </a:prstClr>
            </a:outerShdw>
          </a:effectLst>
        </p:spPr>
        <p:txBody>
          <a:bodyPr rtlCol="0" anchor="ctr"/>
          <a:lstStyle/>
          <a:p>
            <a:pPr algn="l"/>
            <a:endParaRPr lang="en-US" b="0" i="0">
              <a:latin typeface="Barlow Light" pitchFamily="2" charset="77"/>
            </a:endParaRPr>
          </a:p>
        </p:txBody>
      </p:sp>
      <p:sp>
        <p:nvSpPr>
          <p:cNvPr id="21" name="Rounded Rectangle 20">
            <a:extLst>
              <a:ext uri="{FF2B5EF4-FFF2-40B4-BE49-F238E27FC236}">
                <a16:creationId xmlns:a16="http://schemas.microsoft.com/office/drawing/2014/main" id="{C701D814-2263-D781-37E3-58C17CC9920D}"/>
              </a:ext>
            </a:extLst>
          </p:cNvPr>
          <p:cNvSpPr/>
          <p:nvPr userDrawn="1"/>
        </p:nvSpPr>
        <p:spPr>
          <a:xfrm>
            <a:off x="436041" y="4169108"/>
            <a:ext cx="2385532" cy="2175676"/>
          </a:xfrm>
          <a:prstGeom prst="roundRect">
            <a:avLst>
              <a:gd name="adj" fmla="val 3328"/>
            </a:avLst>
          </a:prstGeom>
          <a:solidFill>
            <a:schemeClr val="bg1"/>
          </a:solidFill>
          <a:ln w="31750" cap="flat">
            <a:noFill/>
            <a:prstDash val="solid"/>
            <a:miter/>
          </a:ln>
          <a:effectLst>
            <a:outerShdw blurRad="177125" dist="38100" dir="2700000" algn="tl" rotWithShape="0">
              <a:prstClr val="black">
                <a:alpha val="23519"/>
              </a:prstClr>
            </a:outerShdw>
          </a:effectLst>
        </p:spPr>
        <p:txBody>
          <a:bodyPr rtlCol="0" anchor="ctr"/>
          <a:lstStyle/>
          <a:p>
            <a:pPr algn="l"/>
            <a:endParaRPr lang="en-US" b="0" i="0">
              <a:latin typeface="Barlow Light" pitchFamily="2" charset="77"/>
            </a:endParaRPr>
          </a:p>
        </p:txBody>
      </p:sp>
      <p:sp>
        <p:nvSpPr>
          <p:cNvPr id="22" name="Rounded Rectangle 21">
            <a:extLst>
              <a:ext uri="{FF2B5EF4-FFF2-40B4-BE49-F238E27FC236}">
                <a16:creationId xmlns:a16="http://schemas.microsoft.com/office/drawing/2014/main" id="{2A2F2EB1-39D3-E286-3FB6-BB416B06BB4E}"/>
              </a:ext>
            </a:extLst>
          </p:cNvPr>
          <p:cNvSpPr/>
          <p:nvPr userDrawn="1"/>
        </p:nvSpPr>
        <p:spPr>
          <a:xfrm>
            <a:off x="2928730" y="4169108"/>
            <a:ext cx="4882462" cy="2175676"/>
          </a:xfrm>
          <a:prstGeom prst="roundRect">
            <a:avLst>
              <a:gd name="adj" fmla="val 3328"/>
            </a:avLst>
          </a:prstGeom>
          <a:solidFill>
            <a:schemeClr val="bg1"/>
          </a:solidFill>
          <a:ln w="31750" cap="flat">
            <a:noFill/>
            <a:prstDash val="solid"/>
            <a:miter/>
          </a:ln>
          <a:effectLst>
            <a:outerShdw blurRad="177125" dist="38100" dir="2700000" algn="tl" rotWithShape="0">
              <a:prstClr val="black">
                <a:alpha val="23519"/>
              </a:prstClr>
            </a:outerShdw>
          </a:effectLst>
        </p:spPr>
        <p:txBody>
          <a:bodyPr rtlCol="0" anchor="ctr"/>
          <a:lstStyle/>
          <a:p>
            <a:pPr algn="l"/>
            <a:endParaRPr lang="en-US" b="0" i="0">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502276" y="4261588"/>
            <a:ext cx="2228046" cy="1426031"/>
          </a:xfrm>
          <a:prstGeom prst="rect">
            <a:avLst/>
          </a:prstGeom>
        </p:spPr>
        <p:txBody>
          <a:bodyPr wrap="square">
            <a:spAutoFit/>
          </a:bodyPr>
          <a:lstStyle>
            <a:lvl1pPr marL="174625" indent="-174625">
              <a:buClr>
                <a:schemeClr val="bg2"/>
              </a:buClr>
              <a:buFont typeface="Arial" panose="020B0604020202020204" pitchFamily="34" charset="0"/>
              <a:buChar char="•"/>
              <a:tabLst/>
              <a:defRPr sz="16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2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1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05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105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937F3F8B-7ECA-9D7C-2F3F-82F8C03B623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7" name="Text Placeholder 2">
            <a:extLst>
              <a:ext uri="{FF2B5EF4-FFF2-40B4-BE49-F238E27FC236}">
                <a16:creationId xmlns:a16="http://schemas.microsoft.com/office/drawing/2014/main" id="{436F9891-38D9-64C2-79FD-33DC73468F4B}"/>
              </a:ext>
            </a:extLst>
          </p:cNvPr>
          <p:cNvSpPr>
            <a:spLocks noGrp="1"/>
          </p:cNvSpPr>
          <p:nvPr>
            <p:ph type="body" sz="quarter" idx="17" hasCustomPrompt="1"/>
          </p:nvPr>
        </p:nvSpPr>
        <p:spPr>
          <a:xfrm>
            <a:off x="476518" y="1276781"/>
            <a:ext cx="3567449" cy="276999"/>
          </a:xfrm>
          <a:prstGeom prst="rect">
            <a:avLst/>
          </a:prstGeom>
        </p:spPr>
        <p:txBody>
          <a:bodyPr wrap="square">
            <a:spAutoFit/>
          </a:bodyPr>
          <a:lstStyle>
            <a:lvl1pPr marL="0" indent="0" algn="ctr">
              <a:buClr>
                <a:schemeClr val="bg2"/>
              </a:buClr>
              <a:buFont typeface="Arial" panose="020B0604020202020204" pitchFamily="34" charset="0"/>
              <a:buNone/>
              <a:tabLst/>
              <a:defRPr sz="1200" b="0" i="0">
                <a:solidFill>
                  <a:schemeClr val="bg1"/>
                </a:solidFill>
                <a:latin typeface="Barlow Light" pitchFamily="2" charset="77"/>
              </a:defRPr>
            </a:lvl1pPr>
            <a:lvl2pPr marL="342900" indent="-168275">
              <a:buClr>
                <a:schemeClr val="bg2"/>
              </a:buClr>
              <a:buSzPct val="100000"/>
              <a:buFont typeface="Arial" panose="020B0604020202020204" pitchFamily="34" charset="0"/>
              <a:buChar char="•"/>
              <a:tabLst/>
              <a:defRPr>
                <a:solidFill>
                  <a:schemeClr val="bg1"/>
                </a:solidFill>
                <a:latin typeface="+mn-lt"/>
              </a:defRPr>
            </a:lvl2pPr>
            <a:lvl3pPr marL="460375" indent="-117475">
              <a:buClr>
                <a:schemeClr val="bg2"/>
              </a:buClr>
              <a:buSzPct val="100000"/>
              <a:buFont typeface="Arial" panose="020B0604020202020204" pitchFamily="34" charset="0"/>
              <a:buChar char="•"/>
              <a:tabLst/>
              <a:defRPr>
                <a:solidFill>
                  <a:schemeClr val="bg1"/>
                </a:solidFill>
                <a:latin typeface="+mn-lt"/>
              </a:defRPr>
            </a:lvl3pPr>
            <a:lvl4pPr marL="576263" indent="-115888">
              <a:buClr>
                <a:schemeClr val="bg2"/>
              </a:buClr>
              <a:buFont typeface="Arial" panose="020B0604020202020204" pitchFamily="34" charset="0"/>
              <a:buChar char="•"/>
              <a:tabLst/>
              <a:defRPr>
                <a:solidFill>
                  <a:schemeClr val="bg1"/>
                </a:solidFill>
                <a:latin typeface="+mn-lt"/>
              </a:defRPr>
            </a:lvl4pPr>
            <a:lvl5pPr marL="687388" indent="-111125">
              <a:buClr>
                <a:schemeClr val="bg2"/>
              </a:buClr>
              <a:buFont typeface="Arial" panose="020B0604020202020204" pitchFamily="34" charset="0"/>
              <a:buChar char="•"/>
              <a:tabLst/>
              <a:defRPr>
                <a:solidFill>
                  <a:schemeClr val="bg1"/>
                </a:solidFill>
                <a:latin typeface="+mn-lt"/>
              </a:defRPr>
            </a:lvl5pPr>
          </a:lstStyle>
          <a:p>
            <a:pPr lvl="0"/>
            <a:r>
              <a:rPr lang="en-US"/>
              <a:t>Name of chart here</a:t>
            </a:r>
          </a:p>
        </p:txBody>
      </p:sp>
      <p:sp>
        <p:nvSpPr>
          <p:cNvPr id="28" name="Text Placeholder 2">
            <a:extLst>
              <a:ext uri="{FF2B5EF4-FFF2-40B4-BE49-F238E27FC236}">
                <a16:creationId xmlns:a16="http://schemas.microsoft.com/office/drawing/2014/main" id="{36D932A8-E6C6-2BF2-5CC0-FDAF4ED53789}"/>
              </a:ext>
            </a:extLst>
          </p:cNvPr>
          <p:cNvSpPr>
            <a:spLocks noGrp="1"/>
          </p:cNvSpPr>
          <p:nvPr>
            <p:ph type="body" sz="quarter" idx="18" hasCustomPrompt="1"/>
          </p:nvPr>
        </p:nvSpPr>
        <p:spPr>
          <a:xfrm>
            <a:off x="4216758" y="1276781"/>
            <a:ext cx="3567449" cy="276999"/>
          </a:xfrm>
          <a:prstGeom prst="rect">
            <a:avLst/>
          </a:prstGeom>
        </p:spPr>
        <p:txBody>
          <a:bodyPr wrap="square">
            <a:spAutoFit/>
          </a:bodyPr>
          <a:lstStyle>
            <a:lvl1pPr marL="0" indent="0" algn="ctr">
              <a:buClr>
                <a:schemeClr val="bg2"/>
              </a:buClr>
              <a:buFont typeface="Arial" panose="020B0604020202020204" pitchFamily="34" charset="0"/>
              <a:buNone/>
              <a:tabLst/>
              <a:defRPr sz="1200" b="0" i="0">
                <a:solidFill>
                  <a:schemeClr val="bg1"/>
                </a:solidFill>
                <a:latin typeface="Barlow Light" pitchFamily="2" charset="77"/>
              </a:defRPr>
            </a:lvl1pPr>
            <a:lvl2pPr marL="342900" indent="-168275">
              <a:buClr>
                <a:schemeClr val="bg2"/>
              </a:buClr>
              <a:buSzPct val="100000"/>
              <a:buFont typeface="Arial" panose="020B0604020202020204" pitchFamily="34" charset="0"/>
              <a:buChar char="•"/>
              <a:tabLst/>
              <a:defRPr>
                <a:solidFill>
                  <a:schemeClr val="bg1"/>
                </a:solidFill>
                <a:latin typeface="+mn-lt"/>
              </a:defRPr>
            </a:lvl2pPr>
            <a:lvl3pPr marL="460375" indent="-117475">
              <a:buClr>
                <a:schemeClr val="bg2"/>
              </a:buClr>
              <a:buSzPct val="100000"/>
              <a:buFont typeface="Arial" panose="020B0604020202020204" pitchFamily="34" charset="0"/>
              <a:buChar char="•"/>
              <a:tabLst/>
              <a:defRPr>
                <a:solidFill>
                  <a:schemeClr val="bg1"/>
                </a:solidFill>
                <a:latin typeface="+mn-lt"/>
              </a:defRPr>
            </a:lvl3pPr>
            <a:lvl4pPr marL="576263" indent="-115888">
              <a:buClr>
                <a:schemeClr val="bg2"/>
              </a:buClr>
              <a:buFont typeface="Arial" panose="020B0604020202020204" pitchFamily="34" charset="0"/>
              <a:buChar char="•"/>
              <a:tabLst/>
              <a:defRPr>
                <a:solidFill>
                  <a:schemeClr val="bg1"/>
                </a:solidFill>
                <a:latin typeface="+mn-lt"/>
              </a:defRPr>
            </a:lvl4pPr>
            <a:lvl5pPr marL="687388" indent="-111125">
              <a:buClr>
                <a:schemeClr val="bg2"/>
              </a:buClr>
              <a:buFont typeface="Arial" panose="020B0604020202020204" pitchFamily="34" charset="0"/>
              <a:buChar char="•"/>
              <a:tabLst/>
              <a:defRPr>
                <a:solidFill>
                  <a:schemeClr val="bg1"/>
                </a:solidFill>
                <a:latin typeface="+mn-lt"/>
              </a:defRPr>
            </a:lvl5pPr>
          </a:lstStyle>
          <a:p>
            <a:pPr lvl="0"/>
            <a:r>
              <a:rPr lang="en-US"/>
              <a:t>Name of chart here</a:t>
            </a:r>
          </a:p>
        </p:txBody>
      </p:sp>
      <p:sp>
        <p:nvSpPr>
          <p:cNvPr id="29" name="Text Placeholder 2">
            <a:extLst>
              <a:ext uri="{FF2B5EF4-FFF2-40B4-BE49-F238E27FC236}">
                <a16:creationId xmlns:a16="http://schemas.microsoft.com/office/drawing/2014/main" id="{3DDC0CE8-7DCE-FDED-F796-5755D91E3D79}"/>
              </a:ext>
            </a:extLst>
          </p:cNvPr>
          <p:cNvSpPr>
            <a:spLocks noGrp="1"/>
          </p:cNvSpPr>
          <p:nvPr>
            <p:ph type="body" sz="quarter" idx="19" hasCustomPrompt="1"/>
          </p:nvPr>
        </p:nvSpPr>
        <p:spPr>
          <a:xfrm>
            <a:off x="541929" y="979868"/>
            <a:ext cx="7211154" cy="308020"/>
          </a:xfrm>
          <a:prstGeom prst="rect">
            <a:avLst/>
          </a:prstGeom>
        </p:spPr>
        <p:txBody>
          <a:bodyPr wrap="square">
            <a:spAutoFit/>
          </a:bodyPr>
          <a:lstStyle>
            <a:lvl1pPr marL="0" indent="0">
              <a:buClr>
                <a:schemeClr val="bg2"/>
              </a:buClr>
              <a:buFont typeface="Arial" panose="020B0604020202020204" pitchFamily="34" charset="0"/>
              <a:buNone/>
              <a:tabLst/>
              <a:defRPr sz="1400" b="1" i="0">
                <a:solidFill>
                  <a:schemeClr val="bg2"/>
                </a:solidFill>
                <a:latin typeface="+mj-lt"/>
              </a:defRPr>
            </a:lvl1pPr>
            <a:lvl2pPr marL="342900" indent="-168275">
              <a:buClr>
                <a:schemeClr val="bg2"/>
              </a:buClr>
              <a:buSzPct val="100000"/>
              <a:buFont typeface="Arial" panose="020B0604020202020204" pitchFamily="34" charset="0"/>
              <a:buChar char="•"/>
              <a:tabLst/>
              <a:defRPr sz="1400">
                <a:solidFill>
                  <a:schemeClr val="bg2"/>
                </a:solidFill>
                <a:latin typeface="+mn-lt"/>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400">
                <a:solidFill>
                  <a:schemeClr val="bg2"/>
                </a:solidFill>
                <a:latin typeface="+mn-lt"/>
              </a:defRPr>
            </a:lvl4pPr>
            <a:lvl5pPr marL="687388" indent="-111125">
              <a:buClr>
                <a:schemeClr val="bg2"/>
              </a:buClr>
              <a:buFont typeface="Arial" panose="020B0604020202020204" pitchFamily="34" charset="0"/>
              <a:buChar char="•"/>
              <a:tabLst/>
              <a:defRPr sz="1400">
                <a:solidFill>
                  <a:schemeClr val="bg2"/>
                </a:solidFill>
                <a:latin typeface="+mn-lt"/>
              </a:defRPr>
            </a:lvl5pPr>
          </a:lstStyle>
          <a:p>
            <a:pPr lvl="0"/>
            <a:r>
              <a:rPr lang="en-US"/>
              <a:t>CLICK TO EDIT</a:t>
            </a:r>
          </a:p>
        </p:txBody>
      </p:sp>
      <p:sp>
        <p:nvSpPr>
          <p:cNvPr id="30" name="Text Placeholder 2">
            <a:extLst>
              <a:ext uri="{FF2B5EF4-FFF2-40B4-BE49-F238E27FC236}">
                <a16:creationId xmlns:a16="http://schemas.microsoft.com/office/drawing/2014/main" id="{FDA87CB4-D56E-601B-9EBD-D641CB21BD8D}"/>
              </a:ext>
            </a:extLst>
          </p:cNvPr>
          <p:cNvSpPr>
            <a:spLocks noGrp="1"/>
          </p:cNvSpPr>
          <p:nvPr>
            <p:ph type="body" sz="quarter" idx="20" hasCustomPrompt="1"/>
          </p:nvPr>
        </p:nvSpPr>
        <p:spPr>
          <a:xfrm>
            <a:off x="7920506" y="979868"/>
            <a:ext cx="3862647" cy="307777"/>
          </a:xfrm>
          <a:prstGeom prst="rect">
            <a:avLst/>
          </a:prstGeom>
        </p:spPr>
        <p:txBody>
          <a:bodyPr wrap="square">
            <a:spAutoFit/>
          </a:bodyPr>
          <a:lstStyle>
            <a:lvl1pPr marL="0" indent="0">
              <a:buClr>
                <a:schemeClr val="bg2"/>
              </a:buClr>
              <a:buFont typeface="Arial" panose="020B0604020202020204" pitchFamily="34" charset="0"/>
              <a:buNone/>
              <a:tabLst/>
              <a:defRPr sz="1400" b="1" i="0">
                <a:solidFill>
                  <a:schemeClr val="bg2"/>
                </a:solidFill>
                <a:latin typeface="+mj-lt"/>
              </a:defRPr>
            </a:lvl1pPr>
            <a:lvl2pPr marL="342900" indent="-168275">
              <a:buClr>
                <a:schemeClr val="bg2"/>
              </a:buClr>
              <a:buSzPct val="100000"/>
              <a:buFont typeface="Arial" panose="020B0604020202020204" pitchFamily="34" charset="0"/>
              <a:buChar char="•"/>
              <a:tabLst/>
              <a:defRPr sz="1400">
                <a:solidFill>
                  <a:schemeClr val="bg2"/>
                </a:solidFill>
                <a:latin typeface="+mn-lt"/>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400">
                <a:solidFill>
                  <a:schemeClr val="bg2"/>
                </a:solidFill>
                <a:latin typeface="+mn-lt"/>
              </a:defRPr>
            </a:lvl4pPr>
            <a:lvl5pPr marL="687388" indent="-111125">
              <a:buClr>
                <a:schemeClr val="bg2"/>
              </a:buClr>
              <a:buFont typeface="Arial" panose="020B0604020202020204" pitchFamily="34" charset="0"/>
              <a:buChar char="•"/>
              <a:tabLst/>
              <a:defRPr sz="1400">
                <a:solidFill>
                  <a:schemeClr val="bg2"/>
                </a:solidFill>
                <a:latin typeface="+mn-lt"/>
              </a:defRPr>
            </a:lvl5pPr>
          </a:lstStyle>
          <a:p>
            <a:pPr lvl="0"/>
            <a:r>
              <a:rPr lang="en-US"/>
              <a:t>CLICK TO EDIT</a:t>
            </a:r>
          </a:p>
        </p:txBody>
      </p:sp>
      <p:sp>
        <p:nvSpPr>
          <p:cNvPr id="31" name="Text Placeholder 2">
            <a:extLst>
              <a:ext uri="{FF2B5EF4-FFF2-40B4-BE49-F238E27FC236}">
                <a16:creationId xmlns:a16="http://schemas.microsoft.com/office/drawing/2014/main" id="{3AD700A8-6822-1B55-18B8-D96051AA137A}"/>
              </a:ext>
            </a:extLst>
          </p:cNvPr>
          <p:cNvSpPr>
            <a:spLocks noGrp="1"/>
          </p:cNvSpPr>
          <p:nvPr>
            <p:ph type="body" sz="quarter" idx="21" hasCustomPrompt="1"/>
          </p:nvPr>
        </p:nvSpPr>
        <p:spPr>
          <a:xfrm>
            <a:off x="438897" y="3862551"/>
            <a:ext cx="2342940" cy="307777"/>
          </a:xfrm>
          <a:prstGeom prst="rect">
            <a:avLst/>
          </a:prstGeom>
        </p:spPr>
        <p:txBody>
          <a:bodyPr wrap="square">
            <a:spAutoFit/>
          </a:bodyPr>
          <a:lstStyle>
            <a:lvl1pPr marL="0" indent="0">
              <a:buClr>
                <a:schemeClr val="bg2"/>
              </a:buClr>
              <a:buFont typeface="Arial" panose="020B0604020202020204" pitchFamily="34" charset="0"/>
              <a:buNone/>
              <a:tabLst/>
              <a:defRPr sz="1400" b="1" i="0">
                <a:solidFill>
                  <a:schemeClr val="bg2"/>
                </a:solidFill>
                <a:latin typeface="+mj-lt"/>
              </a:defRPr>
            </a:lvl1pPr>
            <a:lvl2pPr marL="342900" indent="-168275">
              <a:buClr>
                <a:schemeClr val="bg2"/>
              </a:buClr>
              <a:buSzPct val="100000"/>
              <a:buFont typeface="Arial" panose="020B0604020202020204" pitchFamily="34" charset="0"/>
              <a:buChar char="•"/>
              <a:tabLst/>
              <a:defRPr sz="1400">
                <a:solidFill>
                  <a:schemeClr val="bg2"/>
                </a:solidFill>
                <a:latin typeface="+mn-lt"/>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400">
                <a:solidFill>
                  <a:schemeClr val="bg2"/>
                </a:solidFill>
                <a:latin typeface="+mn-lt"/>
              </a:defRPr>
            </a:lvl4pPr>
            <a:lvl5pPr marL="687388" indent="-111125">
              <a:buClr>
                <a:schemeClr val="bg2"/>
              </a:buClr>
              <a:buFont typeface="Arial" panose="020B0604020202020204" pitchFamily="34" charset="0"/>
              <a:buChar char="•"/>
              <a:tabLst/>
              <a:defRPr sz="1400">
                <a:solidFill>
                  <a:schemeClr val="bg2"/>
                </a:solidFill>
                <a:latin typeface="+mn-lt"/>
              </a:defRPr>
            </a:lvl5pPr>
          </a:lstStyle>
          <a:p>
            <a:pPr lvl="0"/>
            <a:r>
              <a:rPr lang="en-US"/>
              <a:t>CLICK TO EDIT</a:t>
            </a:r>
          </a:p>
        </p:txBody>
      </p:sp>
      <p:sp>
        <p:nvSpPr>
          <p:cNvPr id="32" name="Text Placeholder 2">
            <a:extLst>
              <a:ext uri="{FF2B5EF4-FFF2-40B4-BE49-F238E27FC236}">
                <a16:creationId xmlns:a16="http://schemas.microsoft.com/office/drawing/2014/main" id="{8FD6CEF7-348F-E30B-D61F-97A9E893D08E}"/>
              </a:ext>
            </a:extLst>
          </p:cNvPr>
          <p:cNvSpPr>
            <a:spLocks noGrp="1"/>
          </p:cNvSpPr>
          <p:nvPr>
            <p:ph type="body" sz="quarter" idx="22" hasCustomPrompt="1"/>
          </p:nvPr>
        </p:nvSpPr>
        <p:spPr>
          <a:xfrm>
            <a:off x="2924520" y="3862551"/>
            <a:ext cx="2342940" cy="307777"/>
          </a:xfrm>
          <a:prstGeom prst="rect">
            <a:avLst/>
          </a:prstGeom>
        </p:spPr>
        <p:txBody>
          <a:bodyPr wrap="square">
            <a:spAutoFit/>
          </a:bodyPr>
          <a:lstStyle>
            <a:lvl1pPr marL="0" indent="0">
              <a:buClr>
                <a:schemeClr val="bg2"/>
              </a:buClr>
              <a:buFont typeface="Arial" panose="020B0604020202020204" pitchFamily="34" charset="0"/>
              <a:buNone/>
              <a:tabLst/>
              <a:defRPr sz="1400" b="1" i="0">
                <a:solidFill>
                  <a:schemeClr val="bg2"/>
                </a:solidFill>
                <a:latin typeface="+mj-lt"/>
              </a:defRPr>
            </a:lvl1pPr>
            <a:lvl2pPr marL="342900" indent="-168275">
              <a:buClr>
                <a:schemeClr val="bg2"/>
              </a:buClr>
              <a:buSzPct val="100000"/>
              <a:buFont typeface="Arial" panose="020B0604020202020204" pitchFamily="34" charset="0"/>
              <a:buChar char="•"/>
              <a:tabLst/>
              <a:defRPr sz="1400">
                <a:solidFill>
                  <a:schemeClr val="bg2"/>
                </a:solidFill>
                <a:latin typeface="+mn-lt"/>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400">
                <a:solidFill>
                  <a:schemeClr val="bg2"/>
                </a:solidFill>
                <a:latin typeface="+mn-lt"/>
              </a:defRPr>
            </a:lvl4pPr>
            <a:lvl5pPr marL="687388" indent="-111125">
              <a:buClr>
                <a:schemeClr val="bg2"/>
              </a:buClr>
              <a:buFont typeface="Arial" panose="020B0604020202020204" pitchFamily="34" charset="0"/>
              <a:buChar char="•"/>
              <a:tabLst/>
              <a:defRPr sz="1400">
                <a:solidFill>
                  <a:schemeClr val="bg2"/>
                </a:solidFill>
                <a:latin typeface="+mn-lt"/>
              </a:defRPr>
            </a:lvl5pPr>
          </a:lstStyle>
          <a:p>
            <a:pPr lvl="0"/>
            <a:r>
              <a:rPr lang="en-US"/>
              <a:t>CLICK TO EDIT</a:t>
            </a:r>
          </a:p>
        </p:txBody>
      </p:sp>
      <p:sp>
        <p:nvSpPr>
          <p:cNvPr id="34" name="Text Placeholder 2">
            <a:extLst>
              <a:ext uri="{FF2B5EF4-FFF2-40B4-BE49-F238E27FC236}">
                <a16:creationId xmlns:a16="http://schemas.microsoft.com/office/drawing/2014/main" id="{11A35F09-3890-A9DB-557F-26386C78DF3E}"/>
              </a:ext>
            </a:extLst>
          </p:cNvPr>
          <p:cNvSpPr>
            <a:spLocks noGrp="1"/>
          </p:cNvSpPr>
          <p:nvPr>
            <p:ph type="body" sz="quarter" idx="24"/>
          </p:nvPr>
        </p:nvSpPr>
        <p:spPr>
          <a:xfrm>
            <a:off x="2970727" y="4261588"/>
            <a:ext cx="4707080" cy="1426031"/>
          </a:xfrm>
          <a:prstGeom prst="rect">
            <a:avLst/>
          </a:prstGeom>
        </p:spPr>
        <p:txBody>
          <a:bodyPr wrap="square">
            <a:spAutoFit/>
          </a:bodyPr>
          <a:lstStyle>
            <a:lvl1pPr marL="174625" indent="-174625">
              <a:buClr>
                <a:schemeClr val="bg2"/>
              </a:buClr>
              <a:buFont typeface="Arial" panose="020B0604020202020204" pitchFamily="34" charset="0"/>
              <a:buChar char="•"/>
              <a:tabLst/>
              <a:defRPr sz="16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2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1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05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105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7" name="Content Placeholder 36">
            <a:extLst>
              <a:ext uri="{FF2B5EF4-FFF2-40B4-BE49-F238E27FC236}">
                <a16:creationId xmlns:a16="http://schemas.microsoft.com/office/drawing/2014/main" id="{1872CEED-1F44-72A4-2AFB-BDDF5A9DF95A}"/>
              </a:ext>
            </a:extLst>
          </p:cNvPr>
          <p:cNvSpPr>
            <a:spLocks noGrp="1"/>
          </p:cNvSpPr>
          <p:nvPr>
            <p:ph sz="quarter" idx="26"/>
          </p:nvPr>
        </p:nvSpPr>
        <p:spPr>
          <a:xfrm>
            <a:off x="604838" y="1738313"/>
            <a:ext cx="3335337" cy="1931987"/>
          </a:xfrm>
          <a:prstGeom prst="rect">
            <a:avLst/>
          </a:prstGeom>
        </p:spPr>
        <p:txBody>
          <a:bodyPr/>
          <a:lstStyle>
            <a:lvl1pPr marL="182563" indent="-182563">
              <a:buClr>
                <a:schemeClr val="bg2"/>
              </a:buClr>
              <a:buFont typeface="Arial" panose="020B0604020202020204" pitchFamily="34" charset="0"/>
              <a:buChar char="•"/>
              <a:tabLst/>
              <a:defRPr sz="1800" b="0" i="0">
                <a:latin typeface="Barlow Light" pitchFamily="2" charset="77"/>
              </a:defRPr>
            </a:lvl1pPr>
            <a:lvl2pPr marL="693738" indent="-236538">
              <a:buClr>
                <a:schemeClr val="bg2"/>
              </a:buClr>
              <a:buFont typeface="Arial" panose="020B0604020202020204" pitchFamily="34" charset="0"/>
              <a:buChar char="•"/>
              <a:tabLst/>
              <a:defRPr sz="1400" b="0" i="0">
                <a:latin typeface="Barlow Light" pitchFamily="2" charset="77"/>
              </a:defRPr>
            </a:lvl2pPr>
            <a:lvl3pPr marL="1682372" indent="-304731">
              <a:buClr>
                <a:schemeClr val="bg2"/>
              </a:buClr>
              <a:buFont typeface="Arial" panose="020B0604020202020204" pitchFamily="34" charset="0"/>
              <a:buChar char="•"/>
              <a:defRPr/>
            </a:lvl3pPr>
            <a:lvl4pPr marL="2133120" indent="-304731">
              <a:buClr>
                <a:schemeClr val="bg2"/>
              </a:buClr>
              <a:buFont typeface="Arial" panose="020B0604020202020204" pitchFamily="34" charset="0"/>
              <a:buChar char="•"/>
              <a:defRPr/>
            </a:lvl4pPr>
            <a:lvl5pPr marL="2742582" indent="-304731">
              <a:buClr>
                <a:schemeClr val="bg2"/>
              </a:buClr>
              <a:buFont typeface="Arial" panose="020B0604020202020204" pitchFamily="34" charset="0"/>
              <a:buChar char="•"/>
              <a:defRPr/>
            </a:lvl5pPr>
          </a:lstStyle>
          <a:p>
            <a:pPr lvl="0"/>
            <a:r>
              <a:rPr lang="en-US"/>
              <a:t>Click to edit Master text styles</a:t>
            </a:r>
          </a:p>
          <a:p>
            <a:pPr lvl="1"/>
            <a:r>
              <a:rPr lang="en-US"/>
              <a:t>Second level</a:t>
            </a:r>
          </a:p>
        </p:txBody>
      </p:sp>
      <p:sp>
        <p:nvSpPr>
          <p:cNvPr id="38" name="Content Placeholder 36">
            <a:extLst>
              <a:ext uri="{FF2B5EF4-FFF2-40B4-BE49-F238E27FC236}">
                <a16:creationId xmlns:a16="http://schemas.microsoft.com/office/drawing/2014/main" id="{ED843EA1-6AA3-6D5E-1252-1A97A62A83F0}"/>
              </a:ext>
            </a:extLst>
          </p:cNvPr>
          <p:cNvSpPr>
            <a:spLocks noGrp="1"/>
          </p:cNvSpPr>
          <p:nvPr>
            <p:ph sz="quarter" idx="27"/>
          </p:nvPr>
        </p:nvSpPr>
        <p:spPr>
          <a:xfrm>
            <a:off x="4267200" y="1738313"/>
            <a:ext cx="3335337" cy="1931987"/>
          </a:xfrm>
          <a:prstGeom prst="rect">
            <a:avLst/>
          </a:prstGeom>
        </p:spPr>
        <p:txBody>
          <a:bodyPr/>
          <a:lstStyle>
            <a:lvl1pPr marL="182563" indent="-182563">
              <a:buClr>
                <a:schemeClr val="bg2"/>
              </a:buClr>
              <a:buFont typeface="Arial" panose="020B0604020202020204" pitchFamily="34" charset="0"/>
              <a:buChar char="•"/>
              <a:tabLst/>
              <a:defRPr sz="1800" b="0" i="0">
                <a:latin typeface="Barlow Light" pitchFamily="2" charset="77"/>
              </a:defRPr>
            </a:lvl1pPr>
            <a:lvl2pPr marL="693738" indent="-236538">
              <a:buClr>
                <a:schemeClr val="bg2"/>
              </a:buClr>
              <a:buFont typeface="Arial" panose="020B0604020202020204" pitchFamily="34" charset="0"/>
              <a:buChar char="•"/>
              <a:tabLst/>
              <a:defRPr sz="1400" b="0" i="0">
                <a:latin typeface="Barlow Light" pitchFamily="2" charset="77"/>
              </a:defRPr>
            </a:lvl2pPr>
            <a:lvl3pPr marL="1682372" indent="-304731">
              <a:buClr>
                <a:schemeClr val="bg2"/>
              </a:buClr>
              <a:buFont typeface="Arial" panose="020B0604020202020204" pitchFamily="34" charset="0"/>
              <a:buChar char="•"/>
              <a:defRPr/>
            </a:lvl3pPr>
            <a:lvl4pPr marL="2133120" indent="-304731">
              <a:buClr>
                <a:schemeClr val="bg2"/>
              </a:buClr>
              <a:buFont typeface="Arial" panose="020B0604020202020204" pitchFamily="34" charset="0"/>
              <a:buChar char="•"/>
              <a:defRPr/>
            </a:lvl4pPr>
            <a:lvl5pPr marL="2742582" indent="-304731">
              <a:buClr>
                <a:schemeClr val="bg2"/>
              </a:buClr>
              <a:buFont typeface="Arial" panose="020B0604020202020204" pitchFamily="34" charset="0"/>
              <a:buChar char="•"/>
              <a:defRPr/>
            </a:lvl5pPr>
          </a:lstStyle>
          <a:p>
            <a:pPr lvl="0"/>
            <a:r>
              <a:rPr lang="en-US"/>
              <a:t>Click to edit Master text styles</a:t>
            </a:r>
          </a:p>
          <a:p>
            <a:pPr lvl="1"/>
            <a:r>
              <a:rPr lang="en-US"/>
              <a:t>Second level</a:t>
            </a:r>
          </a:p>
        </p:txBody>
      </p:sp>
      <p:sp>
        <p:nvSpPr>
          <p:cNvPr id="2" name="Title 1">
            <a:extLst>
              <a:ext uri="{FF2B5EF4-FFF2-40B4-BE49-F238E27FC236}">
                <a16:creationId xmlns:a16="http://schemas.microsoft.com/office/drawing/2014/main" id="{E35DFCA2-6F84-800B-AEA2-BE0FF62AA892}"/>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Tree>
    <p:extLst>
      <p:ext uri="{BB962C8B-B14F-4D97-AF65-F5344CB8AC3E}">
        <p14:creationId xmlns:p14="http://schemas.microsoft.com/office/powerpoint/2010/main" val="2462890073"/>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Dashboard-6 boxes">
    <p:bg>
      <p:bgPr>
        <a:solidFill>
          <a:srgbClr val="FFFFFF"/>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8B2360CD-52C7-231A-3044-A1DCBEAE8B93}"/>
              </a:ext>
            </a:extLst>
          </p:cNvPr>
          <p:cNvCxnSpPr>
            <a:cxnSpLocks/>
          </p:cNvCxnSpPr>
          <p:nvPr userDrawn="1"/>
        </p:nvCxnSpPr>
        <p:spPr bwMode="auto">
          <a:xfrm>
            <a:off x="405677" y="3834078"/>
            <a:ext cx="7405516" cy="0"/>
          </a:xfrm>
          <a:prstGeom prst="line">
            <a:avLst/>
          </a:prstGeom>
          <a:noFill/>
          <a:ln w="19050" cap="flat" cmpd="sng" algn="ctr">
            <a:solidFill>
              <a:schemeClr val="bg1">
                <a:lumMod val="75000"/>
              </a:schemeClr>
            </a:solidFill>
            <a:prstDash val="sysDot"/>
            <a:round/>
            <a:headEnd type="none" w="med" len="med"/>
            <a:tailEnd type="none" w="med" len="med"/>
          </a:ln>
          <a:effectLst/>
        </p:spPr>
      </p:cxnSp>
      <p:sp>
        <p:nvSpPr>
          <p:cNvPr id="11" name="Rounded Rectangle 10">
            <a:extLst>
              <a:ext uri="{FF2B5EF4-FFF2-40B4-BE49-F238E27FC236}">
                <a16:creationId xmlns:a16="http://schemas.microsoft.com/office/drawing/2014/main" id="{2CF3B352-BA50-0B57-9002-92315646989A}"/>
              </a:ext>
            </a:extLst>
          </p:cNvPr>
          <p:cNvSpPr/>
          <p:nvPr userDrawn="1"/>
        </p:nvSpPr>
        <p:spPr>
          <a:xfrm>
            <a:off x="7875038" y="1307167"/>
            <a:ext cx="3911285" cy="5112160"/>
          </a:xfrm>
          <a:prstGeom prst="roundRect">
            <a:avLst>
              <a:gd name="adj" fmla="val 1773"/>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cxnSp>
        <p:nvCxnSpPr>
          <p:cNvPr id="12" name="Straight Connector 11">
            <a:extLst>
              <a:ext uri="{FF2B5EF4-FFF2-40B4-BE49-F238E27FC236}">
                <a16:creationId xmlns:a16="http://schemas.microsoft.com/office/drawing/2014/main" id="{00D46176-7F36-3D55-54BC-BB7BDBF1B5EE}"/>
              </a:ext>
            </a:extLst>
          </p:cNvPr>
          <p:cNvCxnSpPr>
            <a:cxnSpLocks/>
          </p:cNvCxnSpPr>
          <p:nvPr userDrawn="1"/>
        </p:nvCxnSpPr>
        <p:spPr bwMode="auto">
          <a:xfrm>
            <a:off x="405677" y="6419334"/>
            <a:ext cx="7421331" cy="0"/>
          </a:xfrm>
          <a:prstGeom prst="line">
            <a:avLst/>
          </a:prstGeom>
          <a:noFill/>
          <a:ln w="19050" cap="flat" cmpd="sng" algn="ctr">
            <a:solidFill>
              <a:schemeClr val="bg1">
                <a:lumMod val="75000"/>
              </a:schemeClr>
            </a:solidFill>
            <a:prstDash val="sysDot"/>
            <a:round/>
            <a:headEnd type="none" w="med" len="med"/>
            <a:tailEnd type="none" w="med" len="med"/>
          </a:ln>
          <a:effectLst/>
        </p:spPr>
      </p:cxnSp>
      <p:sp>
        <p:nvSpPr>
          <p:cNvPr id="13" name="Rounded Rectangle 12">
            <a:extLst>
              <a:ext uri="{FF2B5EF4-FFF2-40B4-BE49-F238E27FC236}">
                <a16:creationId xmlns:a16="http://schemas.microsoft.com/office/drawing/2014/main" id="{6F8F1BCE-7115-8124-4FCC-4E6521E58943}"/>
              </a:ext>
            </a:extLst>
          </p:cNvPr>
          <p:cNvSpPr/>
          <p:nvPr userDrawn="1"/>
        </p:nvSpPr>
        <p:spPr>
          <a:xfrm>
            <a:off x="584229" y="1307167"/>
            <a:ext cx="3331065" cy="369332"/>
          </a:xfrm>
          <a:prstGeom prst="roundRect">
            <a:avLst>
              <a:gd name="adj" fmla="val 19095"/>
            </a:avLst>
          </a:prstGeom>
          <a:gradFill flip="none" rotWithShape="1">
            <a:gsLst>
              <a:gs pos="94000">
                <a:schemeClr val="accent2"/>
              </a:gs>
              <a:gs pos="0">
                <a:schemeClr val="accent2">
                  <a:lumMod val="60000"/>
                  <a:lumOff val="40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6" name="Rounded Rectangle 15">
            <a:extLst>
              <a:ext uri="{FF2B5EF4-FFF2-40B4-BE49-F238E27FC236}">
                <a16:creationId xmlns:a16="http://schemas.microsoft.com/office/drawing/2014/main" id="{663D9B64-D99E-9265-AD58-F7C26251688F}"/>
              </a:ext>
            </a:extLst>
          </p:cNvPr>
          <p:cNvSpPr/>
          <p:nvPr userDrawn="1"/>
        </p:nvSpPr>
        <p:spPr>
          <a:xfrm>
            <a:off x="4330498" y="1307167"/>
            <a:ext cx="3331065" cy="369332"/>
          </a:xfrm>
          <a:prstGeom prst="roundRect">
            <a:avLst>
              <a:gd name="adj" fmla="val 19095"/>
            </a:avLst>
          </a:prstGeom>
          <a:gradFill flip="none" rotWithShape="1">
            <a:gsLst>
              <a:gs pos="94000">
                <a:schemeClr val="accent2"/>
              </a:gs>
              <a:gs pos="0">
                <a:schemeClr val="accent2">
                  <a:lumMod val="60000"/>
                  <a:lumOff val="40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8" name="Rounded Rectangle 17">
            <a:extLst>
              <a:ext uri="{FF2B5EF4-FFF2-40B4-BE49-F238E27FC236}">
                <a16:creationId xmlns:a16="http://schemas.microsoft.com/office/drawing/2014/main" id="{102F8DAE-2AEC-4F5B-EED6-DFD88B37A677}"/>
              </a:ext>
            </a:extLst>
          </p:cNvPr>
          <p:cNvSpPr/>
          <p:nvPr userDrawn="1"/>
        </p:nvSpPr>
        <p:spPr>
          <a:xfrm flipH="1">
            <a:off x="435147" y="1538881"/>
            <a:ext cx="3629777" cy="2213105"/>
          </a:xfrm>
          <a:prstGeom prst="roundRect">
            <a:avLst>
              <a:gd name="adj" fmla="val 3328"/>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9" name="Rounded Rectangle 18">
            <a:extLst>
              <a:ext uri="{FF2B5EF4-FFF2-40B4-BE49-F238E27FC236}">
                <a16:creationId xmlns:a16="http://schemas.microsoft.com/office/drawing/2014/main" id="{04231578-A33B-5227-CDB5-9B4F64CD3A3C}"/>
              </a:ext>
            </a:extLst>
          </p:cNvPr>
          <p:cNvSpPr/>
          <p:nvPr userDrawn="1"/>
        </p:nvSpPr>
        <p:spPr>
          <a:xfrm>
            <a:off x="4181416" y="1538881"/>
            <a:ext cx="3629777" cy="2213105"/>
          </a:xfrm>
          <a:prstGeom prst="roundRect">
            <a:avLst>
              <a:gd name="adj" fmla="val 3328"/>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20" name="Rounded Rectangle 19">
            <a:extLst>
              <a:ext uri="{FF2B5EF4-FFF2-40B4-BE49-F238E27FC236}">
                <a16:creationId xmlns:a16="http://schemas.microsoft.com/office/drawing/2014/main" id="{350DDD33-956F-A650-6213-648EAB4C2413}"/>
              </a:ext>
            </a:extLst>
          </p:cNvPr>
          <p:cNvSpPr/>
          <p:nvPr userDrawn="1"/>
        </p:nvSpPr>
        <p:spPr>
          <a:xfrm>
            <a:off x="2930851" y="4192757"/>
            <a:ext cx="2385532" cy="2175676"/>
          </a:xfrm>
          <a:prstGeom prst="roundRect">
            <a:avLst>
              <a:gd name="adj" fmla="val 3328"/>
            </a:avLst>
          </a:prstGeom>
          <a:gradFill flip="none" rotWithShape="1">
            <a:gsLst>
              <a:gs pos="100000">
                <a:schemeClr val="bg1"/>
              </a:gs>
              <a:gs pos="0">
                <a:schemeClr val="bg1">
                  <a:lumMod val="85000"/>
                  <a:alpha val="11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21" name="Rounded Rectangle 20">
            <a:extLst>
              <a:ext uri="{FF2B5EF4-FFF2-40B4-BE49-F238E27FC236}">
                <a16:creationId xmlns:a16="http://schemas.microsoft.com/office/drawing/2014/main" id="{C701D814-2263-D781-37E3-58C17CC9920D}"/>
              </a:ext>
            </a:extLst>
          </p:cNvPr>
          <p:cNvSpPr/>
          <p:nvPr userDrawn="1"/>
        </p:nvSpPr>
        <p:spPr>
          <a:xfrm>
            <a:off x="436041" y="4192757"/>
            <a:ext cx="2385532" cy="2175676"/>
          </a:xfrm>
          <a:prstGeom prst="roundRect">
            <a:avLst>
              <a:gd name="adj" fmla="val 3328"/>
            </a:avLst>
          </a:prstGeom>
          <a:gradFill flip="none" rotWithShape="1">
            <a:gsLst>
              <a:gs pos="100000">
                <a:schemeClr val="bg1"/>
              </a:gs>
              <a:gs pos="0">
                <a:schemeClr val="bg1">
                  <a:lumMod val="85000"/>
                  <a:alpha val="11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22" name="Rounded Rectangle 21">
            <a:extLst>
              <a:ext uri="{FF2B5EF4-FFF2-40B4-BE49-F238E27FC236}">
                <a16:creationId xmlns:a16="http://schemas.microsoft.com/office/drawing/2014/main" id="{2A2F2EB1-39D3-E286-3FB6-BB416B06BB4E}"/>
              </a:ext>
            </a:extLst>
          </p:cNvPr>
          <p:cNvSpPr/>
          <p:nvPr userDrawn="1"/>
        </p:nvSpPr>
        <p:spPr>
          <a:xfrm>
            <a:off x="5425660" y="4192757"/>
            <a:ext cx="2385532" cy="2175676"/>
          </a:xfrm>
          <a:prstGeom prst="roundRect">
            <a:avLst>
              <a:gd name="adj" fmla="val 3328"/>
            </a:avLst>
          </a:prstGeom>
          <a:gradFill flip="none" rotWithShape="1">
            <a:gsLst>
              <a:gs pos="100000">
                <a:schemeClr val="bg1"/>
              </a:gs>
              <a:gs pos="0">
                <a:schemeClr val="bg1">
                  <a:lumMod val="85000"/>
                  <a:alpha val="11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502276" y="4285237"/>
            <a:ext cx="2228046" cy="1426031"/>
          </a:xfrm>
          <a:prstGeom prst="rect">
            <a:avLst/>
          </a:prstGeom>
        </p:spPr>
        <p:txBody>
          <a:bodyPr wrap="square">
            <a:spAutoFit/>
          </a:bodyPr>
          <a:lstStyle>
            <a:lvl1pPr marL="174625" indent="-174625">
              <a:buClr>
                <a:schemeClr val="bg2"/>
              </a:buClr>
              <a:buFont typeface="Arial" panose="020B0604020202020204" pitchFamily="34" charset="0"/>
              <a:buChar char="•"/>
              <a:tabLst/>
              <a:defRPr sz="16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2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1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05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105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937F3F8B-7ECA-9D7C-2F3F-82F8C03B623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08988" y="256595"/>
            <a:ext cx="591407" cy="647700"/>
          </a:xfrm>
          <a:prstGeom prst="rect">
            <a:avLst/>
          </a:prstGeom>
          <a:effectLst/>
        </p:spPr>
      </p:pic>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7" name="Text Placeholder 2">
            <a:extLst>
              <a:ext uri="{FF2B5EF4-FFF2-40B4-BE49-F238E27FC236}">
                <a16:creationId xmlns:a16="http://schemas.microsoft.com/office/drawing/2014/main" id="{436F9891-38D9-64C2-79FD-33DC73468F4B}"/>
              </a:ext>
            </a:extLst>
          </p:cNvPr>
          <p:cNvSpPr>
            <a:spLocks noGrp="1"/>
          </p:cNvSpPr>
          <p:nvPr>
            <p:ph type="body" sz="quarter" idx="17" hasCustomPrompt="1"/>
          </p:nvPr>
        </p:nvSpPr>
        <p:spPr>
          <a:xfrm>
            <a:off x="476518" y="1290033"/>
            <a:ext cx="3567449" cy="276999"/>
          </a:xfrm>
          <a:prstGeom prst="rect">
            <a:avLst/>
          </a:prstGeom>
        </p:spPr>
        <p:txBody>
          <a:bodyPr wrap="square">
            <a:spAutoFit/>
          </a:bodyPr>
          <a:lstStyle>
            <a:lvl1pPr marL="0" indent="0" algn="ctr">
              <a:buClr>
                <a:schemeClr val="bg2"/>
              </a:buClr>
              <a:buFont typeface="Arial" panose="020B0604020202020204" pitchFamily="34" charset="0"/>
              <a:buNone/>
              <a:tabLst/>
              <a:defRPr sz="1200" b="0" i="0">
                <a:solidFill>
                  <a:schemeClr val="bg1"/>
                </a:solidFill>
                <a:latin typeface="Barlow Light" pitchFamily="2" charset="77"/>
              </a:defRPr>
            </a:lvl1pPr>
            <a:lvl2pPr marL="342900" indent="-168275">
              <a:buClr>
                <a:schemeClr val="bg2"/>
              </a:buClr>
              <a:buSzPct val="100000"/>
              <a:buFont typeface="Arial" panose="020B0604020202020204" pitchFamily="34" charset="0"/>
              <a:buChar char="•"/>
              <a:tabLst/>
              <a:defRPr>
                <a:solidFill>
                  <a:schemeClr val="bg1"/>
                </a:solidFill>
                <a:latin typeface="+mn-lt"/>
              </a:defRPr>
            </a:lvl2pPr>
            <a:lvl3pPr marL="460375" indent="-117475">
              <a:buClr>
                <a:schemeClr val="bg2"/>
              </a:buClr>
              <a:buSzPct val="100000"/>
              <a:buFont typeface="Arial" panose="020B0604020202020204" pitchFamily="34" charset="0"/>
              <a:buChar char="•"/>
              <a:tabLst/>
              <a:defRPr>
                <a:solidFill>
                  <a:schemeClr val="bg1"/>
                </a:solidFill>
                <a:latin typeface="+mn-lt"/>
              </a:defRPr>
            </a:lvl3pPr>
            <a:lvl4pPr marL="576263" indent="-115888">
              <a:buClr>
                <a:schemeClr val="bg2"/>
              </a:buClr>
              <a:buFont typeface="Arial" panose="020B0604020202020204" pitchFamily="34" charset="0"/>
              <a:buChar char="•"/>
              <a:tabLst/>
              <a:defRPr>
                <a:solidFill>
                  <a:schemeClr val="bg1"/>
                </a:solidFill>
                <a:latin typeface="+mn-lt"/>
              </a:defRPr>
            </a:lvl4pPr>
            <a:lvl5pPr marL="687388" indent="-111125">
              <a:buClr>
                <a:schemeClr val="bg2"/>
              </a:buClr>
              <a:buFont typeface="Arial" panose="020B0604020202020204" pitchFamily="34" charset="0"/>
              <a:buChar char="•"/>
              <a:tabLst/>
              <a:defRPr>
                <a:solidFill>
                  <a:schemeClr val="bg1"/>
                </a:solidFill>
                <a:latin typeface="+mn-lt"/>
              </a:defRPr>
            </a:lvl5pPr>
          </a:lstStyle>
          <a:p>
            <a:pPr lvl="0"/>
            <a:r>
              <a:rPr lang="en-US"/>
              <a:t>Name of chart here</a:t>
            </a:r>
          </a:p>
        </p:txBody>
      </p:sp>
      <p:sp>
        <p:nvSpPr>
          <p:cNvPr id="28" name="Text Placeholder 2">
            <a:extLst>
              <a:ext uri="{FF2B5EF4-FFF2-40B4-BE49-F238E27FC236}">
                <a16:creationId xmlns:a16="http://schemas.microsoft.com/office/drawing/2014/main" id="{36D932A8-E6C6-2BF2-5CC0-FDAF4ED53789}"/>
              </a:ext>
            </a:extLst>
          </p:cNvPr>
          <p:cNvSpPr>
            <a:spLocks noGrp="1"/>
          </p:cNvSpPr>
          <p:nvPr>
            <p:ph type="body" sz="quarter" idx="18" hasCustomPrompt="1"/>
          </p:nvPr>
        </p:nvSpPr>
        <p:spPr>
          <a:xfrm>
            <a:off x="4216758" y="1290033"/>
            <a:ext cx="3567449" cy="276999"/>
          </a:xfrm>
          <a:prstGeom prst="rect">
            <a:avLst/>
          </a:prstGeom>
        </p:spPr>
        <p:txBody>
          <a:bodyPr wrap="square">
            <a:spAutoFit/>
          </a:bodyPr>
          <a:lstStyle>
            <a:lvl1pPr marL="0" indent="0" algn="ctr">
              <a:buClr>
                <a:schemeClr val="bg2"/>
              </a:buClr>
              <a:buFont typeface="Arial" panose="020B0604020202020204" pitchFamily="34" charset="0"/>
              <a:buNone/>
              <a:tabLst/>
              <a:defRPr sz="1200" b="0" i="0">
                <a:solidFill>
                  <a:schemeClr val="bg1"/>
                </a:solidFill>
                <a:latin typeface="Barlow Light" pitchFamily="2" charset="77"/>
              </a:defRPr>
            </a:lvl1pPr>
            <a:lvl2pPr marL="342900" indent="-168275">
              <a:buClr>
                <a:schemeClr val="bg2"/>
              </a:buClr>
              <a:buSzPct val="100000"/>
              <a:buFont typeface="Arial" panose="020B0604020202020204" pitchFamily="34" charset="0"/>
              <a:buChar char="•"/>
              <a:tabLst/>
              <a:defRPr>
                <a:solidFill>
                  <a:schemeClr val="bg1"/>
                </a:solidFill>
                <a:latin typeface="+mn-lt"/>
              </a:defRPr>
            </a:lvl2pPr>
            <a:lvl3pPr marL="460375" indent="-117475">
              <a:buClr>
                <a:schemeClr val="bg2"/>
              </a:buClr>
              <a:buSzPct val="100000"/>
              <a:buFont typeface="Arial" panose="020B0604020202020204" pitchFamily="34" charset="0"/>
              <a:buChar char="•"/>
              <a:tabLst/>
              <a:defRPr>
                <a:solidFill>
                  <a:schemeClr val="bg1"/>
                </a:solidFill>
                <a:latin typeface="+mn-lt"/>
              </a:defRPr>
            </a:lvl3pPr>
            <a:lvl4pPr marL="576263" indent="-115888">
              <a:buClr>
                <a:schemeClr val="bg2"/>
              </a:buClr>
              <a:buFont typeface="Arial" panose="020B0604020202020204" pitchFamily="34" charset="0"/>
              <a:buChar char="•"/>
              <a:tabLst/>
              <a:defRPr>
                <a:solidFill>
                  <a:schemeClr val="bg1"/>
                </a:solidFill>
                <a:latin typeface="+mn-lt"/>
              </a:defRPr>
            </a:lvl4pPr>
            <a:lvl5pPr marL="687388" indent="-111125">
              <a:buClr>
                <a:schemeClr val="bg2"/>
              </a:buClr>
              <a:buFont typeface="Arial" panose="020B0604020202020204" pitchFamily="34" charset="0"/>
              <a:buChar char="•"/>
              <a:tabLst/>
              <a:defRPr>
                <a:solidFill>
                  <a:schemeClr val="bg1"/>
                </a:solidFill>
                <a:latin typeface="+mn-lt"/>
              </a:defRPr>
            </a:lvl5pPr>
          </a:lstStyle>
          <a:p>
            <a:pPr lvl="0"/>
            <a:r>
              <a:rPr lang="en-US"/>
              <a:t>Name of chart here</a:t>
            </a:r>
          </a:p>
        </p:txBody>
      </p:sp>
      <p:sp>
        <p:nvSpPr>
          <p:cNvPr id="29" name="Text Placeholder 2">
            <a:extLst>
              <a:ext uri="{FF2B5EF4-FFF2-40B4-BE49-F238E27FC236}">
                <a16:creationId xmlns:a16="http://schemas.microsoft.com/office/drawing/2014/main" id="{3DDC0CE8-7DCE-FDED-F796-5755D91E3D79}"/>
              </a:ext>
            </a:extLst>
          </p:cNvPr>
          <p:cNvSpPr>
            <a:spLocks noGrp="1"/>
          </p:cNvSpPr>
          <p:nvPr>
            <p:ph type="body" sz="quarter" idx="19" hasCustomPrompt="1"/>
          </p:nvPr>
        </p:nvSpPr>
        <p:spPr>
          <a:xfrm>
            <a:off x="541929" y="979868"/>
            <a:ext cx="7211154" cy="308020"/>
          </a:xfrm>
          <a:prstGeom prst="rect">
            <a:avLst/>
          </a:prstGeom>
        </p:spPr>
        <p:txBody>
          <a:bodyPr wrap="square">
            <a:spAutoFit/>
          </a:bodyPr>
          <a:lstStyle>
            <a:lvl1pPr marL="0" indent="0">
              <a:buClr>
                <a:schemeClr val="bg2"/>
              </a:buClr>
              <a:buFont typeface="Arial" panose="020B0604020202020204" pitchFamily="34" charset="0"/>
              <a:buNone/>
              <a:tabLst/>
              <a:defRPr sz="1400" b="1" i="0">
                <a:solidFill>
                  <a:schemeClr val="bg2"/>
                </a:solidFill>
                <a:latin typeface="+mj-lt"/>
              </a:defRPr>
            </a:lvl1pPr>
            <a:lvl2pPr marL="342900" indent="-168275">
              <a:buClr>
                <a:schemeClr val="bg2"/>
              </a:buClr>
              <a:buSzPct val="100000"/>
              <a:buFont typeface="Arial" panose="020B0604020202020204" pitchFamily="34" charset="0"/>
              <a:buChar char="•"/>
              <a:tabLst/>
              <a:defRPr sz="1400">
                <a:solidFill>
                  <a:schemeClr val="bg2"/>
                </a:solidFill>
                <a:latin typeface="+mn-lt"/>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400">
                <a:solidFill>
                  <a:schemeClr val="bg2"/>
                </a:solidFill>
                <a:latin typeface="+mn-lt"/>
              </a:defRPr>
            </a:lvl4pPr>
            <a:lvl5pPr marL="687388" indent="-111125">
              <a:buClr>
                <a:schemeClr val="bg2"/>
              </a:buClr>
              <a:buFont typeface="Arial" panose="020B0604020202020204" pitchFamily="34" charset="0"/>
              <a:buChar char="•"/>
              <a:tabLst/>
              <a:defRPr sz="1400">
                <a:solidFill>
                  <a:schemeClr val="bg2"/>
                </a:solidFill>
                <a:latin typeface="+mn-lt"/>
              </a:defRPr>
            </a:lvl5pPr>
          </a:lstStyle>
          <a:p>
            <a:pPr lvl="0"/>
            <a:r>
              <a:rPr lang="en-US"/>
              <a:t>CLICK TO EDIT</a:t>
            </a:r>
          </a:p>
        </p:txBody>
      </p:sp>
      <p:sp>
        <p:nvSpPr>
          <p:cNvPr id="30" name="Text Placeholder 2">
            <a:extLst>
              <a:ext uri="{FF2B5EF4-FFF2-40B4-BE49-F238E27FC236}">
                <a16:creationId xmlns:a16="http://schemas.microsoft.com/office/drawing/2014/main" id="{FDA87CB4-D56E-601B-9EBD-D641CB21BD8D}"/>
              </a:ext>
            </a:extLst>
          </p:cNvPr>
          <p:cNvSpPr>
            <a:spLocks noGrp="1"/>
          </p:cNvSpPr>
          <p:nvPr>
            <p:ph type="body" sz="quarter" idx="20" hasCustomPrompt="1"/>
          </p:nvPr>
        </p:nvSpPr>
        <p:spPr>
          <a:xfrm>
            <a:off x="7920506" y="979868"/>
            <a:ext cx="3862647" cy="307777"/>
          </a:xfrm>
          <a:prstGeom prst="rect">
            <a:avLst/>
          </a:prstGeom>
        </p:spPr>
        <p:txBody>
          <a:bodyPr wrap="square">
            <a:spAutoFit/>
          </a:bodyPr>
          <a:lstStyle>
            <a:lvl1pPr marL="0" indent="0">
              <a:buClr>
                <a:schemeClr val="bg2"/>
              </a:buClr>
              <a:buFont typeface="Arial" panose="020B0604020202020204" pitchFamily="34" charset="0"/>
              <a:buNone/>
              <a:tabLst/>
              <a:defRPr sz="1400" b="1" i="0">
                <a:solidFill>
                  <a:schemeClr val="bg2"/>
                </a:solidFill>
                <a:latin typeface="+mj-lt"/>
              </a:defRPr>
            </a:lvl1pPr>
            <a:lvl2pPr marL="342900" indent="-168275">
              <a:buClr>
                <a:schemeClr val="bg2"/>
              </a:buClr>
              <a:buSzPct val="100000"/>
              <a:buFont typeface="Arial" panose="020B0604020202020204" pitchFamily="34" charset="0"/>
              <a:buChar char="•"/>
              <a:tabLst/>
              <a:defRPr sz="1400">
                <a:solidFill>
                  <a:schemeClr val="bg2"/>
                </a:solidFill>
                <a:latin typeface="+mn-lt"/>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400">
                <a:solidFill>
                  <a:schemeClr val="bg2"/>
                </a:solidFill>
                <a:latin typeface="+mn-lt"/>
              </a:defRPr>
            </a:lvl4pPr>
            <a:lvl5pPr marL="687388" indent="-111125">
              <a:buClr>
                <a:schemeClr val="bg2"/>
              </a:buClr>
              <a:buFont typeface="Arial" panose="020B0604020202020204" pitchFamily="34" charset="0"/>
              <a:buChar char="•"/>
              <a:tabLst/>
              <a:defRPr sz="1400">
                <a:solidFill>
                  <a:schemeClr val="bg2"/>
                </a:solidFill>
                <a:latin typeface="+mn-lt"/>
              </a:defRPr>
            </a:lvl5pPr>
          </a:lstStyle>
          <a:p>
            <a:pPr lvl="0"/>
            <a:r>
              <a:rPr lang="en-US"/>
              <a:t>CLICK TO EDIT</a:t>
            </a:r>
          </a:p>
        </p:txBody>
      </p:sp>
      <p:sp>
        <p:nvSpPr>
          <p:cNvPr id="31" name="Text Placeholder 2">
            <a:extLst>
              <a:ext uri="{FF2B5EF4-FFF2-40B4-BE49-F238E27FC236}">
                <a16:creationId xmlns:a16="http://schemas.microsoft.com/office/drawing/2014/main" id="{3AD700A8-6822-1B55-18B8-D96051AA137A}"/>
              </a:ext>
            </a:extLst>
          </p:cNvPr>
          <p:cNvSpPr>
            <a:spLocks noGrp="1"/>
          </p:cNvSpPr>
          <p:nvPr>
            <p:ph type="body" sz="quarter" idx="21" hasCustomPrompt="1"/>
          </p:nvPr>
        </p:nvSpPr>
        <p:spPr>
          <a:xfrm>
            <a:off x="438897" y="3886200"/>
            <a:ext cx="2342940" cy="307777"/>
          </a:xfrm>
          <a:prstGeom prst="rect">
            <a:avLst/>
          </a:prstGeom>
        </p:spPr>
        <p:txBody>
          <a:bodyPr wrap="square">
            <a:spAutoFit/>
          </a:bodyPr>
          <a:lstStyle>
            <a:lvl1pPr marL="0" indent="0">
              <a:buClr>
                <a:schemeClr val="bg2"/>
              </a:buClr>
              <a:buFont typeface="Arial" panose="020B0604020202020204" pitchFamily="34" charset="0"/>
              <a:buNone/>
              <a:tabLst/>
              <a:defRPr sz="1400" b="1" i="0">
                <a:solidFill>
                  <a:schemeClr val="bg2"/>
                </a:solidFill>
                <a:latin typeface="+mj-lt"/>
              </a:defRPr>
            </a:lvl1pPr>
            <a:lvl2pPr marL="342900" indent="-168275">
              <a:buClr>
                <a:schemeClr val="bg2"/>
              </a:buClr>
              <a:buSzPct val="100000"/>
              <a:buFont typeface="Arial" panose="020B0604020202020204" pitchFamily="34" charset="0"/>
              <a:buChar char="•"/>
              <a:tabLst/>
              <a:defRPr sz="1400">
                <a:solidFill>
                  <a:schemeClr val="bg2"/>
                </a:solidFill>
                <a:latin typeface="+mn-lt"/>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400">
                <a:solidFill>
                  <a:schemeClr val="bg2"/>
                </a:solidFill>
                <a:latin typeface="+mn-lt"/>
              </a:defRPr>
            </a:lvl4pPr>
            <a:lvl5pPr marL="687388" indent="-111125">
              <a:buClr>
                <a:schemeClr val="bg2"/>
              </a:buClr>
              <a:buFont typeface="Arial" panose="020B0604020202020204" pitchFamily="34" charset="0"/>
              <a:buChar char="•"/>
              <a:tabLst/>
              <a:defRPr sz="1400">
                <a:solidFill>
                  <a:schemeClr val="bg2"/>
                </a:solidFill>
                <a:latin typeface="+mn-lt"/>
              </a:defRPr>
            </a:lvl5pPr>
          </a:lstStyle>
          <a:p>
            <a:pPr lvl="0"/>
            <a:r>
              <a:rPr lang="en-US"/>
              <a:t>CLICK TO EDIT</a:t>
            </a:r>
          </a:p>
        </p:txBody>
      </p:sp>
      <p:sp>
        <p:nvSpPr>
          <p:cNvPr id="32" name="Text Placeholder 2">
            <a:extLst>
              <a:ext uri="{FF2B5EF4-FFF2-40B4-BE49-F238E27FC236}">
                <a16:creationId xmlns:a16="http://schemas.microsoft.com/office/drawing/2014/main" id="{8FD6CEF7-348F-E30B-D61F-97A9E893D08E}"/>
              </a:ext>
            </a:extLst>
          </p:cNvPr>
          <p:cNvSpPr>
            <a:spLocks noGrp="1"/>
          </p:cNvSpPr>
          <p:nvPr>
            <p:ph type="body" sz="quarter" idx="22" hasCustomPrompt="1"/>
          </p:nvPr>
        </p:nvSpPr>
        <p:spPr>
          <a:xfrm>
            <a:off x="2924520" y="3886200"/>
            <a:ext cx="2342940" cy="307777"/>
          </a:xfrm>
          <a:prstGeom prst="rect">
            <a:avLst/>
          </a:prstGeom>
        </p:spPr>
        <p:txBody>
          <a:bodyPr wrap="square">
            <a:spAutoFit/>
          </a:bodyPr>
          <a:lstStyle>
            <a:lvl1pPr marL="0" indent="0">
              <a:buClr>
                <a:schemeClr val="bg2"/>
              </a:buClr>
              <a:buFont typeface="Arial" panose="020B0604020202020204" pitchFamily="34" charset="0"/>
              <a:buNone/>
              <a:tabLst/>
              <a:defRPr sz="1400" b="1" i="0">
                <a:solidFill>
                  <a:schemeClr val="bg2"/>
                </a:solidFill>
                <a:latin typeface="+mj-lt"/>
              </a:defRPr>
            </a:lvl1pPr>
            <a:lvl2pPr marL="342900" indent="-168275">
              <a:buClr>
                <a:schemeClr val="bg2"/>
              </a:buClr>
              <a:buSzPct val="100000"/>
              <a:buFont typeface="Arial" panose="020B0604020202020204" pitchFamily="34" charset="0"/>
              <a:buChar char="•"/>
              <a:tabLst/>
              <a:defRPr sz="1400">
                <a:solidFill>
                  <a:schemeClr val="bg2"/>
                </a:solidFill>
                <a:latin typeface="+mn-lt"/>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400">
                <a:solidFill>
                  <a:schemeClr val="bg2"/>
                </a:solidFill>
                <a:latin typeface="+mn-lt"/>
              </a:defRPr>
            </a:lvl4pPr>
            <a:lvl5pPr marL="687388" indent="-111125">
              <a:buClr>
                <a:schemeClr val="bg2"/>
              </a:buClr>
              <a:buFont typeface="Arial" panose="020B0604020202020204" pitchFamily="34" charset="0"/>
              <a:buChar char="•"/>
              <a:tabLst/>
              <a:defRPr sz="1400">
                <a:solidFill>
                  <a:schemeClr val="bg2"/>
                </a:solidFill>
                <a:latin typeface="+mn-lt"/>
              </a:defRPr>
            </a:lvl5pPr>
          </a:lstStyle>
          <a:p>
            <a:pPr lvl="0"/>
            <a:r>
              <a:rPr lang="en-US"/>
              <a:t>CLICK TO EDIT</a:t>
            </a:r>
          </a:p>
        </p:txBody>
      </p:sp>
      <p:sp>
        <p:nvSpPr>
          <p:cNvPr id="33" name="Text Placeholder 2">
            <a:extLst>
              <a:ext uri="{FF2B5EF4-FFF2-40B4-BE49-F238E27FC236}">
                <a16:creationId xmlns:a16="http://schemas.microsoft.com/office/drawing/2014/main" id="{7A1A9FB2-750D-58A5-61CE-6494592C9EE8}"/>
              </a:ext>
            </a:extLst>
          </p:cNvPr>
          <p:cNvSpPr>
            <a:spLocks noGrp="1"/>
          </p:cNvSpPr>
          <p:nvPr>
            <p:ph type="body" sz="quarter" idx="23" hasCustomPrompt="1"/>
          </p:nvPr>
        </p:nvSpPr>
        <p:spPr>
          <a:xfrm>
            <a:off x="5423021" y="3886200"/>
            <a:ext cx="2342940" cy="307777"/>
          </a:xfrm>
          <a:prstGeom prst="rect">
            <a:avLst/>
          </a:prstGeom>
        </p:spPr>
        <p:txBody>
          <a:bodyPr wrap="square">
            <a:spAutoFit/>
          </a:bodyPr>
          <a:lstStyle>
            <a:lvl1pPr marL="0" indent="0">
              <a:buClr>
                <a:schemeClr val="bg2"/>
              </a:buClr>
              <a:buFont typeface="Arial" panose="020B0604020202020204" pitchFamily="34" charset="0"/>
              <a:buNone/>
              <a:tabLst/>
              <a:defRPr sz="1400" b="1" i="0">
                <a:solidFill>
                  <a:schemeClr val="bg2"/>
                </a:solidFill>
                <a:latin typeface="+mj-lt"/>
              </a:defRPr>
            </a:lvl1pPr>
            <a:lvl2pPr marL="342900" indent="-168275">
              <a:buClr>
                <a:schemeClr val="bg2"/>
              </a:buClr>
              <a:buSzPct val="100000"/>
              <a:buFont typeface="Arial" panose="020B0604020202020204" pitchFamily="34" charset="0"/>
              <a:buChar char="•"/>
              <a:tabLst/>
              <a:defRPr sz="1400">
                <a:solidFill>
                  <a:schemeClr val="bg2"/>
                </a:solidFill>
                <a:latin typeface="+mn-lt"/>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400">
                <a:solidFill>
                  <a:schemeClr val="bg2"/>
                </a:solidFill>
                <a:latin typeface="+mn-lt"/>
              </a:defRPr>
            </a:lvl4pPr>
            <a:lvl5pPr marL="687388" indent="-111125">
              <a:buClr>
                <a:schemeClr val="bg2"/>
              </a:buClr>
              <a:buFont typeface="Arial" panose="020B0604020202020204" pitchFamily="34" charset="0"/>
              <a:buChar char="•"/>
              <a:tabLst/>
              <a:defRPr sz="1400">
                <a:solidFill>
                  <a:schemeClr val="bg2"/>
                </a:solidFill>
                <a:latin typeface="+mn-lt"/>
              </a:defRPr>
            </a:lvl5pPr>
          </a:lstStyle>
          <a:p>
            <a:pPr lvl="0"/>
            <a:r>
              <a:rPr lang="en-US"/>
              <a:t>CLICK TO EDIT</a:t>
            </a:r>
          </a:p>
        </p:txBody>
      </p:sp>
      <p:sp>
        <p:nvSpPr>
          <p:cNvPr id="34" name="Text Placeholder 2">
            <a:extLst>
              <a:ext uri="{FF2B5EF4-FFF2-40B4-BE49-F238E27FC236}">
                <a16:creationId xmlns:a16="http://schemas.microsoft.com/office/drawing/2014/main" id="{11A35F09-3890-A9DB-557F-26386C78DF3E}"/>
              </a:ext>
            </a:extLst>
          </p:cNvPr>
          <p:cNvSpPr>
            <a:spLocks noGrp="1"/>
          </p:cNvSpPr>
          <p:nvPr>
            <p:ph type="body" sz="quarter" idx="24"/>
          </p:nvPr>
        </p:nvSpPr>
        <p:spPr>
          <a:xfrm>
            <a:off x="2970727" y="4285237"/>
            <a:ext cx="2228046" cy="1426031"/>
          </a:xfrm>
          <a:prstGeom prst="rect">
            <a:avLst/>
          </a:prstGeom>
        </p:spPr>
        <p:txBody>
          <a:bodyPr wrap="square">
            <a:spAutoFit/>
          </a:bodyPr>
          <a:lstStyle>
            <a:lvl1pPr marL="174625" indent="-174625">
              <a:buClr>
                <a:schemeClr val="bg2"/>
              </a:buClr>
              <a:buFont typeface="Arial" panose="020B0604020202020204" pitchFamily="34" charset="0"/>
              <a:buChar char="•"/>
              <a:tabLst/>
              <a:defRPr sz="16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2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1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05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105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5" name="Text Placeholder 2">
            <a:extLst>
              <a:ext uri="{FF2B5EF4-FFF2-40B4-BE49-F238E27FC236}">
                <a16:creationId xmlns:a16="http://schemas.microsoft.com/office/drawing/2014/main" id="{9A4AF334-A0CA-F76B-00ED-460B3CE6F669}"/>
              </a:ext>
            </a:extLst>
          </p:cNvPr>
          <p:cNvSpPr>
            <a:spLocks noGrp="1"/>
          </p:cNvSpPr>
          <p:nvPr>
            <p:ph type="body" sz="quarter" idx="25"/>
          </p:nvPr>
        </p:nvSpPr>
        <p:spPr>
          <a:xfrm>
            <a:off x="5486400" y="4285237"/>
            <a:ext cx="2228046" cy="1426031"/>
          </a:xfrm>
          <a:prstGeom prst="rect">
            <a:avLst/>
          </a:prstGeom>
        </p:spPr>
        <p:txBody>
          <a:bodyPr wrap="square">
            <a:spAutoFit/>
          </a:bodyPr>
          <a:lstStyle>
            <a:lvl1pPr marL="174625" indent="-174625">
              <a:buClr>
                <a:schemeClr val="bg2"/>
              </a:buClr>
              <a:buFont typeface="Arial" panose="020B0604020202020204" pitchFamily="34" charset="0"/>
              <a:buChar char="•"/>
              <a:tabLst/>
              <a:defRPr sz="16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2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1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05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105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7" name="Content Placeholder 36">
            <a:extLst>
              <a:ext uri="{FF2B5EF4-FFF2-40B4-BE49-F238E27FC236}">
                <a16:creationId xmlns:a16="http://schemas.microsoft.com/office/drawing/2014/main" id="{1872CEED-1F44-72A4-2AFB-BDDF5A9DF95A}"/>
              </a:ext>
            </a:extLst>
          </p:cNvPr>
          <p:cNvSpPr>
            <a:spLocks noGrp="1"/>
          </p:cNvSpPr>
          <p:nvPr>
            <p:ph sz="quarter" idx="26"/>
          </p:nvPr>
        </p:nvSpPr>
        <p:spPr>
          <a:xfrm>
            <a:off x="604838" y="1738313"/>
            <a:ext cx="3335337" cy="1931987"/>
          </a:xfrm>
          <a:prstGeom prst="rect">
            <a:avLst/>
          </a:prstGeom>
        </p:spPr>
        <p:txBody>
          <a:bodyPr/>
          <a:lstStyle>
            <a:lvl1pPr marL="182563" indent="-182563">
              <a:buClr>
                <a:schemeClr val="bg2"/>
              </a:buClr>
              <a:buFont typeface="Arial" panose="020B0604020202020204" pitchFamily="34" charset="0"/>
              <a:buChar char="•"/>
              <a:tabLst/>
              <a:defRPr sz="1800" b="0" i="0">
                <a:latin typeface="Barlow Light" pitchFamily="2" charset="77"/>
              </a:defRPr>
            </a:lvl1pPr>
            <a:lvl2pPr marL="693738" indent="-236538">
              <a:buClr>
                <a:schemeClr val="bg2"/>
              </a:buClr>
              <a:buFont typeface="Arial" panose="020B0604020202020204" pitchFamily="34" charset="0"/>
              <a:buChar char="•"/>
              <a:tabLst/>
              <a:defRPr sz="1400" b="0" i="0">
                <a:latin typeface="Barlow Light" pitchFamily="2" charset="77"/>
              </a:defRPr>
            </a:lvl2pPr>
            <a:lvl3pPr marL="1682372" indent="-304731">
              <a:buClr>
                <a:schemeClr val="bg2"/>
              </a:buClr>
              <a:buFont typeface="Arial" panose="020B0604020202020204" pitchFamily="34" charset="0"/>
              <a:buChar char="•"/>
              <a:defRPr/>
            </a:lvl3pPr>
            <a:lvl4pPr marL="2133120" indent="-304731">
              <a:buClr>
                <a:schemeClr val="bg2"/>
              </a:buClr>
              <a:buFont typeface="Arial" panose="020B0604020202020204" pitchFamily="34" charset="0"/>
              <a:buChar char="•"/>
              <a:defRPr/>
            </a:lvl4pPr>
            <a:lvl5pPr marL="2742582" indent="-304731">
              <a:buClr>
                <a:schemeClr val="bg2"/>
              </a:buClr>
              <a:buFont typeface="Arial" panose="020B0604020202020204" pitchFamily="34" charset="0"/>
              <a:buChar char="•"/>
              <a:defRPr/>
            </a:lvl5pPr>
          </a:lstStyle>
          <a:p>
            <a:pPr lvl="0"/>
            <a:r>
              <a:rPr lang="en-US"/>
              <a:t>Click to edit Master text styles</a:t>
            </a:r>
          </a:p>
          <a:p>
            <a:pPr lvl="1"/>
            <a:r>
              <a:rPr lang="en-US"/>
              <a:t>Second level</a:t>
            </a:r>
          </a:p>
        </p:txBody>
      </p:sp>
      <p:sp>
        <p:nvSpPr>
          <p:cNvPr id="38" name="Content Placeholder 36">
            <a:extLst>
              <a:ext uri="{FF2B5EF4-FFF2-40B4-BE49-F238E27FC236}">
                <a16:creationId xmlns:a16="http://schemas.microsoft.com/office/drawing/2014/main" id="{ED843EA1-6AA3-6D5E-1252-1A97A62A83F0}"/>
              </a:ext>
            </a:extLst>
          </p:cNvPr>
          <p:cNvSpPr>
            <a:spLocks noGrp="1"/>
          </p:cNvSpPr>
          <p:nvPr>
            <p:ph sz="quarter" idx="27"/>
          </p:nvPr>
        </p:nvSpPr>
        <p:spPr>
          <a:xfrm>
            <a:off x="4267200" y="1738313"/>
            <a:ext cx="3335337" cy="1931987"/>
          </a:xfrm>
          <a:prstGeom prst="rect">
            <a:avLst/>
          </a:prstGeom>
        </p:spPr>
        <p:txBody>
          <a:bodyPr/>
          <a:lstStyle>
            <a:lvl1pPr marL="182563" indent="-182563">
              <a:buClr>
                <a:schemeClr val="bg2"/>
              </a:buClr>
              <a:buFont typeface="Arial" panose="020B0604020202020204" pitchFamily="34" charset="0"/>
              <a:buChar char="•"/>
              <a:tabLst/>
              <a:defRPr sz="1800" b="0" i="0">
                <a:latin typeface="Barlow Light" pitchFamily="2" charset="77"/>
              </a:defRPr>
            </a:lvl1pPr>
            <a:lvl2pPr marL="693738" indent="-236538">
              <a:buClr>
                <a:schemeClr val="bg2"/>
              </a:buClr>
              <a:buFont typeface="Arial" panose="020B0604020202020204" pitchFamily="34" charset="0"/>
              <a:buChar char="•"/>
              <a:tabLst/>
              <a:defRPr sz="1400" b="0" i="0">
                <a:latin typeface="Barlow Light" pitchFamily="2" charset="77"/>
              </a:defRPr>
            </a:lvl2pPr>
            <a:lvl3pPr marL="1682372" indent="-304731">
              <a:buClr>
                <a:schemeClr val="bg2"/>
              </a:buClr>
              <a:buFont typeface="Arial" panose="020B0604020202020204" pitchFamily="34" charset="0"/>
              <a:buChar char="•"/>
              <a:defRPr/>
            </a:lvl3pPr>
            <a:lvl4pPr marL="2133120" indent="-304731">
              <a:buClr>
                <a:schemeClr val="bg2"/>
              </a:buClr>
              <a:buFont typeface="Arial" panose="020B0604020202020204" pitchFamily="34" charset="0"/>
              <a:buChar char="•"/>
              <a:defRPr/>
            </a:lvl4pPr>
            <a:lvl5pPr marL="2742582" indent="-304731">
              <a:buClr>
                <a:schemeClr val="bg2"/>
              </a:buClr>
              <a:buFont typeface="Arial" panose="020B0604020202020204" pitchFamily="34" charset="0"/>
              <a:buChar char="•"/>
              <a:defRPr/>
            </a:lvl5pPr>
          </a:lstStyle>
          <a:p>
            <a:pPr lvl="0"/>
            <a:r>
              <a:rPr lang="en-US"/>
              <a:t>Click to edit Master text styles</a:t>
            </a:r>
          </a:p>
          <a:p>
            <a:pPr lvl="1"/>
            <a:r>
              <a:rPr lang="en-US"/>
              <a:t>Second level</a:t>
            </a:r>
          </a:p>
        </p:txBody>
      </p:sp>
      <p:sp>
        <p:nvSpPr>
          <p:cNvPr id="2" name="Title 1">
            <a:extLst>
              <a:ext uri="{FF2B5EF4-FFF2-40B4-BE49-F238E27FC236}">
                <a16:creationId xmlns:a16="http://schemas.microsoft.com/office/drawing/2014/main" id="{9F6471FE-A120-66DE-406B-0CAF55ABA202}"/>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Tree>
    <p:extLst>
      <p:ext uri="{BB962C8B-B14F-4D97-AF65-F5344CB8AC3E}">
        <p14:creationId xmlns:p14="http://schemas.microsoft.com/office/powerpoint/2010/main" val="1547560774"/>
      </p:ext>
    </p:extLst>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hank you - website, social">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CD81CF2-4A37-7B81-E465-5D6F29037FFC}"/>
              </a:ext>
            </a:extLst>
          </p:cNvPr>
          <p:cNvSpPr/>
          <p:nvPr userDrawn="1"/>
        </p:nvSpPr>
        <p:spPr>
          <a:xfrm flipH="1" flipV="1">
            <a:off x="0" y="-28484"/>
            <a:ext cx="12192000" cy="6886483"/>
          </a:xfrm>
          <a:prstGeom prst="rect">
            <a:avLst/>
          </a:prstGeom>
          <a:gradFill>
            <a:gsLst>
              <a:gs pos="15000">
                <a:schemeClr val="accent3"/>
              </a:gs>
              <a:gs pos="61000">
                <a:schemeClr val="accent1"/>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3" name="Freeform 2">
            <a:extLst>
              <a:ext uri="{FF2B5EF4-FFF2-40B4-BE49-F238E27FC236}">
                <a16:creationId xmlns:a16="http://schemas.microsoft.com/office/drawing/2014/main" id="{4A1FB847-3782-87E6-5A32-AC3E717BB7D9}"/>
              </a:ext>
            </a:extLst>
          </p:cNvPr>
          <p:cNvSpPr/>
          <p:nvPr userDrawn="1"/>
        </p:nvSpPr>
        <p:spPr>
          <a:xfrm rot="5400000" flipH="1">
            <a:off x="4827382" y="-1487618"/>
            <a:ext cx="2537237" cy="5429545"/>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19" name="TextBox 18">
            <a:extLst>
              <a:ext uri="{FF2B5EF4-FFF2-40B4-BE49-F238E27FC236}">
                <a16:creationId xmlns:a16="http://schemas.microsoft.com/office/drawing/2014/main" id="{36C0589B-514C-02F7-4B20-C32D7B89AB22}"/>
              </a:ext>
            </a:extLst>
          </p:cNvPr>
          <p:cNvSpPr txBox="1"/>
          <p:nvPr userDrawn="1"/>
        </p:nvSpPr>
        <p:spPr>
          <a:xfrm>
            <a:off x="342900" y="3493633"/>
            <a:ext cx="11468100" cy="646331"/>
          </a:xfrm>
          <a:prstGeom prst="rect">
            <a:avLst/>
          </a:prstGeom>
        </p:spPr>
        <p:txBody>
          <a:bodyPr wrap="square" anchor="b">
            <a:spAutoFit/>
          </a:bodyPr>
          <a:lstStyle>
            <a:lvl1pPr indent="0" fontAlgn="base">
              <a:lnSpc>
                <a:spcPct val="90000"/>
              </a:lnSpc>
              <a:spcBef>
                <a:spcPct val="0"/>
              </a:spcBef>
              <a:spcAft>
                <a:spcPct val="0"/>
              </a:spcAft>
              <a:buFont typeface="Arial" panose="020B0604020202020204" pitchFamily="34" charset="0"/>
              <a:buNone/>
              <a:defRPr sz="8000" b="0" i="0">
                <a:solidFill>
                  <a:schemeClr val="bg1"/>
                </a:solidFill>
                <a:latin typeface="Barlow Light" pitchFamily="2" charset="77"/>
                <a:ea typeface="+mj-ea"/>
                <a:cs typeface="Arial"/>
              </a:defRPr>
            </a:lvl1pPr>
            <a:lvl2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2pPr>
            <a:lvl3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3pPr>
            <a:lvl4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4pPr>
            <a:lvl5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5pPr>
            <a:lvl6pPr marL="609463"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6pPr>
            <a:lvl7pPr marL="1218926"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7pPr>
            <a:lvl8pPr marL="1828388"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8pPr>
            <a:lvl9pPr marL="2437851"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9pPr>
          </a:lstStyle>
          <a:p>
            <a:pPr lvl="0" algn="ctr"/>
            <a:r>
              <a:rPr lang="en-US" sz="4000" b="0" i="0"/>
              <a:t>Thank you</a:t>
            </a:r>
          </a:p>
        </p:txBody>
      </p:sp>
      <p:grpSp>
        <p:nvGrpSpPr>
          <p:cNvPr id="31" name="Group 30">
            <a:extLst>
              <a:ext uri="{FF2B5EF4-FFF2-40B4-BE49-F238E27FC236}">
                <a16:creationId xmlns:a16="http://schemas.microsoft.com/office/drawing/2014/main" id="{433280F2-DBF6-9243-5F12-6FFA6E313F67}"/>
              </a:ext>
            </a:extLst>
          </p:cNvPr>
          <p:cNvGrpSpPr/>
          <p:nvPr userDrawn="1"/>
        </p:nvGrpSpPr>
        <p:grpSpPr>
          <a:xfrm>
            <a:off x="5282123" y="6327788"/>
            <a:ext cx="1627754" cy="202199"/>
            <a:chOff x="8697346" y="4398030"/>
            <a:chExt cx="1899060" cy="235901"/>
          </a:xfrm>
          <a:solidFill>
            <a:schemeClr val="bg1"/>
          </a:solidFill>
        </p:grpSpPr>
        <p:pic>
          <p:nvPicPr>
            <p:cNvPr id="14" name="Graphic 13">
              <a:hlinkClick r:id="rId2"/>
              <a:extLst>
                <a:ext uri="{FF2B5EF4-FFF2-40B4-BE49-F238E27FC236}">
                  <a16:creationId xmlns:a16="http://schemas.microsoft.com/office/drawing/2014/main" id="{18CB9590-6772-E2B7-F245-37597E51E79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697346" y="4399138"/>
              <a:ext cx="234794" cy="232578"/>
            </a:xfrm>
            <a:prstGeom prst="rect">
              <a:avLst/>
            </a:prstGeom>
          </p:spPr>
        </p:pic>
        <p:pic>
          <p:nvPicPr>
            <p:cNvPr id="15" name="Graphic 14">
              <a:hlinkClick r:id="rId4"/>
              <a:extLst>
                <a:ext uri="{FF2B5EF4-FFF2-40B4-BE49-F238E27FC236}">
                  <a16:creationId xmlns:a16="http://schemas.microsoft.com/office/drawing/2014/main" id="{4B4B53A1-5EF0-A62B-5710-3AE9D81E7EF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252101" y="4399138"/>
              <a:ext cx="234794" cy="234793"/>
            </a:xfrm>
            <a:prstGeom prst="rect">
              <a:avLst/>
            </a:prstGeom>
          </p:spPr>
        </p:pic>
        <p:pic>
          <p:nvPicPr>
            <p:cNvPr id="16" name="Graphic 15">
              <a:hlinkClick r:id="rId4"/>
              <a:extLst>
                <a:ext uri="{FF2B5EF4-FFF2-40B4-BE49-F238E27FC236}">
                  <a16:creationId xmlns:a16="http://schemas.microsoft.com/office/drawing/2014/main" id="{9611B9B1-8321-9E56-6F44-6564745FB57B}"/>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9806856" y="4398030"/>
              <a:ext cx="234794" cy="234793"/>
            </a:xfrm>
            <a:prstGeom prst="rect">
              <a:avLst/>
            </a:prstGeom>
          </p:spPr>
        </p:pic>
        <p:pic>
          <p:nvPicPr>
            <p:cNvPr id="17" name="Graphic 16">
              <a:hlinkClick r:id="rId7"/>
              <a:extLst>
                <a:ext uri="{FF2B5EF4-FFF2-40B4-BE49-F238E27FC236}">
                  <a16:creationId xmlns:a16="http://schemas.microsoft.com/office/drawing/2014/main" id="{CFE2FD11-092D-FA74-699F-06CE06D1E7E9}"/>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10361612" y="4398030"/>
              <a:ext cx="234794" cy="234793"/>
            </a:xfrm>
            <a:prstGeom prst="rect">
              <a:avLst/>
            </a:prstGeom>
          </p:spPr>
        </p:pic>
      </p:grpSp>
      <p:sp>
        <p:nvSpPr>
          <p:cNvPr id="24" name="TextBox 23">
            <a:extLst>
              <a:ext uri="{FF2B5EF4-FFF2-40B4-BE49-F238E27FC236}">
                <a16:creationId xmlns:a16="http://schemas.microsoft.com/office/drawing/2014/main" id="{B39C05EF-4CDF-5BE4-2B3B-0FAAF598A2A5}"/>
              </a:ext>
            </a:extLst>
          </p:cNvPr>
          <p:cNvSpPr txBox="1"/>
          <p:nvPr userDrawn="1"/>
        </p:nvSpPr>
        <p:spPr>
          <a:xfrm>
            <a:off x="4405822" y="5904807"/>
            <a:ext cx="3380356" cy="307777"/>
          </a:xfrm>
          <a:prstGeom prst="rect">
            <a:avLst/>
          </a:prstGeom>
        </p:spPr>
        <p:txBody>
          <a:bodyPr wrap="square" rtlCol="0" anchor="t">
            <a:spAutoFit/>
          </a:bodyPr>
          <a:lstStyle/>
          <a:p>
            <a:pPr algn="ctr" defTabSz="914400">
              <a:buClr>
                <a:schemeClr val="bg2"/>
              </a:buClr>
              <a:tabLst/>
            </a:pPr>
            <a:r>
              <a:rPr lang="en-US" sz="1400" b="0" i="0" kern="0">
                <a:solidFill>
                  <a:schemeClr val="bg1"/>
                </a:solidFill>
                <a:latin typeface="Barlow Light" pitchFamily="2" charset="77"/>
                <a:hlinkClick r:id="rId9">
                  <a:extLst>
                    <a:ext uri="{A12FA001-AC4F-418D-AE19-62706E023703}">
                      <ahyp:hlinkClr xmlns:ahyp="http://schemas.microsoft.com/office/drawing/2018/hyperlinkcolor" val="tx"/>
                    </a:ext>
                  </a:extLst>
                </a:hlinkClick>
              </a:rPr>
              <a:t>www.rockwellautomation.com</a:t>
            </a:r>
            <a:endParaRPr lang="en-US" sz="1400" b="0" i="0" kern="0">
              <a:solidFill>
                <a:schemeClr val="bg1"/>
              </a:solidFill>
              <a:latin typeface="Barlow Light" pitchFamily="2" charset="77"/>
            </a:endParaRPr>
          </a:p>
        </p:txBody>
      </p:sp>
      <p:grpSp>
        <p:nvGrpSpPr>
          <p:cNvPr id="30" name="Group 29">
            <a:extLst>
              <a:ext uri="{FF2B5EF4-FFF2-40B4-BE49-F238E27FC236}">
                <a16:creationId xmlns:a16="http://schemas.microsoft.com/office/drawing/2014/main" id="{06A3DB9B-226A-BB98-379D-0F39FC046CDF}"/>
              </a:ext>
            </a:extLst>
          </p:cNvPr>
          <p:cNvGrpSpPr/>
          <p:nvPr userDrawn="1"/>
        </p:nvGrpSpPr>
        <p:grpSpPr>
          <a:xfrm>
            <a:off x="4909692" y="774821"/>
            <a:ext cx="2342368" cy="938161"/>
            <a:chOff x="4994269" y="717654"/>
            <a:chExt cx="2175367" cy="871274"/>
          </a:xfrm>
        </p:grpSpPr>
        <p:pic>
          <p:nvPicPr>
            <p:cNvPr id="26" name="Picture 25">
              <a:extLst>
                <a:ext uri="{FF2B5EF4-FFF2-40B4-BE49-F238E27FC236}">
                  <a16:creationId xmlns:a16="http://schemas.microsoft.com/office/drawing/2014/main" id="{928880E0-2831-4C09-70F0-A182F6A2DFDE}"/>
                </a:ext>
              </a:extLst>
            </p:cNvPr>
            <p:cNvPicPr>
              <a:picLocks noChangeAspect="1"/>
            </p:cNvPicPr>
            <p:nvPr userDrawn="1"/>
          </p:nvPicPr>
          <p:blipFill>
            <a:blip r:embed="rId10" cstate="screen">
              <a:extLst>
                <a:ext uri="{28A0092B-C50C-407E-A947-70E740481C1C}">
                  <a14:useLocalDpi xmlns:a14="http://schemas.microsoft.com/office/drawing/2010/main"/>
                </a:ext>
              </a:extLst>
            </a:blip>
            <a:srcRect/>
            <a:stretch/>
          </p:blipFill>
          <p:spPr>
            <a:xfrm>
              <a:off x="4994269" y="717654"/>
              <a:ext cx="2175367" cy="739625"/>
            </a:xfrm>
            <a:prstGeom prst="rect">
              <a:avLst/>
            </a:prstGeom>
          </p:spPr>
        </p:pic>
        <p:pic>
          <p:nvPicPr>
            <p:cNvPr id="28" name="Picture 27">
              <a:extLst>
                <a:ext uri="{FF2B5EF4-FFF2-40B4-BE49-F238E27FC236}">
                  <a16:creationId xmlns:a16="http://schemas.microsoft.com/office/drawing/2014/main" id="{FA786CF1-51A9-9399-D17C-DCEA809E3A78}"/>
                </a:ext>
              </a:extLst>
            </p:cNvPr>
            <p:cNvPicPr>
              <a:picLocks noChangeAspect="1"/>
            </p:cNvPicPr>
            <p:nvPr userDrawn="1"/>
          </p:nvPicPr>
          <p:blipFill>
            <a:blip r:embed="rId11" cstate="screen">
              <a:extLst>
                <a:ext uri="{28A0092B-C50C-407E-A947-70E740481C1C}">
                  <a14:useLocalDpi xmlns:a14="http://schemas.microsoft.com/office/drawing/2010/main"/>
                </a:ext>
              </a:extLst>
            </a:blip>
            <a:stretch>
              <a:fillRect/>
            </a:stretch>
          </p:blipFill>
          <p:spPr>
            <a:xfrm>
              <a:off x="5196365" y="1452101"/>
              <a:ext cx="1799270" cy="136827"/>
            </a:xfrm>
            <a:prstGeom prst="rect">
              <a:avLst/>
            </a:prstGeom>
          </p:spPr>
        </p:pic>
      </p:grpSp>
    </p:spTree>
    <p:extLst>
      <p:ext uri="{BB962C8B-B14F-4D97-AF65-F5344CB8AC3E}">
        <p14:creationId xmlns:p14="http://schemas.microsoft.com/office/powerpoint/2010/main" val="290369397"/>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hank you - Email, website, social">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CD81CF2-4A37-7B81-E465-5D6F29037FFC}"/>
              </a:ext>
            </a:extLst>
          </p:cNvPr>
          <p:cNvSpPr/>
          <p:nvPr userDrawn="1"/>
        </p:nvSpPr>
        <p:spPr>
          <a:xfrm flipH="1" flipV="1">
            <a:off x="0" y="-28484"/>
            <a:ext cx="12192000" cy="6886483"/>
          </a:xfrm>
          <a:prstGeom prst="rect">
            <a:avLst/>
          </a:prstGeom>
          <a:gradFill>
            <a:gsLst>
              <a:gs pos="15000">
                <a:schemeClr val="accent3"/>
              </a:gs>
              <a:gs pos="61000">
                <a:schemeClr val="accent1"/>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7" name="Freeform 6">
            <a:extLst>
              <a:ext uri="{FF2B5EF4-FFF2-40B4-BE49-F238E27FC236}">
                <a16:creationId xmlns:a16="http://schemas.microsoft.com/office/drawing/2014/main" id="{A0A2BD92-F6C0-B941-9072-D571DC874F9A}"/>
              </a:ext>
            </a:extLst>
          </p:cNvPr>
          <p:cNvSpPr/>
          <p:nvPr userDrawn="1"/>
        </p:nvSpPr>
        <p:spPr>
          <a:xfrm rot="5400000" flipH="1">
            <a:off x="5354506" y="-886725"/>
            <a:ext cx="1482988" cy="3173511"/>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443488" y="5885915"/>
            <a:ext cx="3606800" cy="286232"/>
          </a:xfrm>
          <a:prstGeom prst="rect">
            <a:avLst/>
          </a:prstGeom>
        </p:spPr>
        <p:txBody>
          <a:bodyPr wrap="square" anchor="t">
            <a:spAutoFit/>
          </a:bodyPr>
          <a:lstStyle>
            <a:lvl1pPr marL="0" indent="0">
              <a:lnSpc>
                <a:spcPct val="90000"/>
              </a:lnSpc>
              <a:spcAft>
                <a:spcPts val="0"/>
              </a:spcAft>
              <a:buNone/>
              <a:defRPr sz="14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Enter your email @</a:t>
            </a:r>
            <a:r>
              <a:rPr lang="en-US" err="1"/>
              <a:t>rockwellautomation.com</a:t>
            </a:r>
            <a:endParaRPr lang="en-US"/>
          </a:p>
        </p:txBody>
      </p:sp>
      <p:pic>
        <p:nvPicPr>
          <p:cNvPr id="4" name="Picture 3">
            <a:extLst>
              <a:ext uri="{FF2B5EF4-FFF2-40B4-BE49-F238E27FC236}">
                <a16:creationId xmlns:a16="http://schemas.microsoft.com/office/drawing/2014/main" id="{749E6DEC-B290-102D-1DD1-4A0E0FBC69D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681308" y="522745"/>
            <a:ext cx="791284" cy="866604"/>
          </a:xfrm>
          <a:prstGeom prst="rect">
            <a:avLst/>
          </a:prstGeom>
        </p:spPr>
      </p:pic>
      <p:cxnSp>
        <p:nvCxnSpPr>
          <p:cNvPr id="5" name="Straight Connector 4">
            <a:extLst>
              <a:ext uri="{FF2B5EF4-FFF2-40B4-BE49-F238E27FC236}">
                <a16:creationId xmlns:a16="http://schemas.microsoft.com/office/drawing/2014/main" id="{1024A1FD-51CE-57BF-F968-4D972ED70FD5}"/>
              </a:ext>
            </a:extLst>
          </p:cNvPr>
          <p:cNvCxnSpPr>
            <a:cxnSpLocks/>
          </p:cNvCxnSpPr>
          <p:nvPr userDrawn="1"/>
        </p:nvCxnSpPr>
        <p:spPr bwMode="auto">
          <a:xfrm>
            <a:off x="2067944" y="5713840"/>
            <a:ext cx="2755900" cy="0"/>
          </a:xfrm>
          <a:prstGeom prst="line">
            <a:avLst/>
          </a:prstGeom>
          <a:noFill/>
          <a:ln w="19050" cap="flat" cmpd="sng" algn="ctr">
            <a:solidFill>
              <a:schemeClr val="bg1"/>
            </a:solidFill>
            <a:prstDash val="solid"/>
            <a:round/>
            <a:headEnd type="none" w="med" len="med"/>
            <a:tailEnd type="none" w="med" len="med"/>
          </a:ln>
          <a:effectLst/>
        </p:spPr>
      </p:cxnSp>
      <p:grpSp>
        <p:nvGrpSpPr>
          <p:cNvPr id="31" name="Group 30">
            <a:extLst>
              <a:ext uri="{FF2B5EF4-FFF2-40B4-BE49-F238E27FC236}">
                <a16:creationId xmlns:a16="http://schemas.microsoft.com/office/drawing/2014/main" id="{433280F2-DBF6-9243-5F12-6FFA6E313F67}"/>
              </a:ext>
            </a:extLst>
          </p:cNvPr>
          <p:cNvGrpSpPr/>
          <p:nvPr userDrawn="1"/>
        </p:nvGrpSpPr>
        <p:grpSpPr>
          <a:xfrm>
            <a:off x="8519546" y="5985530"/>
            <a:ext cx="1627754" cy="202199"/>
            <a:chOff x="8697346" y="4398030"/>
            <a:chExt cx="1899060" cy="235901"/>
          </a:xfrm>
        </p:grpSpPr>
        <p:pic>
          <p:nvPicPr>
            <p:cNvPr id="14" name="Graphic 13">
              <a:hlinkClick r:id="rId3"/>
              <a:extLst>
                <a:ext uri="{FF2B5EF4-FFF2-40B4-BE49-F238E27FC236}">
                  <a16:creationId xmlns:a16="http://schemas.microsoft.com/office/drawing/2014/main" id="{18CB9590-6772-E2B7-F245-37597E51E79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697346" y="4399138"/>
              <a:ext cx="234794" cy="232578"/>
            </a:xfrm>
            <a:prstGeom prst="rect">
              <a:avLst/>
            </a:prstGeom>
          </p:spPr>
        </p:pic>
        <p:pic>
          <p:nvPicPr>
            <p:cNvPr id="15" name="Graphic 14">
              <a:hlinkClick r:id="rId5"/>
              <a:extLst>
                <a:ext uri="{FF2B5EF4-FFF2-40B4-BE49-F238E27FC236}">
                  <a16:creationId xmlns:a16="http://schemas.microsoft.com/office/drawing/2014/main" id="{4B4B53A1-5EF0-A62B-5710-3AE9D81E7EF3}"/>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9252101" y="4399138"/>
              <a:ext cx="234794" cy="234793"/>
            </a:xfrm>
            <a:prstGeom prst="rect">
              <a:avLst/>
            </a:prstGeom>
          </p:spPr>
        </p:pic>
        <p:pic>
          <p:nvPicPr>
            <p:cNvPr id="16" name="Graphic 15">
              <a:hlinkClick r:id="rId5"/>
              <a:extLst>
                <a:ext uri="{FF2B5EF4-FFF2-40B4-BE49-F238E27FC236}">
                  <a16:creationId xmlns:a16="http://schemas.microsoft.com/office/drawing/2014/main" id="{9611B9B1-8321-9E56-6F44-6564745FB57B}"/>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9806856" y="4398030"/>
              <a:ext cx="234794" cy="234793"/>
            </a:xfrm>
            <a:prstGeom prst="rect">
              <a:avLst/>
            </a:prstGeom>
          </p:spPr>
        </p:pic>
        <p:pic>
          <p:nvPicPr>
            <p:cNvPr id="17" name="Graphic 16">
              <a:hlinkClick r:id="rId8"/>
              <a:extLst>
                <a:ext uri="{FF2B5EF4-FFF2-40B4-BE49-F238E27FC236}">
                  <a16:creationId xmlns:a16="http://schemas.microsoft.com/office/drawing/2014/main" id="{CFE2FD11-092D-FA74-699F-06CE06D1E7E9}"/>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10361612" y="4398030"/>
              <a:ext cx="234794" cy="234793"/>
            </a:xfrm>
            <a:prstGeom prst="rect">
              <a:avLst/>
            </a:prstGeom>
          </p:spPr>
        </p:pic>
      </p:grpSp>
      <p:sp>
        <p:nvSpPr>
          <p:cNvPr id="19" name="TextBox 18">
            <a:extLst>
              <a:ext uri="{FF2B5EF4-FFF2-40B4-BE49-F238E27FC236}">
                <a16:creationId xmlns:a16="http://schemas.microsoft.com/office/drawing/2014/main" id="{36C0589B-514C-02F7-4B20-C32D7B89AB22}"/>
              </a:ext>
            </a:extLst>
          </p:cNvPr>
          <p:cNvSpPr txBox="1"/>
          <p:nvPr userDrawn="1"/>
        </p:nvSpPr>
        <p:spPr>
          <a:xfrm>
            <a:off x="342900" y="4014914"/>
            <a:ext cx="11468100" cy="1421928"/>
          </a:xfrm>
          <a:prstGeom prst="rect">
            <a:avLst/>
          </a:prstGeom>
        </p:spPr>
        <p:txBody>
          <a:bodyPr wrap="square" anchor="b">
            <a:spAutoFit/>
          </a:bodyPr>
          <a:lstStyle>
            <a:lvl1pPr indent="0" fontAlgn="base">
              <a:lnSpc>
                <a:spcPct val="90000"/>
              </a:lnSpc>
              <a:spcBef>
                <a:spcPct val="0"/>
              </a:spcBef>
              <a:spcAft>
                <a:spcPct val="0"/>
              </a:spcAft>
              <a:buFont typeface="Arial" panose="020B0604020202020204" pitchFamily="34" charset="0"/>
              <a:buNone/>
              <a:defRPr sz="8000" b="0" i="0">
                <a:solidFill>
                  <a:schemeClr val="bg1"/>
                </a:solidFill>
                <a:latin typeface="Barlow Light" pitchFamily="2" charset="77"/>
                <a:ea typeface="+mj-ea"/>
                <a:cs typeface="Arial"/>
              </a:defRPr>
            </a:lvl1pPr>
            <a:lvl2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2pPr>
            <a:lvl3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3pPr>
            <a:lvl4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4pPr>
            <a:lvl5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5pPr>
            <a:lvl6pPr marL="609463"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6pPr>
            <a:lvl7pPr marL="1218926"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7pPr>
            <a:lvl8pPr marL="1828388"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8pPr>
            <a:lvl9pPr marL="2437851"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9pPr>
          </a:lstStyle>
          <a:p>
            <a:pPr lvl="0" algn="ctr"/>
            <a:r>
              <a:rPr lang="en-US" sz="9600" b="0" i="0"/>
              <a:t>Thank you</a:t>
            </a:r>
          </a:p>
        </p:txBody>
      </p:sp>
      <p:sp>
        <p:nvSpPr>
          <p:cNvPr id="20" name="TextBox 19">
            <a:extLst>
              <a:ext uri="{FF2B5EF4-FFF2-40B4-BE49-F238E27FC236}">
                <a16:creationId xmlns:a16="http://schemas.microsoft.com/office/drawing/2014/main" id="{032FEF84-C675-A6FD-811C-4BA4859DB4DE}"/>
              </a:ext>
            </a:extLst>
          </p:cNvPr>
          <p:cNvSpPr txBox="1"/>
          <p:nvPr userDrawn="1"/>
        </p:nvSpPr>
        <p:spPr>
          <a:xfrm>
            <a:off x="1443488" y="5575341"/>
            <a:ext cx="3380356" cy="276999"/>
          </a:xfrm>
          <a:prstGeom prst="rect">
            <a:avLst/>
          </a:prstGeom>
        </p:spPr>
        <p:txBody>
          <a:bodyPr wrap="square" rtlCol="0" anchor="t">
            <a:spAutoFit/>
          </a:bodyPr>
          <a:lstStyle/>
          <a:p>
            <a:pPr algn="l" defTabSz="914400">
              <a:buClr>
                <a:schemeClr val="bg2"/>
              </a:buClr>
              <a:tabLst/>
            </a:pPr>
            <a:r>
              <a:rPr lang="en-US" sz="1200" b="0" i="0" kern="0">
                <a:solidFill>
                  <a:schemeClr val="bg1"/>
                </a:solidFill>
                <a:latin typeface="Barlow Light" pitchFamily="2" charset="77"/>
              </a:rPr>
              <a:t>EMAIL</a:t>
            </a:r>
          </a:p>
        </p:txBody>
      </p:sp>
      <p:sp>
        <p:nvSpPr>
          <p:cNvPr id="21" name="TextBox 20">
            <a:extLst>
              <a:ext uri="{FF2B5EF4-FFF2-40B4-BE49-F238E27FC236}">
                <a16:creationId xmlns:a16="http://schemas.microsoft.com/office/drawing/2014/main" id="{87C534E7-7C8E-CBC4-2654-37A5C918DC2E}"/>
              </a:ext>
            </a:extLst>
          </p:cNvPr>
          <p:cNvSpPr txBox="1"/>
          <p:nvPr userDrawn="1"/>
        </p:nvSpPr>
        <p:spPr>
          <a:xfrm>
            <a:off x="5050288" y="5575341"/>
            <a:ext cx="3380356" cy="276999"/>
          </a:xfrm>
          <a:prstGeom prst="rect">
            <a:avLst/>
          </a:prstGeom>
        </p:spPr>
        <p:txBody>
          <a:bodyPr wrap="square" rtlCol="0" anchor="t">
            <a:spAutoFit/>
          </a:bodyPr>
          <a:lstStyle/>
          <a:p>
            <a:pPr algn="l" defTabSz="914400">
              <a:buClr>
                <a:schemeClr val="bg2"/>
              </a:buClr>
              <a:tabLst/>
            </a:pPr>
            <a:r>
              <a:rPr lang="en-US" sz="1200" b="0" i="0" kern="0">
                <a:solidFill>
                  <a:schemeClr val="bg1"/>
                </a:solidFill>
                <a:latin typeface="Barlow Light" pitchFamily="2" charset="77"/>
              </a:rPr>
              <a:t>WEBSITE</a:t>
            </a:r>
          </a:p>
        </p:txBody>
      </p:sp>
      <p:sp>
        <p:nvSpPr>
          <p:cNvPr id="22" name="TextBox 21">
            <a:extLst>
              <a:ext uri="{FF2B5EF4-FFF2-40B4-BE49-F238E27FC236}">
                <a16:creationId xmlns:a16="http://schemas.microsoft.com/office/drawing/2014/main" id="{021438E8-826D-1933-6C4F-4D060504D56F}"/>
              </a:ext>
            </a:extLst>
          </p:cNvPr>
          <p:cNvSpPr txBox="1"/>
          <p:nvPr userDrawn="1"/>
        </p:nvSpPr>
        <p:spPr>
          <a:xfrm>
            <a:off x="8430644" y="5575341"/>
            <a:ext cx="3380356" cy="276999"/>
          </a:xfrm>
          <a:prstGeom prst="rect">
            <a:avLst/>
          </a:prstGeom>
        </p:spPr>
        <p:txBody>
          <a:bodyPr wrap="square" rtlCol="0" anchor="t">
            <a:spAutoFit/>
          </a:bodyPr>
          <a:lstStyle/>
          <a:p>
            <a:pPr algn="l" defTabSz="914400">
              <a:buClr>
                <a:schemeClr val="bg2"/>
              </a:buClr>
              <a:tabLst/>
            </a:pPr>
            <a:r>
              <a:rPr lang="en-US" sz="1200" b="0" i="0" kern="0">
                <a:solidFill>
                  <a:schemeClr val="bg1"/>
                </a:solidFill>
                <a:latin typeface="Barlow Light" pitchFamily="2" charset="77"/>
              </a:rPr>
              <a:t>SOCIAL MEDIA</a:t>
            </a:r>
          </a:p>
        </p:txBody>
      </p:sp>
      <p:sp>
        <p:nvSpPr>
          <p:cNvPr id="24" name="TextBox 23">
            <a:extLst>
              <a:ext uri="{FF2B5EF4-FFF2-40B4-BE49-F238E27FC236}">
                <a16:creationId xmlns:a16="http://schemas.microsoft.com/office/drawing/2014/main" id="{B39C05EF-4CDF-5BE4-2B3B-0FAAF598A2A5}"/>
              </a:ext>
            </a:extLst>
          </p:cNvPr>
          <p:cNvSpPr txBox="1"/>
          <p:nvPr userDrawn="1"/>
        </p:nvSpPr>
        <p:spPr>
          <a:xfrm>
            <a:off x="5050288" y="5867441"/>
            <a:ext cx="3380356" cy="307777"/>
          </a:xfrm>
          <a:prstGeom prst="rect">
            <a:avLst/>
          </a:prstGeom>
        </p:spPr>
        <p:txBody>
          <a:bodyPr wrap="square" rtlCol="0" anchor="t">
            <a:spAutoFit/>
          </a:bodyPr>
          <a:lstStyle/>
          <a:p>
            <a:pPr algn="l" defTabSz="914400">
              <a:buClr>
                <a:schemeClr val="bg2"/>
              </a:buClr>
              <a:tabLst/>
            </a:pPr>
            <a:r>
              <a:rPr lang="en-US" sz="1400" b="0" i="0" kern="0">
                <a:solidFill>
                  <a:schemeClr val="bg1"/>
                </a:solidFill>
                <a:latin typeface="Barlow Light" pitchFamily="2" charset="77"/>
                <a:hlinkClick r:id="rId10">
                  <a:extLst>
                    <a:ext uri="{A12FA001-AC4F-418D-AE19-62706E023703}">
                      <ahyp:hlinkClr xmlns:ahyp="http://schemas.microsoft.com/office/drawing/2018/hyperlinkcolor" val="tx"/>
                    </a:ext>
                  </a:extLst>
                </a:hlinkClick>
              </a:rPr>
              <a:t>www.rockwellautomation.com</a:t>
            </a:r>
            <a:endParaRPr lang="en-US" sz="1400" b="0" i="0" kern="0">
              <a:solidFill>
                <a:schemeClr val="bg1"/>
              </a:solidFill>
              <a:latin typeface="Barlow Light" pitchFamily="2" charset="77"/>
            </a:endParaRPr>
          </a:p>
        </p:txBody>
      </p:sp>
      <p:cxnSp>
        <p:nvCxnSpPr>
          <p:cNvPr id="27" name="Straight Connector 26">
            <a:extLst>
              <a:ext uri="{FF2B5EF4-FFF2-40B4-BE49-F238E27FC236}">
                <a16:creationId xmlns:a16="http://schemas.microsoft.com/office/drawing/2014/main" id="{01CDE4B7-4755-9190-6346-D8C55BAD2417}"/>
              </a:ext>
            </a:extLst>
          </p:cNvPr>
          <p:cNvCxnSpPr>
            <a:cxnSpLocks/>
          </p:cNvCxnSpPr>
          <p:nvPr userDrawn="1"/>
        </p:nvCxnSpPr>
        <p:spPr bwMode="auto">
          <a:xfrm>
            <a:off x="5890644" y="5713840"/>
            <a:ext cx="2260600" cy="0"/>
          </a:xfrm>
          <a:prstGeom prst="line">
            <a:avLst/>
          </a:prstGeom>
          <a:noFill/>
          <a:ln w="19050" cap="flat" cmpd="sng" algn="ctr">
            <a:solidFill>
              <a:schemeClr val="bg1"/>
            </a:solidFill>
            <a:prstDash val="solid"/>
            <a:round/>
            <a:headEnd type="none" w="med" len="med"/>
            <a:tailEnd type="none" w="med" len="med"/>
          </a:ln>
          <a:effectLst/>
        </p:spPr>
      </p:cxnSp>
      <p:cxnSp>
        <p:nvCxnSpPr>
          <p:cNvPr id="29" name="Straight Connector 28">
            <a:extLst>
              <a:ext uri="{FF2B5EF4-FFF2-40B4-BE49-F238E27FC236}">
                <a16:creationId xmlns:a16="http://schemas.microsoft.com/office/drawing/2014/main" id="{832FC6DC-2747-1F8F-3F97-0D1140B8DF52}"/>
              </a:ext>
            </a:extLst>
          </p:cNvPr>
          <p:cNvCxnSpPr>
            <a:cxnSpLocks/>
          </p:cNvCxnSpPr>
          <p:nvPr userDrawn="1"/>
        </p:nvCxnSpPr>
        <p:spPr bwMode="auto">
          <a:xfrm>
            <a:off x="9550400" y="5713840"/>
            <a:ext cx="876300" cy="0"/>
          </a:xfrm>
          <a:prstGeom prst="line">
            <a:avLst/>
          </a:prstGeom>
          <a:noFill/>
          <a:ln w="19050" cap="flat" cmpd="sng" algn="ctr">
            <a:solidFill>
              <a:schemeClr val="bg1"/>
            </a:solidFill>
            <a:prstDash val="solid"/>
            <a:round/>
            <a:headEnd type="none" w="med" len="med"/>
            <a:tailEnd type="none" w="med" len="med"/>
          </a:ln>
          <a:effectLst/>
        </p:spPr>
      </p:cxnSp>
    </p:spTree>
    <p:extLst>
      <p:ext uri="{BB962C8B-B14F-4D97-AF65-F5344CB8AC3E}">
        <p14:creationId xmlns:p14="http://schemas.microsoft.com/office/powerpoint/2010/main" val="3773531246"/>
      </p:ext>
    </p:extLst>
  </p:cSld>
  <p:clrMapOvr>
    <a:masterClrMapping/>
  </p:clrMapOvr>
  <p:transition spd="med"/>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hank you - website, social opt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CD81CF2-4A37-7B81-E465-5D6F29037FFC}"/>
              </a:ext>
            </a:extLst>
          </p:cNvPr>
          <p:cNvSpPr/>
          <p:nvPr userDrawn="1"/>
        </p:nvSpPr>
        <p:spPr>
          <a:xfrm flipH="1" flipV="1">
            <a:off x="0" y="-28484"/>
            <a:ext cx="12192000" cy="6886483"/>
          </a:xfrm>
          <a:prstGeom prst="rect">
            <a:avLst/>
          </a:prstGeom>
          <a:gradFill>
            <a:gsLst>
              <a:gs pos="15000">
                <a:schemeClr val="accent3"/>
              </a:gs>
              <a:gs pos="61000">
                <a:schemeClr val="accent1"/>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19" name="TextBox 18">
            <a:extLst>
              <a:ext uri="{FF2B5EF4-FFF2-40B4-BE49-F238E27FC236}">
                <a16:creationId xmlns:a16="http://schemas.microsoft.com/office/drawing/2014/main" id="{36C0589B-514C-02F7-4B20-C32D7B89AB22}"/>
              </a:ext>
            </a:extLst>
          </p:cNvPr>
          <p:cNvSpPr txBox="1"/>
          <p:nvPr userDrawn="1"/>
        </p:nvSpPr>
        <p:spPr>
          <a:xfrm>
            <a:off x="1663700" y="1923635"/>
            <a:ext cx="11468100" cy="1200329"/>
          </a:xfrm>
          <a:prstGeom prst="rect">
            <a:avLst/>
          </a:prstGeom>
        </p:spPr>
        <p:txBody>
          <a:bodyPr wrap="square" anchor="b">
            <a:spAutoFit/>
          </a:bodyPr>
          <a:lstStyle>
            <a:lvl1pPr indent="0" fontAlgn="base">
              <a:lnSpc>
                <a:spcPct val="90000"/>
              </a:lnSpc>
              <a:spcBef>
                <a:spcPct val="0"/>
              </a:spcBef>
              <a:spcAft>
                <a:spcPct val="0"/>
              </a:spcAft>
              <a:buFont typeface="Arial" panose="020B0604020202020204" pitchFamily="34" charset="0"/>
              <a:buNone/>
              <a:defRPr sz="8000" b="0" i="0">
                <a:solidFill>
                  <a:schemeClr val="bg1"/>
                </a:solidFill>
                <a:latin typeface="Barlow Light" pitchFamily="2" charset="77"/>
                <a:ea typeface="+mj-ea"/>
                <a:cs typeface="Arial"/>
              </a:defRPr>
            </a:lvl1pPr>
            <a:lvl2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2pPr>
            <a:lvl3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3pPr>
            <a:lvl4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4pPr>
            <a:lvl5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5pPr>
            <a:lvl6pPr marL="609463"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6pPr>
            <a:lvl7pPr marL="1218926"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7pPr>
            <a:lvl8pPr marL="1828388"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8pPr>
            <a:lvl9pPr marL="2437851"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9pPr>
          </a:lstStyle>
          <a:p>
            <a:pPr lvl="0" algn="l"/>
            <a:r>
              <a:rPr lang="en-US" sz="8000" b="0" i="0"/>
              <a:t>Thank you</a:t>
            </a:r>
          </a:p>
        </p:txBody>
      </p:sp>
      <p:grpSp>
        <p:nvGrpSpPr>
          <p:cNvPr id="31" name="Group 30">
            <a:extLst>
              <a:ext uri="{FF2B5EF4-FFF2-40B4-BE49-F238E27FC236}">
                <a16:creationId xmlns:a16="http://schemas.microsoft.com/office/drawing/2014/main" id="{433280F2-DBF6-9243-5F12-6FFA6E313F67}"/>
              </a:ext>
            </a:extLst>
          </p:cNvPr>
          <p:cNvGrpSpPr/>
          <p:nvPr userDrawn="1"/>
        </p:nvGrpSpPr>
        <p:grpSpPr>
          <a:xfrm>
            <a:off x="1981200" y="3698092"/>
            <a:ext cx="1627754" cy="202199"/>
            <a:chOff x="8697346" y="4398030"/>
            <a:chExt cx="1899060" cy="235901"/>
          </a:xfrm>
          <a:solidFill>
            <a:schemeClr val="bg1"/>
          </a:solidFill>
        </p:grpSpPr>
        <p:pic>
          <p:nvPicPr>
            <p:cNvPr id="14" name="Graphic 13">
              <a:hlinkClick r:id="rId2"/>
              <a:extLst>
                <a:ext uri="{FF2B5EF4-FFF2-40B4-BE49-F238E27FC236}">
                  <a16:creationId xmlns:a16="http://schemas.microsoft.com/office/drawing/2014/main" id="{18CB9590-6772-E2B7-F245-37597E51E79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697346" y="4399138"/>
              <a:ext cx="234794" cy="232578"/>
            </a:xfrm>
            <a:prstGeom prst="rect">
              <a:avLst/>
            </a:prstGeom>
          </p:spPr>
        </p:pic>
        <p:pic>
          <p:nvPicPr>
            <p:cNvPr id="15" name="Graphic 14">
              <a:hlinkClick r:id="rId4"/>
              <a:extLst>
                <a:ext uri="{FF2B5EF4-FFF2-40B4-BE49-F238E27FC236}">
                  <a16:creationId xmlns:a16="http://schemas.microsoft.com/office/drawing/2014/main" id="{4B4B53A1-5EF0-A62B-5710-3AE9D81E7EF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252101" y="4399138"/>
              <a:ext cx="234794" cy="234793"/>
            </a:xfrm>
            <a:prstGeom prst="rect">
              <a:avLst/>
            </a:prstGeom>
          </p:spPr>
        </p:pic>
        <p:pic>
          <p:nvPicPr>
            <p:cNvPr id="16" name="Graphic 15">
              <a:hlinkClick r:id="rId4"/>
              <a:extLst>
                <a:ext uri="{FF2B5EF4-FFF2-40B4-BE49-F238E27FC236}">
                  <a16:creationId xmlns:a16="http://schemas.microsoft.com/office/drawing/2014/main" id="{9611B9B1-8321-9E56-6F44-6564745FB57B}"/>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9806856" y="4398030"/>
              <a:ext cx="234794" cy="234793"/>
            </a:xfrm>
            <a:prstGeom prst="rect">
              <a:avLst/>
            </a:prstGeom>
          </p:spPr>
        </p:pic>
        <p:pic>
          <p:nvPicPr>
            <p:cNvPr id="17" name="Graphic 16">
              <a:hlinkClick r:id="rId7"/>
              <a:extLst>
                <a:ext uri="{FF2B5EF4-FFF2-40B4-BE49-F238E27FC236}">
                  <a16:creationId xmlns:a16="http://schemas.microsoft.com/office/drawing/2014/main" id="{CFE2FD11-092D-FA74-699F-06CE06D1E7E9}"/>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10361612" y="4398030"/>
              <a:ext cx="234794" cy="234793"/>
            </a:xfrm>
            <a:prstGeom prst="rect">
              <a:avLst/>
            </a:prstGeom>
          </p:spPr>
        </p:pic>
      </p:grpSp>
      <p:sp>
        <p:nvSpPr>
          <p:cNvPr id="24" name="TextBox 23">
            <a:extLst>
              <a:ext uri="{FF2B5EF4-FFF2-40B4-BE49-F238E27FC236}">
                <a16:creationId xmlns:a16="http://schemas.microsoft.com/office/drawing/2014/main" id="{B39C05EF-4CDF-5BE4-2B3B-0FAAF598A2A5}"/>
              </a:ext>
            </a:extLst>
          </p:cNvPr>
          <p:cNvSpPr txBox="1"/>
          <p:nvPr userDrawn="1"/>
        </p:nvSpPr>
        <p:spPr>
          <a:xfrm>
            <a:off x="1879600" y="3275111"/>
            <a:ext cx="3380356" cy="307777"/>
          </a:xfrm>
          <a:prstGeom prst="rect">
            <a:avLst/>
          </a:prstGeom>
        </p:spPr>
        <p:txBody>
          <a:bodyPr wrap="square" rtlCol="0" anchor="t">
            <a:spAutoFit/>
          </a:bodyPr>
          <a:lstStyle/>
          <a:p>
            <a:pPr algn="l" defTabSz="914400">
              <a:buClr>
                <a:schemeClr val="bg2"/>
              </a:buClr>
              <a:tabLst/>
            </a:pPr>
            <a:r>
              <a:rPr lang="en-US" sz="1400" b="0" i="0" kern="0">
                <a:solidFill>
                  <a:schemeClr val="bg1"/>
                </a:solidFill>
                <a:latin typeface="Barlow Light" pitchFamily="2" charset="77"/>
                <a:hlinkClick r:id="rId9">
                  <a:extLst>
                    <a:ext uri="{A12FA001-AC4F-418D-AE19-62706E023703}">
                      <ahyp:hlinkClr xmlns:ahyp="http://schemas.microsoft.com/office/drawing/2018/hyperlinkcolor" val="tx"/>
                    </a:ext>
                  </a:extLst>
                </a:hlinkClick>
              </a:rPr>
              <a:t>www.rockwellautomation.com</a:t>
            </a:r>
            <a:endParaRPr lang="en-US" sz="1400" b="0" i="0" kern="0">
              <a:solidFill>
                <a:schemeClr val="bg1"/>
              </a:solidFill>
              <a:latin typeface="Barlow Light" pitchFamily="2" charset="77"/>
            </a:endParaRPr>
          </a:p>
        </p:txBody>
      </p:sp>
      <p:grpSp>
        <p:nvGrpSpPr>
          <p:cNvPr id="5" name="Group 4">
            <a:extLst>
              <a:ext uri="{FF2B5EF4-FFF2-40B4-BE49-F238E27FC236}">
                <a16:creationId xmlns:a16="http://schemas.microsoft.com/office/drawing/2014/main" id="{BDE22D12-7754-E9C7-F34E-DE76C7F2322F}"/>
              </a:ext>
            </a:extLst>
          </p:cNvPr>
          <p:cNvGrpSpPr/>
          <p:nvPr userDrawn="1"/>
        </p:nvGrpSpPr>
        <p:grpSpPr>
          <a:xfrm>
            <a:off x="0" y="1079780"/>
            <a:ext cx="1333500" cy="2858172"/>
            <a:chOff x="0" y="2497772"/>
            <a:chExt cx="671926" cy="1440180"/>
          </a:xfrm>
        </p:grpSpPr>
        <p:sp>
          <p:nvSpPr>
            <p:cNvPr id="3" name="Freeform 2">
              <a:extLst>
                <a:ext uri="{FF2B5EF4-FFF2-40B4-BE49-F238E27FC236}">
                  <a16:creationId xmlns:a16="http://schemas.microsoft.com/office/drawing/2014/main" id="{A9C51BF9-7AAE-721D-8857-A71D6E3ADE82}"/>
                </a:ext>
              </a:extLst>
            </p:cNvPr>
            <p:cNvSpPr/>
            <p:nvPr userDrawn="1"/>
          </p:nvSpPr>
          <p:spPr>
            <a:xfrm>
              <a:off x="0" y="2497772"/>
              <a:ext cx="671926" cy="1440180"/>
            </a:xfrm>
            <a:custGeom>
              <a:avLst/>
              <a:gdLst>
                <a:gd name="connsiteX0" fmla="*/ 3203561 w 3203562"/>
                <a:gd name="connsiteY0" fmla="*/ 4325816 h 6855443"/>
                <a:gd name="connsiteX1" fmla="*/ 0 w 3203562"/>
                <a:gd name="connsiteY1" fmla="*/ 4325816 h 6855443"/>
                <a:gd name="connsiteX2" fmla="*/ 0 w 3203562"/>
                <a:gd name="connsiteY2" fmla="*/ 6855443 h 6855443"/>
                <a:gd name="connsiteX3" fmla="*/ 3203562 w 3203562"/>
                <a:gd name="connsiteY3" fmla="*/ 4325815 h 6855443"/>
                <a:gd name="connsiteX4" fmla="*/ 3203561 w 3203562"/>
                <a:gd name="connsiteY4" fmla="*/ 4325816 h 6855443"/>
                <a:gd name="connsiteX5" fmla="*/ 3203562 w 3203562"/>
                <a:gd name="connsiteY5" fmla="*/ 4325816 h 6855443"/>
                <a:gd name="connsiteX6" fmla="*/ 0 w 3203562"/>
                <a:gd name="connsiteY6" fmla="*/ 0 h 6855443"/>
                <a:gd name="connsiteX7" fmla="*/ 0 w 3203562"/>
                <a:gd name="connsiteY7" fmla="*/ 2529628 h 6855443"/>
                <a:gd name="connsiteX8" fmla="*/ 0 w 3203562"/>
                <a:gd name="connsiteY8" fmla="*/ 4325815 h 6855443"/>
                <a:gd name="connsiteX9" fmla="*/ 3203562 w 3203562"/>
                <a:gd name="connsiteY9" fmla="*/ 4325815 h 6855443"/>
                <a:gd name="connsiteX10" fmla="*/ 3203562 w 3203562"/>
                <a:gd name="connsiteY10"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03562" h="6855443">
                  <a:moveTo>
                    <a:pt x="3203561" y="4325816"/>
                  </a:moveTo>
                  <a:lnTo>
                    <a:pt x="0" y="4325816"/>
                  </a:lnTo>
                  <a:lnTo>
                    <a:pt x="0" y="6855443"/>
                  </a:lnTo>
                  <a:close/>
                  <a:moveTo>
                    <a:pt x="3203562" y="4325815"/>
                  </a:moveTo>
                  <a:lnTo>
                    <a:pt x="3203561" y="4325816"/>
                  </a:lnTo>
                  <a:lnTo>
                    <a:pt x="3203562" y="4325816"/>
                  </a:lnTo>
                  <a:close/>
                  <a:moveTo>
                    <a:pt x="0" y="0"/>
                  </a:moveTo>
                  <a:lnTo>
                    <a:pt x="0" y="2529628"/>
                  </a:lnTo>
                  <a:lnTo>
                    <a:pt x="0" y="4325815"/>
                  </a:lnTo>
                  <a:lnTo>
                    <a:pt x="3203562" y="4325815"/>
                  </a:lnTo>
                  <a:lnTo>
                    <a:pt x="3203562"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4" name="Picture 3">
              <a:extLst>
                <a:ext uri="{FF2B5EF4-FFF2-40B4-BE49-F238E27FC236}">
                  <a16:creationId xmlns:a16="http://schemas.microsoft.com/office/drawing/2014/main" id="{02F86A40-3EBD-329D-8189-29B666D870B0}"/>
                </a:ext>
              </a:extLst>
            </p:cNvPr>
            <p:cNvPicPr>
              <a:picLocks noChangeAspect="1"/>
            </p:cNvPicPr>
            <p:nvPr userDrawn="1"/>
          </p:nvPicPr>
          <p:blipFill>
            <a:blip r:embed="rId10" cstate="screen">
              <a:extLst>
                <a:ext uri="{28A0092B-C50C-407E-A947-70E740481C1C}">
                  <a14:useLocalDpi xmlns:a14="http://schemas.microsoft.com/office/drawing/2010/main"/>
                </a:ext>
              </a:extLst>
            </a:blip>
            <a:srcRect/>
            <a:stretch/>
          </p:blipFill>
          <p:spPr>
            <a:xfrm>
              <a:off x="82296" y="2959454"/>
              <a:ext cx="477785" cy="523264"/>
            </a:xfrm>
            <a:prstGeom prst="rect">
              <a:avLst/>
            </a:prstGeom>
          </p:spPr>
        </p:pic>
      </p:grpSp>
    </p:spTree>
    <p:extLst>
      <p:ext uri="{BB962C8B-B14F-4D97-AF65-F5344CB8AC3E}">
        <p14:creationId xmlns:p14="http://schemas.microsoft.com/office/powerpoint/2010/main" val="3955928229"/>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29.xml"/><Relationship Id="rId21" Type="http://schemas.openxmlformats.org/officeDocument/2006/relationships/slideLayout" Target="../slideLayouts/slideLayout24.xml"/><Relationship Id="rId42" Type="http://schemas.openxmlformats.org/officeDocument/2006/relationships/slideLayout" Target="../slideLayouts/slideLayout45.xml"/><Relationship Id="rId47" Type="http://schemas.openxmlformats.org/officeDocument/2006/relationships/slideLayout" Target="../slideLayouts/slideLayout50.xml"/><Relationship Id="rId63" Type="http://schemas.openxmlformats.org/officeDocument/2006/relationships/slideLayout" Target="../slideLayouts/slideLayout66.xml"/><Relationship Id="rId68" Type="http://schemas.openxmlformats.org/officeDocument/2006/relationships/slideLayout" Target="../slideLayouts/slideLayout71.xml"/><Relationship Id="rId2" Type="http://schemas.openxmlformats.org/officeDocument/2006/relationships/slideLayout" Target="../slideLayouts/slideLayout5.xml"/><Relationship Id="rId16" Type="http://schemas.openxmlformats.org/officeDocument/2006/relationships/slideLayout" Target="../slideLayouts/slideLayout19.xml"/><Relationship Id="rId29" Type="http://schemas.openxmlformats.org/officeDocument/2006/relationships/slideLayout" Target="../slideLayouts/slideLayout32.xml"/><Relationship Id="rId11" Type="http://schemas.openxmlformats.org/officeDocument/2006/relationships/slideLayout" Target="../slideLayouts/slideLayout14.xml"/><Relationship Id="rId24" Type="http://schemas.openxmlformats.org/officeDocument/2006/relationships/slideLayout" Target="../slideLayouts/slideLayout27.xml"/><Relationship Id="rId32" Type="http://schemas.openxmlformats.org/officeDocument/2006/relationships/slideLayout" Target="../slideLayouts/slideLayout35.xml"/><Relationship Id="rId37" Type="http://schemas.openxmlformats.org/officeDocument/2006/relationships/slideLayout" Target="../slideLayouts/slideLayout40.xml"/><Relationship Id="rId40" Type="http://schemas.openxmlformats.org/officeDocument/2006/relationships/slideLayout" Target="../slideLayouts/slideLayout43.xml"/><Relationship Id="rId45" Type="http://schemas.openxmlformats.org/officeDocument/2006/relationships/slideLayout" Target="../slideLayouts/slideLayout48.xml"/><Relationship Id="rId53" Type="http://schemas.openxmlformats.org/officeDocument/2006/relationships/slideLayout" Target="../slideLayouts/slideLayout56.xml"/><Relationship Id="rId58" Type="http://schemas.openxmlformats.org/officeDocument/2006/relationships/slideLayout" Target="../slideLayouts/slideLayout61.xml"/><Relationship Id="rId66" Type="http://schemas.openxmlformats.org/officeDocument/2006/relationships/slideLayout" Target="../slideLayouts/slideLayout69.xml"/><Relationship Id="rId74" Type="http://schemas.openxmlformats.org/officeDocument/2006/relationships/theme" Target="../theme/theme2.xml"/><Relationship Id="rId5" Type="http://schemas.openxmlformats.org/officeDocument/2006/relationships/slideLayout" Target="../slideLayouts/slideLayout8.xml"/><Relationship Id="rId61" Type="http://schemas.openxmlformats.org/officeDocument/2006/relationships/slideLayout" Target="../slideLayouts/slideLayout64.xml"/><Relationship Id="rId19" Type="http://schemas.openxmlformats.org/officeDocument/2006/relationships/slideLayout" Target="../slideLayouts/slideLayout22.xml"/><Relationship Id="rId14" Type="http://schemas.openxmlformats.org/officeDocument/2006/relationships/slideLayout" Target="../slideLayouts/slideLayout17.xml"/><Relationship Id="rId22" Type="http://schemas.openxmlformats.org/officeDocument/2006/relationships/slideLayout" Target="../slideLayouts/slideLayout25.xml"/><Relationship Id="rId27" Type="http://schemas.openxmlformats.org/officeDocument/2006/relationships/slideLayout" Target="../slideLayouts/slideLayout30.xml"/><Relationship Id="rId30" Type="http://schemas.openxmlformats.org/officeDocument/2006/relationships/slideLayout" Target="../slideLayouts/slideLayout33.xml"/><Relationship Id="rId35" Type="http://schemas.openxmlformats.org/officeDocument/2006/relationships/slideLayout" Target="../slideLayouts/slideLayout38.xml"/><Relationship Id="rId43" Type="http://schemas.openxmlformats.org/officeDocument/2006/relationships/slideLayout" Target="../slideLayouts/slideLayout46.xml"/><Relationship Id="rId48" Type="http://schemas.openxmlformats.org/officeDocument/2006/relationships/slideLayout" Target="../slideLayouts/slideLayout51.xml"/><Relationship Id="rId56" Type="http://schemas.openxmlformats.org/officeDocument/2006/relationships/slideLayout" Target="../slideLayouts/slideLayout59.xml"/><Relationship Id="rId64" Type="http://schemas.openxmlformats.org/officeDocument/2006/relationships/slideLayout" Target="../slideLayouts/slideLayout67.xml"/><Relationship Id="rId69" Type="http://schemas.openxmlformats.org/officeDocument/2006/relationships/slideLayout" Target="../slideLayouts/slideLayout72.xml"/><Relationship Id="rId8" Type="http://schemas.openxmlformats.org/officeDocument/2006/relationships/slideLayout" Target="../slideLayouts/slideLayout11.xml"/><Relationship Id="rId51" Type="http://schemas.openxmlformats.org/officeDocument/2006/relationships/slideLayout" Target="../slideLayouts/slideLayout54.xml"/><Relationship Id="rId72" Type="http://schemas.openxmlformats.org/officeDocument/2006/relationships/slideLayout" Target="../slideLayouts/slideLayout75.xml"/><Relationship Id="rId3" Type="http://schemas.openxmlformats.org/officeDocument/2006/relationships/slideLayout" Target="../slideLayouts/slideLayout6.xml"/><Relationship Id="rId12" Type="http://schemas.openxmlformats.org/officeDocument/2006/relationships/slideLayout" Target="../slideLayouts/slideLayout15.xml"/><Relationship Id="rId17" Type="http://schemas.openxmlformats.org/officeDocument/2006/relationships/slideLayout" Target="../slideLayouts/slideLayout20.xml"/><Relationship Id="rId25" Type="http://schemas.openxmlformats.org/officeDocument/2006/relationships/slideLayout" Target="../slideLayouts/slideLayout28.xml"/><Relationship Id="rId33" Type="http://schemas.openxmlformats.org/officeDocument/2006/relationships/slideLayout" Target="../slideLayouts/slideLayout36.xml"/><Relationship Id="rId38" Type="http://schemas.openxmlformats.org/officeDocument/2006/relationships/slideLayout" Target="../slideLayouts/slideLayout41.xml"/><Relationship Id="rId46" Type="http://schemas.openxmlformats.org/officeDocument/2006/relationships/slideLayout" Target="../slideLayouts/slideLayout49.xml"/><Relationship Id="rId59" Type="http://schemas.openxmlformats.org/officeDocument/2006/relationships/slideLayout" Target="../slideLayouts/slideLayout62.xml"/><Relationship Id="rId67" Type="http://schemas.openxmlformats.org/officeDocument/2006/relationships/slideLayout" Target="../slideLayouts/slideLayout70.xml"/><Relationship Id="rId20" Type="http://schemas.openxmlformats.org/officeDocument/2006/relationships/slideLayout" Target="../slideLayouts/slideLayout23.xml"/><Relationship Id="rId41" Type="http://schemas.openxmlformats.org/officeDocument/2006/relationships/slideLayout" Target="../slideLayouts/slideLayout44.xml"/><Relationship Id="rId54" Type="http://schemas.openxmlformats.org/officeDocument/2006/relationships/slideLayout" Target="../slideLayouts/slideLayout57.xml"/><Relationship Id="rId62" Type="http://schemas.openxmlformats.org/officeDocument/2006/relationships/slideLayout" Target="../slideLayouts/slideLayout65.xml"/><Relationship Id="rId70" Type="http://schemas.openxmlformats.org/officeDocument/2006/relationships/slideLayout" Target="../slideLayouts/slideLayout73.xml"/><Relationship Id="rId1" Type="http://schemas.openxmlformats.org/officeDocument/2006/relationships/slideLayout" Target="../slideLayouts/slideLayout4.xml"/><Relationship Id="rId6" Type="http://schemas.openxmlformats.org/officeDocument/2006/relationships/slideLayout" Target="../slideLayouts/slideLayout9.xml"/><Relationship Id="rId15" Type="http://schemas.openxmlformats.org/officeDocument/2006/relationships/slideLayout" Target="../slideLayouts/slideLayout18.xml"/><Relationship Id="rId23" Type="http://schemas.openxmlformats.org/officeDocument/2006/relationships/slideLayout" Target="../slideLayouts/slideLayout26.xml"/><Relationship Id="rId28" Type="http://schemas.openxmlformats.org/officeDocument/2006/relationships/slideLayout" Target="../slideLayouts/slideLayout31.xml"/><Relationship Id="rId36" Type="http://schemas.openxmlformats.org/officeDocument/2006/relationships/slideLayout" Target="../slideLayouts/slideLayout39.xml"/><Relationship Id="rId49" Type="http://schemas.openxmlformats.org/officeDocument/2006/relationships/slideLayout" Target="../slideLayouts/slideLayout52.xml"/><Relationship Id="rId57" Type="http://schemas.openxmlformats.org/officeDocument/2006/relationships/slideLayout" Target="../slideLayouts/slideLayout60.xml"/><Relationship Id="rId10" Type="http://schemas.openxmlformats.org/officeDocument/2006/relationships/slideLayout" Target="../slideLayouts/slideLayout13.xml"/><Relationship Id="rId31" Type="http://schemas.openxmlformats.org/officeDocument/2006/relationships/slideLayout" Target="../slideLayouts/slideLayout34.xml"/><Relationship Id="rId44" Type="http://schemas.openxmlformats.org/officeDocument/2006/relationships/slideLayout" Target="../slideLayouts/slideLayout47.xml"/><Relationship Id="rId52" Type="http://schemas.openxmlformats.org/officeDocument/2006/relationships/slideLayout" Target="../slideLayouts/slideLayout55.xml"/><Relationship Id="rId60" Type="http://schemas.openxmlformats.org/officeDocument/2006/relationships/slideLayout" Target="../slideLayouts/slideLayout63.xml"/><Relationship Id="rId65" Type="http://schemas.openxmlformats.org/officeDocument/2006/relationships/slideLayout" Target="../slideLayouts/slideLayout68.xml"/><Relationship Id="rId73" Type="http://schemas.openxmlformats.org/officeDocument/2006/relationships/slideLayout" Target="../slideLayouts/slideLayout76.xml"/><Relationship Id="rId4" Type="http://schemas.openxmlformats.org/officeDocument/2006/relationships/slideLayout" Target="../slideLayouts/slideLayout7.xml"/><Relationship Id="rId9" Type="http://schemas.openxmlformats.org/officeDocument/2006/relationships/slideLayout" Target="../slideLayouts/slideLayout12.xml"/><Relationship Id="rId13" Type="http://schemas.openxmlformats.org/officeDocument/2006/relationships/slideLayout" Target="../slideLayouts/slideLayout16.xml"/><Relationship Id="rId18" Type="http://schemas.openxmlformats.org/officeDocument/2006/relationships/slideLayout" Target="../slideLayouts/slideLayout21.xml"/><Relationship Id="rId39" Type="http://schemas.openxmlformats.org/officeDocument/2006/relationships/slideLayout" Target="../slideLayouts/slideLayout42.xml"/><Relationship Id="rId34" Type="http://schemas.openxmlformats.org/officeDocument/2006/relationships/slideLayout" Target="../slideLayouts/slideLayout37.xml"/><Relationship Id="rId50" Type="http://schemas.openxmlformats.org/officeDocument/2006/relationships/slideLayout" Target="../slideLayouts/slideLayout53.xml"/><Relationship Id="rId55" Type="http://schemas.openxmlformats.org/officeDocument/2006/relationships/slideLayout" Target="../slideLayouts/slideLayout58.xml"/><Relationship Id="rId7" Type="http://schemas.openxmlformats.org/officeDocument/2006/relationships/slideLayout" Target="../slideLayouts/slideLayout10.xml"/><Relationship Id="rId71" Type="http://schemas.openxmlformats.org/officeDocument/2006/relationships/slideLayout" Target="../slideLayouts/slideLayout7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3A61C412-D617-1049-9B82-6734773A61A7}"/>
              </a:ext>
            </a:extLst>
          </p:cNvPr>
          <p:cNvSpPr/>
          <p:nvPr userDrawn="1"/>
        </p:nvSpPr>
        <p:spPr>
          <a:xfrm>
            <a:off x="1953952" y="6858000"/>
            <a:ext cx="6344" cy="6350"/>
          </a:xfrm>
          <a:custGeom>
            <a:avLst/>
            <a:gdLst>
              <a:gd name="connsiteX0" fmla="*/ 0 w 6344"/>
              <a:gd name="connsiteY0" fmla="*/ 0 h 6350"/>
              <a:gd name="connsiteX1" fmla="*/ 0 w 6344"/>
              <a:gd name="connsiteY1" fmla="*/ 0 h 6350"/>
              <a:gd name="connsiteX2" fmla="*/ 0 w 6344"/>
              <a:gd name="connsiteY2" fmla="*/ 0 h 6350"/>
              <a:gd name="connsiteX3" fmla="*/ 0 w 6344"/>
              <a:gd name="connsiteY3" fmla="*/ 0 h 6350"/>
            </a:gdLst>
            <a:ahLst/>
            <a:cxnLst>
              <a:cxn ang="0">
                <a:pos x="connsiteX0" y="connsiteY0"/>
              </a:cxn>
              <a:cxn ang="0">
                <a:pos x="connsiteX1" y="connsiteY1"/>
              </a:cxn>
              <a:cxn ang="0">
                <a:pos x="connsiteX2" y="connsiteY2"/>
              </a:cxn>
              <a:cxn ang="0">
                <a:pos x="connsiteX3" y="connsiteY3"/>
              </a:cxn>
            </a:cxnLst>
            <a:rect l="l" t="t" r="r" b="b"/>
            <a:pathLst>
              <a:path w="6344" h="6350">
                <a:moveTo>
                  <a:pt x="0" y="0"/>
                </a:moveTo>
                <a:lnTo>
                  <a:pt x="0" y="0"/>
                </a:lnTo>
                <a:lnTo>
                  <a:pt x="0" y="0"/>
                </a:lnTo>
                <a:lnTo>
                  <a:pt x="0" y="0"/>
                </a:lnTo>
                <a:close/>
              </a:path>
            </a:pathLst>
          </a:custGeom>
          <a:solidFill>
            <a:schemeClr val="bg1">
              <a:lumMod val="85000"/>
            </a:schemeClr>
          </a:solidFill>
          <a:ln w="6341" cap="flat">
            <a:noFill/>
            <a:prstDash val="solid"/>
            <a:miter/>
          </a:ln>
        </p:spPr>
        <p:txBody>
          <a:bodyPr rtlCol="0" anchor="ctr"/>
          <a:lstStyle/>
          <a:p>
            <a:endParaRPr lang="en-US" b="0" i="0">
              <a:latin typeface="Barlow Light" pitchFamily="2" charset="77"/>
            </a:endParaRPr>
          </a:p>
        </p:txBody>
      </p:sp>
      <p:sp>
        <p:nvSpPr>
          <p:cNvPr id="4" name="Freeform 3">
            <a:extLst>
              <a:ext uri="{FF2B5EF4-FFF2-40B4-BE49-F238E27FC236}">
                <a16:creationId xmlns:a16="http://schemas.microsoft.com/office/drawing/2014/main" id="{C52883D6-A1A2-3E42-8F5A-05B246960ECA}"/>
              </a:ext>
            </a:extLst>
          </p:cNvPr>
          <p:cNvSpPr/>
          <p:nvPr userDrawn="1"/>
        </p:nvSpPr>
        <p:spPr>
          <a:xfrm>
            <a:off x="1953952" y="6858000"/>
            <a:ext cx="6344" cy="6350"/>
          </a:xfrm>
          <a:custGeom>
            <a:avLst/>
            <a:gdLst>
              <a:gd name="connsiteX0" fmla="*/ 0 w 6344"/>
              <a:gd name="connsiteY0" fmla="*/ 0 h 6350"/>
              <a:gd name="connsiteX1" fmla="*/ 0 w 6344"/>
              <a:gd name="connsiteY1" fmla="*/ 0 h 6350"/>
              <a:gd name="connsiteX2" fmla="*/ 0 w 6344"/>
              <a:gd name="connsiteY2" fmla="*/ 0 h 6350"/>
              <a:gd name="connsiteX3" fmla="*/ 0 w 6344"/>
              <a:gd name="connsiteY3" fmla="*/ 0 h 6350"/>
            </a:gdLst>
            <a:ahLst/>
            <a:cxnLst>
              <a:cxn ang="0">
                <a:pos x="connsiteX0" y="connsiteY0"/>
              </a:cxn>
              <a:cxn ang="0">
                <a:pos x="connsiteX1" y="connsiteY1"/>
              </a:cxn>
              <a:cxn ang="0">
                <a:pos x="connsiteX2" y="connsiteY2"/>
              </a:cxn>
              <a:cxn ang="0">
                <a:pos x="connsiteX3" y="connsiteY3"/>
              </a:cxn>
            </a:cxnLst>
            <a:rect l="l" t="t" r="r" b="b"/>
            <a:pathLst>
              <a:path w="6344" h="6350">
                <a:moveTo>
                  <a:pt x="0" y="0"/>
                </a:moveTo>
                <a:lnTo>
                  <a:pt x="0" y="0"/>
                </a:lnTo>
                <a:lnTo>
                  <a:pt x="0" y="0"/>
                </a:lnTo>
                <a:lnTo>
                  <a:pt x="0" y="0"/>
                </a:lnTo>
                <a:close/>
              </a:path>
            </a:pathLst>
          </a:custGeom>
          <a:solidFill>
            <a:schemeClr val="bg1">
              <a:lumMod val="85000"/>
            </a:schemeClr>
          </a:solidFill>
          <a:ln w="6341" cap="flat">
            <a:noFill/>
            <a:prstDash val="solid"/>
            <a:miter/>
          </a:ln>
        </p:spPr>
        <p:txBody>
          <a:bodyPr rtlCol="0" anchor="ctr"/>
          <a:lstStyle/>
          <a:p>
            <a:endParaRPr lang="en-US" b="0" i="0">
              <a:latin typeface="Barlow Light" pitchFamily="2" charset="77"/>
            </a:endParaRPr>
          </a:p>
        </p:txBody>
      </p:sp>
    </p:spTree>
    <p:extLst>
      <p:ext uri="{BB962C8B-B14F-4D97-AF65-F5344CB8AC3E}">
        <p14:creationId xmlns:p14="http://schemas.microsoft.com/office/powerpoint/2010/main" val="3802910848"/>
      </p:ext>
    </p:extLst>
  </p:cSld>
  <p:clrMap bg1="lt1" tx1="dk1" bg2="lt2" tx2="dk2" accent1="accent1" accent2="accent2" accent3="accent3" accent4="accent4" accent5="accent5" accent6="accent6" hlink="hlink" folHlink="folHlink"/>
  <p:sldLayoutIdLst>
    <p:sldLayoutId id="2147484236" r:id="rId1"/>
    <p:sldLayoutId id="2147484337" r:id="rId2"/>
    <p:sldLayoutId id="2147484356" r:id="rId3"/>
  </p:sldLayoutIdLst>
  <p:transition spd="med"/>
  <p:txStyles>
    <p:titleStyle>
      <a:lvl1pPr marL="0" indent="0" algn="l" rtl="0" eaLnBrk="1" fontAlgn="base" hangingPunct="1">
        <a:lnSpc>
          <a:spcPts val="3999"/>
        </a:lnSpc>
        <a:spcBef>
          <a:spcPct val="0"/>
        </a:spcBef>
        <a:spcAft>
          <a:spcPct val="0"/>
        </a:spcAft>
        <a:buFont typeface="Arial" panose="020B0604020202020204" pitchFamily="34" charset="0"/>
        <a:buNone/>
        <a:defRPr sz="2999" b="1">
          <a:solidFill>
            <a:schemeClr val="tx1"/>
          </a:solidFill>
          <a:latin typeface="Barlow" pitchFamily="2" charset="77"/>
          <a:ea typeface="+mj-ea"/>
          <a:cs typeface="Arial"/>
        </a:defRPr>
      </a:lvl1pPr>
      <a:lvl2pPr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2pPr>
      <a:lvl3pPr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3pPr>
      <a:lvl4pPr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4pPr>
      <a:lvl5pPr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5pPr>
      <a:lvl6pPr marL="609463"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6pPr>
      <a:lvl7pPr marL="1218926"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7pPr>
      <a:lvl8pPr marL="1828388"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8pPr>
      <a:lvl9pPr marL="2437851"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9pPr>
    </p:titleStyle>
    <p:bodyStyle>
      <a:lvl1pPr marL="383031" indent="-383031" algn="l" rtl="0" eaLnBrk="1" fontAlgn="base" hangingPunct="1">
        <a:lnSpc>
          <a:spcPct val="100000"/>
        </a:lnSpc>
        <a:spcBef>
          <a:spcPts val="0"/>
        </a:spcBef>
        <a:spcAft>
          <a:spcPts val="800"/>
        </a:spcAft>
        <a:buClr>
          <a:srgbClr val="BB2332"/>
        </a:buClr>
        <a:buFont typeface="Wingdings" charset="2"/>
        <a:buChar char="§"/>
        <a:defRPr sz="2000">
          <a:solidFill>
            <a:schemeClr val="bg2"/>
          </a:solidFill>
          <a:latin typeface="+mj-lt"/>
          <a:ea typeface="+mn-ea"/>
          <a:cs typeface="+mn-cs"/>
        </a:defRPr>
      </a:lvl1pPr>
      <a:lvl2pPr marL="1072909" indent="-304731" algn="l" rtl="0" eaLnBrk="1" fontAlgn="base" hangingPunct="1">
        <a:lnSpc>
          <a:spcPct val="100000"/>
        </a:lnSpc>
        <a:spcBef>
          <a:spcPts val="0"/>
        </a:spcBef>
        <a:spcAft>
          <a:spcPts val="800"/>
        </a:spcAft>
        <a:buClr>
          <a:schemeClr val="bg1">
            <a:lumMod val="50000"/>
          </a:schemeClr>
        </a:buClr>
        <a:buSzPct val="80000"/>
        <a:buFont typeface="Wingdings" charset="2"/>
        <a:buChar char="§"/>
        <a:defRPr sz="1600">
          <a:solidFill>
            <a:schemeClr val="bg2"/>
          </a:solidFill>
          <a:latin typeface="+mj-lt"/>
          <a:ea typeface="+mn-ea"/>
        </a:defRPr>
      </a:lvl2pPr>
      <a:lvl3pPr marL="1682372" indent="-304731" algn="l" rtl="0" eaLnBrk="1" fontAlgn="base" hangingPunct="1">
        <a:lnSpc>
          <a:spcPct val="100000"/>
        </a:lnSpc>
        <a:spcBef>
          <a:spcPts val="0"/>
        </a:spcBef>
        <a:spcAft>
          <a:spcPts val="800"/>
        </a:spcAft>
        <a:buClr>
          <a:schemeClr val="bg1">
            <a:lumMod val="50000"/>
          </a:schemeClr>
        </a:buClr>
        <a:buSzPct val="80000"/>
        <a:buFont typeface="Wingdings" charset="2"/>
        <a:buChar char="§"/>
        <a:defRPr sz="1400">
          <a:solidFill>
            <a:schemeClr val="bg2"/>
          </a:solidFill>
          <a:latin typeface="+mj-lt"/>
          <a:ea typeface="+mn-ea"/>
        </a:defRPr>
      </a:lvl3pPr>
      <a:lvl4pPr marL="2133120" indent="-304731" algn="l" rtl="0" eaLnBrk="1" fontAlgn="base" hangingPunct="1">
        <a:lnSpc>
          <a:spcPct val="100000"/>
        </a:lnSpc>
        <a:spcBef>
          <a:spcPts val="0"/>
        </a:spcBef>
        <a:spcAft>
          <a:spcPts val="800"/>
        </a:spcAft>
        <a:buClr>
          <a:schemeClr val="bg1">
            <a:lumMod val="50000"/>
          </a:schemeClr>
        </a:buClr>
        <a:buFont typeface="Wingdings" charset="2"/>
        <a:buChar char="§"/>
        <a:defRPr sz="1200" cap="none">
          <a:solidFill>
            <a:schemeClr val="bg2"/>
          </a:solidFill>
          <a:latin typeface="+mj-lt"/>
          <a:ea typeface="+mn-ea"/>
        </a:defRPr>
      </a:lvl4pPr>
      <a:lvl5pPr marL="2742582" indent="-304731" algn="l" rtl="0" eaLnBrk="1" fontAlgn="base" hangingPunct="1">
        <a:lnSpc>
          <a:spcPct val="100000"/>
        </a:lnSpc>
        <a:spcBef>
          <a:spcPts val="0"/>
        </a:spcBef>
        <a:spcAft>
          <a:spcPts val="800"/>
        </a:spcAft>
        <a:buClr>
          <a:schemeClr val="bg1">
            <a:lumMod val="50000"/>
          </a:schemeClr>
        </a:buClr>
        <a:buFont typeface="Wingdings" charset="2"/>
        <a:buChar char="§"/>
        <a:defRPr sz="1200" cap="none">
          <a:solidFill>
            <a:schemeClr val="bg2"/>
          </a:solidFill>
          <a:latin typeface="+mj-lt"/>
          <a:ea typeface="+mn-ea"/>
        </a:defRPr>
      </a:lvl5pPr>
      <a:lvl6pPr marL="3352045"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6pPr>
      <a:lvl7pPr marL="3961509"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7pPr>
      <a:lvl8pPr marL="4570972"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8pPr>
      <a:lvl9pPr marL="5180434"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9pPr>
    </p:bodyStyle>
    <p:otherStyle>
      <a:defPPr>
        <a:defRPr lang="en-US"/>
      </a:defPPr>
      <a:lvl1pPr marL="0" algn="l" defTabSz="609463" rtl="0" eaLnBrk="1" latinLnBrk="0" hangingPunct="1">
        <a:defRPr sz="2400" kern="1200">
          <a:solidFill>
            <a:schemeClr val="tx1"/>
          </a:solidFill>
          <a:latin typeface="+mn-lt"/>
          <a:ea typeface="+mn-ea"/>
          <a:cs typeface="+mn-cs"/>
        </a:defRPr>
      </a:lvl1pPr>
      <a:lvl2pPr marL="609463" algn="l" defTabSz="609463" rtl="0" eaLnBrk="1" latinLnBrk="0" hangingPunct="1">
        <a:defRPr sz="2400" kern="1200">
          <a:solidFill>
            <a:schemeClr val="tx1"/>
          </a:solidFill>
          <a:latin typeface="+mn-lt"/>
          <a:ea typeface="+mn-ea"/>
          <a:cs typeface="+mn-cs"/>
        </a:defRPr>
      </a:lvl2pPr>
      <a:lvl3pPr marL="1218926" algn="l" defTabSz="609463" rtl="0" eaLnBrk="1" latinLnBrk="0" hangingPunct="1">
        <a:defRPr sz="2400" kern="1200">
          <a:solidFill>
            <a:schemeClr val="tx1"/>
          </a:solidFill>
          <a:latin typeface="+mn-lt"/>
          <a:ea typeface="+mn-ea"/>
          <a:cs typeface="+mn-cs"/>
        </a:defRPr>
      </a:lvl3pPr>
      <a:lvl4pPr marL="1828388" algn="l" defTabSz="609463" rtl="0" eaLnBrk="1" latinLnBrk="0" hangingPunct="1">
        <a:defRPr sz="2400" kern="1200">
          <a:solidFill>
            <a:schemeClr val="tx1"/>
          </a:solidFill>
          <a:latin typeface="+mn-lt"/>
          <a:ea typeface="+mn-ea"/>
          <a:cs typeface="+mn-cs"/>
        </a:defRPr>
      </a:lvl4pPr>
      <a:lvl5pPr marL="2437851" algn="l" defTabSz="609463" rtl="0" eaLnBrk="1" latinLnBrk="0" hangingPunct="1">
        <a:defRPr sz="2400" kern="1200">
          <a:solidFill>
            <a:schemeClr val="tx1"/>
          </a:solidFill>
          <a:latin typeface="+mn-lt"/>
          <a:ea typeface="+mn-ea"/>
          <a:cs typeface="+mn-cs"/>
        </a:defRPr>
      </a:lvl5pPr>
      <a:lvl6pPr marL="3047314" algn="l" defTabSz="609463" rtl="0" eaLnBrk="1" latinLnBrk="0" hangingPunct="1">
        <a:defRPr sz="2400" kern="1200">
          <a:solidFill>
            <a:schemeClr val="tx1"/>
          </a:solidFill>
          <a:latin typeface="+mn-lt"/>
          <a:ea typeface="+mn-ea"/>
          <a:cs typeface="+mn-cs"/>
        </a:defRPr>
      </a:lvl6pPr>
      <a:lvl7pPr marL="3656777" algn="l" defTabSz="609463" rtl="0" eaLnBrk="1" latinLnBrk="0" hangingPunct="1">
        <a:defRPr sz="2400" kern="1200">
          <a:solidFill>
            <a:schemeClr val="tx1"/>
          </a:solidFill>
          <a:latin typeface="+mn-lt"/>
          <a:ea typeface="+mn-ea"/>
          <a:cs typeface="+mn-cs"/>
        </a:defRPr>
      </a:lvl7pPr>
      <a:lvl8pPr marL="4266240" algn="l" defTabSz="609463" rtl="0" eaLnBrk="1" latinLnBrk="0" hangingPunct="1">
        <a:defRPr sz="2400" kern="1200">
          <a:solidFill>
            <a:schemeClr val="tx1"/>
          </a:solidFill>
          <a:latin typeface="+mn-lt"/>
          <a:ea typeface="+mn-ea"/>
          <a:cs typeface="+mn-cs"/>
        </a:defRPr>
      </a:lvl8pPr>
      <a:lvl9pPr marL="4875703" algn="l" defTabSz="609463"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36">
          <p15:clr>
            <a:srgbClr val="A4A3A4"/>
          </p15:clr>
        </p15:guide>
        <p15:guide id="2" pos="240">
          <p15:clr>
            <a:srgbClr val="A4A3A4"/>
          </p15:clr>
        </p15:guide>
        <p15:guide id="3" pos="7440">
          <p15:clr>
            <a:srgbClr val="A4A3A4"/>
          </p15:clr>
        </p15:guide>
        <p15:guide id="4" orient="horz" pos="252">
          <p15:clr>
            <a:srgbClr val="A4A3A4"/>
          </p15:clr>
        </p15:guide>
        <p15:guide id="5" orient="horz" pos="648">
          <p15:clr>
            <a:srgbClr val="A4A3A4"/>
          </p15:clr>
        </p15:guide>
        <p15:guide id="6" orient="horz" pos="864">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8D3731B-6530-0568-D5AC-07E4D34371ED}"/>
              </a:ext>
            </a:extLst>
          </p:cNvPr>
          <p:cNvSpPr/>
          <p:nvPr userDrawn="1"/>
        </p:nvSpPr>
        <p:spPr>
          <a:xfrm>
            <a:off x="11625943" y="6527646"/>
            <a:ext cx="566057" cy="229414"/>
          </a:xfrm>
          <a:prstGeom prst="rect">
            <a:avLst/>
          </a:prstGeom>
          <a:gradFill>
            <a:gsLst>
              <a:gs pos="21000">
                <a:schemeClr val="accent3"/>
              </a:gs>
              <a:gs pos="72000">
                <a:schemeClr val="accent1"/>
              </a:gs>
            </a:gsLst>
            <a:lin ang="2700000" scaled="0"/>
          </a:gradFill>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7" name="Rectangle 6">
            <a:extLst>
              <a:ext uri="{FF2B5EF4-FFF2-40B4-BE49-F238E27FC236}">
                <a16:creationId xmlns:a16="http://schemas.microsoft.com/office/drawing/2014/main" id="{E25F198B-B08E-1940-BDE9-9022A92D31F6}"/>
              </a:ext>
            </a:extLst>
          </p:cNvPr>
          <p:cNvSpPr>
            <a:spLocks noChangeArrowheads="1"/>
          </p:cNvSpPr>
          <p:nvPr userDrawn="1"/>
        </p:nvSpPr>
        <p:spPr bwMode="auto">
          <a:xfrm>
            <a:off x="8888506" y="6527645"/>
            <a:ext cx="2766284" cy="215444"/>
          </a:xfrm>
          <a:prstGeom prst="rect">
            <a:avLst/>
          </a:prstGeom>
          <a:noFill/>
          <a:ln w="12700" cap="sq">
            <a:noFill/>
            <a:miter lim="800000"/>
            <a:headEnd/>
            <a:tailEnd/>
          </a:ln>
          <a:effectLst/>
        </p:spPr>
        <p:txBody>
          <a:bodyPr wrap="square" anchor="b">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eaLnBrk="0" hangingPunct="0">
              <a:lnSpc>
                <a:spcPct val="100000"/>
              </a:lnSpc>
              <a:defRPr/>
            </a:pPr>
            <a:r>
              <a:rPr lang="en-US" sz="800" b="0" i="0" kern="0" spc="27">
                <a:solidFill>
                  <a:schemeClr val="bg2"/>
                </a:solidFill>
                <a:latin typeface="Barlow Light" pitchFamily="2" charset="77"/>
                <a:ea typeface="Arial Unicode MS" charset="0"/>
                <a:cs typeface="Arial" panose="020B0604020202020204" pitchFamily="34" charset="0"/>
              </a:rPr>
              <a:t>PUBLIC • Copyright ©2025 Rockwell Automation, Inc. </a:t>
            </a:r>
          </a:p>
        </p:txBody>
      </p:sp>
      <p:sp>
        <p:nvSpPr>
          <p:cNvPr id="8" name="Rectangle 7">
            <a:extLst>
              <a:ext uri="{FF2B5EF4-FFF2-40B4-BE49-F238E27FC236}">
                <a16:creationId xmlns:a16="http://schemas.microsoft.com/office/drawing/2014/main" id="{8557D7B0-E060-F449-8E66-9B25014C7E75}"/>
              </a:ext>
            </a:extLst>
          </p:cNvPr>
          <p:cNvSpPr>
            <a:spLocks noChangeArrowheads="1"/>
          </p:cNvSpPr>
          <p:nvPr userDrawn="1"/>
        </p:nvSpPr>
        <p:spPr bwMode="auto">
          <a:xfrm>
            <a:off x="11654790" y="6512257"/>
            <a:ext cx="640013" cy="230832"/>
          </a:xfrm>
          <a:prstGeom prst="rect">
            <a:avLst/>
          </a:prstGeom>
          <a:noFill/>
          <a:ln w="12700" cap="sq">
            <a:noFill/>
            <a:miter lim="800000"/>
            <a:headEnd/>
            <a:tailEnd/>
          </a:ln>
          <a:effectLst/>
        </p:spPr>
        <p:txBody>
          <a:bodyPr wrap="square" anchor="b">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eaLnBrk="0" hangingPunct="0">
              <a:lnSpc>
                <a:spcPct val="100000"/>
              </a:lnSpc>
              <a:defRPr/>
            </a:pPr>
            <a:fld id="{C41E6217-FD4A-4698-ADE0-B72F602A1308}" type="slidenum">
              <a:rPr lang="en-US" sz="900" b="0" i="0" kern="0" spc="27" smtClean="0">
                <a:solidFill>
                  <a:schemeClr val="bg1"/>
                </a:solidFill>
                <a:latin typeface="Barlow Light" pitchFamily="2" charset="77"/>
                <a:ea typeface="Arial Unicode MS" charset="0"/>
                <a:cs typeface="Arial" panose="020B0604020202020204" pitchFamily="34" charset="0"/>
              </a:rPr>
              <a:pPr algn="l" eaLnBrk="0" hangingPunct="0">
                <a:lnSpc>
                  <a:spcPct val="100000"/>
                </a:lnSpc>
                <a:defRPr/>
              </a:pPr>
              <a:t>‹#›</a:t>
            </a:fld>
            <a:endParaRPr lang="en-US" sz="900" b="0" i="0" kern="0" spc="27">
              <a:solidFill>
                <a:schemeClr val="bg1"/>
              </a:solidFill>
              <a:latin typeface="Barlow Light" pitchFamily="2" charset="77"/>
              <a:ea typeface="Arial Unicode MS" charset="0"/>
              <a:cs typeface="Arial" panose="020B0604020202020204" pitchFamily="34" charset="0"/>
            </a:endParaRPr>
          </a:p>
        </p:txBody>
      </p:sp>
    </p:spTree>
    <p:extLst>
      <p:ext uri="{BB962C8B-B14F-4D97-AF65-F5344CB8AC3E}">
        <p14:creationId xmlns:p14="http://schemas.microsoft.com/office/powerpoint/2010/main" val="3021250870"/>
      </p:ext>
    </p:extLst>
  </p:cSld>
  <p:clrMap bg1="lt1" tx1="dk1" bg2="lt2" tx2="dk2" accent1="accent1" accent2="accent2" accent3="accent3" accent4="accent4" accent5="accent5" accent6="accent6" hlink="hlink" folHlink="folHlink"/>
  <p:sldLayoutIdLst>
    <p:sldLayoutId id="2147484386" r:id="rId1"/>
    <p:sldLayoutId id="2147484393" r:id="rId2"/>
    <p:sldLayoutId id="2147484387" r:id="rId3"/>
    <p:sldLayoutId id="2147484394" r:id="rId4"/>
    <p:sldLayoutId id="2147484395" r:id="rId5"/>
    <p:sldLayoutId id="2147484396" r:id="rId6"/>
    <p:sldLayoutId id="2147484414" r:id="rId7"/>
    <p:sldLayoutId id="2147484399" r:id="rId8"/>
    <p:sldLayoutId id="2147484398" r:id="rId9"/>
    <p:sldLayoutId id="2147484401" r:id="rId10"/>
    <p:sldLayoutId id="2147484455" r:id="rId11"/>
    <p:sldLayoutId id="2147484327" r:id="rId12"/>
    <p:sldLayoutId id="2147484336" r:id="rId13"/>
    <p:sldLayoutId id="2147484347" r:id="rId14"/>
    <p:sldLayoutId id="2147484352" r:id="rId15"/>
    <p:sldLayoutId id="2147484350" r:id="rId16"/>
    <p:sldLayoutId id="2147484349" r:id="rId17"/>
    <p:sldLayoutId id="2147484348" r:id="rId18"/>
    <p:sldLayoutId id="2147484370" r:id="rId19"/>
    <p:sldLayoutId id="2147484373" r:id="rId20"/>
    <p:sldLayoutId id="2147484445" r:id="rId21"/>
    <p:sldLayoutId id="2147484371" r:id="rId22"/>
    <p:sldLayoutId id="2147484384" r:id="rId23"/>
    <p:sldLayoutId id="2147484362" r:id="rId24"/>
    <p:sldLayoutId id="2147484456" r:id="rId25"/>
    <p:sldLayoutId id="2147484388" r:id="rId26"/>
    <p:sldLayoutId id="2147484334" r:id="rId27"/>
    <p:sldLayoutId id="2147484333" r:id="rId28"/>
    <p:sldLayoutId id="2147484332" r:id="rId29"/>
    <p:sldLayoutId id="2147484345" r:id="rId30"/>
    <p:sldLayoutId id="2147484351" r:id="rId31"/>
    <p:sldLayoutId id="2147484409" r:id="rId32"/>
    <p:sldLayoutId id="2147484411" r:id="rId33"/>
    <p:sldLayoutId id="2147484458" r:id="rId34"/>
    <p:sldLayoutId id="2147484410" r:id="rId35"/>
    <p:sldLayoutId id="2147484413" r:id="rId36"/>
    <p:sldLayoutId id="2147484343" r:id="rId37"/>
    <p:sldLayoutId id="2147484346" r:id="rId38"/>
    <p:sldLayoutId id="2147484453" r:id="rId39"/>
    <p:sldLayoutId id="2147484338" r:id="rId40"/>
    <p:sldLayoutId id="2147484364" r:id="rId41"/>
    <p:sldLayoutId id="2147484375" r:id="rId42"/>
    <p:sldLayoutId id="2147484402" r:id="rId43"/>
    <p:sldLayoutId id="2147484454" r:id="rId44"/>
    <p:sldLayoutId id="2147484344" r:id="rId45"/>
    <p:sldLayoutId id="2147484415" r:id="rId46"/>
    <p:sldLayoutId id="2147484416" r:id="rId47"/>
    <p:sldLayoutId id="2147484365" r:id="rId48"/>
    <p:sldLayoutId id="2147484374" r:id="rId49"/>
    <p:sldLayoutId id="2147484367" r:id="rId50"/>
    <p:sldLayoutId id="2147484368" r:id="rId51"/>
    <p:sldLayoutId id="2147484382" r:id="rId52"/>
    <p:sldLayoutId id="2147484383" r:id="rId53"/>
    <p:sldLayoutId id="2147484377" r:id="rId54"/>
    <p:sldLayoutId id="2147484385" r:id="rId55"/>
    <p:sldLayoutId id="2147484378" r:id="rId56"/>
    <p:sldLayoutId id="2147484421" r:id="rId57"/>
    <p:sldLayoutId id="2147484422" r:id="rId58"/>
    <p:sldLayoutId id="2147484424" r:id="rId59"/>
    <p:sldLayoutId id="2147484425" r:id="rId60"/>
    <p:sldLayoutId id="2147484419" r:id="rId61"/>
    <p:sldLayoutId id="2147484459" r:id="rId62"/>
    <p:sldLayoutId id="2147484460" r:id="rId63"/>
    <p:sldLayoutId id="2147484369" r:id="rId64"/>
    <p:sldLayoutId id="2147484372" r:id="rId65"/>
    <p:sldLayoutId id="2147484449" r:id="rId66"/>
    <p:sldLayoutId id="2147484450" r:id="rId67"/>
    <p:sldLayoutId id="2147484406" r:id="rId68"/>
    <p:sldLayoutId id="2147484430" r:id="rId69"/>
    <p:sldLayoutId id="2147484428" r:id="rId70"/>
    <p:sldLayoutId id="2147484359" r:id="rId71"/>
    <p:sldLayoutId id="2147484358" r:id="rId72"/>
    <p:sldLayoutId id="2147484360" r:id="rId73"/>
  </p:sldLayoutIdLst>
  <p:transition spd="med"/>
  <p:txStyles>
    <p:titleStyle>
      <a:lvl1pPr marL="0" indent="0" algn="l" rtl="0" eaLnBrk="1" fontAlgn="base" hangingPunct="1">
        <a:lnSpc>
          <a:spcPts val="3999"/>
        </a:lnSpc>
        <a:spcBef>
          <a:spcPct val="0"/>
        </a:spcBef>
        <a:spcAft>
          <a:spcPct val="0"/>
        </a:spcAft>
        <a:buFont typeface="Arial" panose="020B0604020202020204" pitchFamily="34" charset="0"/>
        <a:buNone/>
        <a:defRPr sz="2999" b="1">
          <a:solidFill>
            <a:schemeClr val="tx1"/>
          </a:solidFill>
          <a:latin typeface="Barlow" pitchFamily="2" charset="77"/>
          <a:ea typeface="+mj-ea"/>
          <a:cs typeface="Arial"/>
        </a:defRPr>
      </a:lvl1pPr>
      <a:lvl2pPr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2pPr>
      <a:lvl3pPr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3pPr>
      <a:lvl4pPr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4pPr>
      <a:lvl5pPr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5pPr>
      <a:lvl6pPr marL="609463"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6pPr>
      <a:lvl7pPr marL="1218926"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7pPr>
      <a:lvl8pPr marL="1828388"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8pPr>
      <a:lvl9pPr marL="2437851"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9pPr>
    </p:titleStyle>
    <p:bodyStyle>
      <a:lvl1pPr marL="230188" indent="-230188" algn="l" rtl="0" eaLnBrk="1" fontAlgn="base" hangingPunct="1">
        <a:lnSpc>
          <a:spcPct val="100000"/>
        </a:lnSpc>
        <a:spcBef>
          <a:spcPts val="0"/>
        </a:spcBef>
        <a:spcAft>
          <a:spcPts val="800"/>
        </a:spcAft>
        <a:buClrTx/>
        <a:buFont typeface="Arial" panose="020B0604020202020204" pitchFamily="34" charset="0"/>
        <a:buChar char="•"/>
        <a:tabLst/>
        <a:defRPr sz="2000">
          <a:solidFill>
            <a:schemeClr val="bg2"/>
          </a:solidFill>
          <a:latin typeface="+mj-lt"/>
          <a:ea typeface="+mn-ea"/>
          <a:cs typeface="+mn-cs"/>
        </a:defRPr>
      </a:lvl1pPr>
      <a:lvl2pPr marL="633413" indent="-173038" algn="l" rtl="0" eaLnBrk="1" fontAlgn="base" hangingPunct="1">
        <a:lnSpc>
          <a:spcPct val="100000"/>
        </a:lnSpc>
        <a:spcBef>
          <a:spcPts val="0"/>
        </a:spcBef>
        <a:spcAft>
          <a:spcPts val="800"/>
        </a:spcAft>
        <a:buClrTx/>
        <a:buSzPct val="80000"/>
        <a:buFont typeface="Arial" panose="020B0604020202020204" pitchFamily="34" charset="0"/>
        <a:buChar char="•"/>
        <a:tabLst/>
        <a:defRPr sz="1600">
          <a:solidFill>
            <a:schemeClr val="bg2"/>
          </a:solidFill>
          <a:latin typeface="+mj-lt"/>
          <a:ea typeface="+mn-ea"/>
        </a:defRPr>
      </a:lvl2pPr>
      <a:lvl3pPr marL="1038225" indent="-173038" algn="l" rtl="0" eaLnBrk="1" fontAlgn="base" hangingPunct="1">
        <a:lnSpc>
          <a:spcPct val="100000"/>
        </a:lnSpc>
        <a:spcBef>
          <a:spcPts val="0"/>
        </a:spcBef>
        <a:spcAft>
          <a:spcPts val="800"/>
        </a:spcAft>
        <a:buClrTx/>
        <a:buSzPct val="80000"/>
        <a:buFont typeface="Arial" panose="020B0604020202020204" pitchFamily="34" charset="0"/>
        <a:buChar char="•"/>
        <a:tabLst/>
        <a:defRPr sz="1400">
          <a:solidFill>
            <a:schemeClr val="bg2"/>
          </a:solidFill>
          <a:latin typeface="+mj-lt"/>
          <a:ea typeface="+mn-ea"/>
        </a:defRPr>
      </a:lvl3pPr>
      <a:lvl4pPr marL="2133120" indent="-304731" algn="l" rtl="0" eaLnBrk="1" fontAlgn="base" hangingPunct="1">
        <a:lnSpc>
          <a:spcPct val="100000"/>
        </a:lnSpc>
        <a:spcBef>
          <a:spcPts val="0"/>
        </a:spcBef>
        <a:spcAft>
          <a:spcPts val="800"/>
        </a:spcAft>
        <a:buClrTx/>
        <a:buFont typeface="Arial" panose="020B0604020202020204" pitchFamily="34" charset="0"/>
        <a:buChar char="•"/>
        <a:defRPr sz="1200" cap="none">
          <a:solidFill>
            <a:schemeClr val="bg2"/>
          </a:solidFill>
          <a:latin typeface="+mj-lt"/>
          <a:ea typeface="+mn-ea"/>
        </a:defRPr>
      </a:lvl4pPr>
      <a:lvl5pPr marL="2742582" indent="-304731" algn="l" rtl="0" eaLnBrk="1" fontAlgn="base" hangingPunct="1">
        <a:lnSpc>
          <a:spcPct val="100000"/>
        </a:lnSpc>
        <a:spcBef>
          <a:spcPts val="0"/>
        </a:spcBef>
        <a:spcAft>
          <a:spcPts val="800"/>
        </a:spcAft>
        <a:buClrTx/>
        <a:buFont typeface="Arial" panose="020B0604020202020204" pitchFamily="34" charset="0"/>
        <a:buChar char="•"/>
        <a:defRPr sz="1200" cap="none">
          <a:solidFill>
            <a:schemeClr val="bg2"/>
          </a:solidFill>
          <a:latin typeface="+mj-lt"/>
          <a:ea typeface="+mn-ea"/>
        </a:defRPr>
      </a:lvl5pPr>
      <a:lvl6pPr marL="3352045"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6pPr>
      <a:lvl7pPr marL="3961509"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7pPr>
      <a:lvl8pPr marL="4570972"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8pPr>
      <a:lvl9pPr marL="5180434"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9pPr>
    </p:bodyStyle>
    <p:otherStyle>
      <a:defPPr>
        <a:defRPr lang="en-US"/>
      </a:defPPr>
      <a:lvl1pPr marL="0" algn="l" defTabSz="609463" rtl="0" eaLnBrk="1" latinLnBrk="0" hangingPunct="1">
        <a:defRPr sz="2400" kern="1200">
          <a:solidFill>
            <a:schemeClr val="tx1"/>
          </a:solidFill>
          <a:latin typeface="+mn-lt"/>
          <a:ea typeface="+mn-ea"/>
          <a:cs typeface="+mn-cs"/>
        </a:defRPr>
      </a:lvl1pPr>
      <a:lvl2pPr marL="609463" algn="l" defTabSz="609463" rtl="0" eaLnBrk="1" latinLnBrk="0" hangingPunct="1">
        <a:defRPr sz="2400" kern="1200">
          <a:solidFill>
            <a:schemeClr val="tx1"/>
          </a:solidFill>
          <a:latin typeface="+mn-lt"/>
          <a:ea typeface="+mn-ea"/>
          <a:cs typeface="+mn-cs"/>
        </a:defRPr>
      </a:lvl2pPr>
      <a:lvl3pPr marL="1218926" algn="l" defTabSz="609463" rtl="0" eaLnBrk="1" latinLnBrk="0" hangingPunct="1">
        <a:defRPr sz="2400" kern="1200">
          <a:solidFill>
            <a:schemeClr val="tx1"/>
          </a:solidFill>
          <a:latin typeface="+mn-lt"/>
          <a:ea typeface="+mn-ea"/>
          <a:cs typeface="+mn-cs"/>
        </a:defRPr>
      </a:lvl3pPr>
      <a:lvl4pPr marL="1828388" algn="l" defTabSz="609463" rtl="0" eaLnBrk="1" latinLnBrk="0" hangingPunct="1">
        <a:defRPr sz="2400" kern="1200">
          <a:solidFill>
            <a:schemeClr val="tx1"/>
          </a:solidFill>
          <a:latin typeface="+mn-lt"/>
          <a:ea typeface="+mn-ea"/>
          <a:cs typeface="+mn-cs"/>
        </a:defRPr>
      </a:lvl4pPr>
      <a:lvl5pPr marL="2437851" algn="l" defTabSz="609463" rtl="0" eaLnBrk="1" latinLnBrk="0" hangingPunct="1">
        <a:defRPr sz="2400" kern="1200">
          <a:solidFill>
            <a:schemeClr val="tx1"/>
          </a:solidFill>
          <a:latin typeface="+mn-lt"/>
          <a:ea typeface="+mn-ea"/>
          <a:cs typeface="+mn-cs"/>
        </a:defRPr>
      </a:lvl5pPr>
      <a:lvl6pPr marL="3047314" algn="l" defTabSz="609463" rtl="0" eaLnBrk="1" latinLnBrk="0" hangingPunct="1">
        <a:defRPr sz="2400" kern="1200">
          <a:solidFill>
            <a:schemeClr val="tx1"/>
          </a:solidFill>
          <a:latin typeface="+mn-lt"/>
          <a:ea typeface="+mn-ea"/>
          <a:cs typeface="+mn-cs"/>
        </a:defRPr>
      </a:lvl6pPr>
      <a:lvl7pPr marL="3656777" algn="l" defTabSz="609463" rtl="0" eaLnBrk="1" latinLnBrk="0" hangingPunct="1">
        <a:defRPr sz="2400" kern="1200">
          <a:solidFill>
            <a:schemeClr val="tx1"/>
          </a:solidFill>
          <a:latin typeface="+mn-lt"/>
          <a:ea typeface="+mn-ea"/>
          <a:cs typeface="+mn-cs"/>
        </a:defRPr>
      </a:lvl7pPr>
      <a:lvl8pPr marL="4266240" algn="l" defTabSz="609463" rtl="0" eaLnBrk="1" latinLnBrk="0" hangingPunct="1">
        <a:defRPr sz="2400" kern="1200">
          <a:solidFill>
            <a:schemeClr val="tx1"/>
          </a:solidFill>
          <a:latin typeface="+mn-lt"/>
          <a:ea typeface="+mn-ea"/>
          <a:cs typeface="+mn-cs"/>
        </a:defRPr>
      </a:lvl8pPr>
      <a:lvl9pPr marL="4875703" algn="l" defTabSz="609463"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36" userDrawn="1">
          <p15:clr>
            <a:srgbClr val="A4A3A4"/>
          </p15:clr>
        </p15:guide>
        <p15:guide id="2" pos="240" userDrawn="1">
          <p15:clr>
            <a:srgbClr val="A4A3A4"/>
          </p15:clr>
        </p15:guide>
        <p15:guide id="3" pos="7440" userDrawn="1">
          <p15:clr>
            <a:srgbClr val="A4A3A4"/>
          </p15:clr>
        </p15:guide>
        <p15:guide id="4" orient="horz" pos="252" userDrawn="1">
          <p15:clr>
            <a:srgbClr val="A4A3A4"/>
          </p15:clr>
        </p15:guide>
        <p15:guide id="5" orient="horz" pos="648" userDrawn="1">
          <p15:clr>
            <a:srgbClr val="A4A3A4"/>
          </p15:clr>
        </p15:guide>
        <p15:guide id="6" orient="horz" pos="864" userDrawn="1">
          <p15:clr>
            <a:srgbClr val="A4A3A4"/>
          </p15:clr>
        </p15:guide>
        <p15:guide id="7" orient="horz" pos="2160"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25.jpeg"/></Relationships>
</file>

<file path=ppt/slides/_rels/slide4.xml.rels><?xml version="1.0" encoding="UTF-8" standalone="yes"?>
<Relationships xmlns="http://schemas.openxmlformats.org/package/2006/relationships"><Relationship Id="rId2" Type="http://schemas.microsoft.com/office/2018/10/relationships/comments" Target="../comments/modernComment_7FFFFF6F_BD3173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C1D0CFA-95C9-A95D-7399-815E3B34C985}"/>
              </a:ext>
            </a:extLst>
          </p:cNvPr>
          <p:cNvSpPr txBox="1"/>
          <p:nvPr/>
        </p:nvSpPr>
        <p:spPr>
          <a:xfrm>
            <a:off x="-202128" y="2365712"/>
            <a:ext cx="9850953" cy="923330"/>
          </a:xfrm>
          <a:prstGeom prst="rect">
            <a:avLst/>
          </a:prstGeom>
        </p:spPr>
        <p:txBody>
          <a:bodyPr wrap="square" rtlCol="0" anchor="t">
            <a:spAutoFit/>
          </a:bodyPr>
          <a:lstStyle/>
          <a:p>
            <a:pPr algn="ctr" defTabSz="914400"/>
            <a:r>
              <a:rPr lang="en-IN" sz="5400" b="1" kern="0" err="1">
                <a:solidFill>
                  <a:schemeClr val="bg1"/>
                </a:solidFill>
              </a:rPr>
              <a:t>KnowledgeAI</a:t>
            </a:r>
            <a:r>
              <a:rPr lang="en-IN" sz="5400" b="1" kern="0">
                <a:solidFill>
                  <a:schemeClr val="bg1"/>
                </a:solidFill>
              </a:rPr>
              <a:t> Architecture</a:t>
            </a:r>
          </a:p>
        </p:txBody>
      </p:sp>
      <p:sp>
        <p:nvSpPr>
          <p:cNvPr id="11" name="TextBox 10">
            <a:extLst>
              <a:ext uri="{FF2B5EF4-FFF2-40B4-BE49-F238E27FC236}">
                <a16:creationId xmlns:a16="http://schemas.microsoft.com/office/drawing/2014/main" id="{30B3CE18-DD66-7152-1512-F4CFDA9A922D}"/>
              </a:ext>
            </a:extLst>
          </p:cNvPr>
          <p:cNvSpPr txBox="1"/>
          <p:nvPr/>
        </p:nvSpPr>
        <p:spPr>
          <a:xfrm>
            <a:off x="2054431" y="3429000"/>
            <a:ext cx="6103916" cy="369332"/>
          </a:xfrm>
          <a:prstGeom prst="rect">
            <a:avLst/>
          </a:prstGeom>
          <a:noFill/>
        </p:spPr>
        <p:txBody>
          <a:bodyPr wrap="square">
            <a:spAutoFit/>
          </a:bodyPr>
          <a:lstStyle/>
          <a:p>
            <a:r>
              <a:rPr lang="en-IN" sz="1800">
                <a:solidFill>
                  <a:schemeClr val="bg1"/>
                </a:solidFill>
              </a:rPr>
              <a:t>Breakthrough Engineering for the Digital Enterprise</a:t>
            </a:r>
          </a:p>
        </p:txBody>
      </p:sp>
    </p:spTree>
    <p:extLst>
      <p:ext uri="{BB962C8B-B14F-4D97-AF65-F5344CB8AC3E}">
        <p14:creationId xmlns:p14="http://schemas.microsoft.com/office/powerpoint/2010/main" val="2998628342"/>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F6FBF4-BA9A-85A2-ADF8-465C37A6B963}"/>
              </a:ext>
            </a:extLst>
          </p:cNvPr>
          <p:cNvPicPr>
            <a:picLocks noChangeAspect="1"/>
          </p:cNvPicPr>
          <p:nvPr/>
        </p:nvPicPr>
        <p:blipFill>
          <a:blip r:embed="rId2"/>
          <a:stretch>
            <a:fillRect/>
          </a:stretch>
        </p:blipFill>
        <p:spPr>
          <a:xfrm>
            <a:off x="3239" y="0"/>
            <a:ext cx="12185522" cy="6858000"/>
          </a:xfrm>
          <a:prstGeom prst="rect">
            <a:avLst/>
          </a:prstGeom>
        </p:spPr>
      </p:pic>
      <p:sp>
        <p:nvSpPr>
          <p:cNvPr id="4" name="Rectangle: Rounded Corners 3">
            <a:extLst>
              <a:ext uri="{FF2B5EF4-FFF2-40B4-BE49-F238E27FC236}">
                <a16:creationId xmlns:a16="http://schemas.microsoft.com/office/drawing/2014/main" id="{59FDA504-776A-B3B8-E9C2-ADCA68927813}"/>
              </a:ext>
            </a:extLst>
          </p:cNvPr>
          <p:cNvSpPr/>
          <p:nvPr/>
        </p:nvSpPr>
        <p:spPr>
          <a:xfrm>
            <a:off x="266700" y="1818640"/>
            <a:ext cx="11671300" cy="762000"/>
          </a:xfrm>
          <a:prstGeom prst="roundRect">
            <a:avLst>
              <a:gd name="adj" fmla="val 7917"/>
            </a:avLst>
          </a:prstGeom>
          <a:noFill/>
          <a:ln w="19050" cap="flat">
            <a:gradFill>
              <a:gsLst>
                <a:gs pos="100000">
                  <a:schemeClr val="accent2"/>
                </a:gs>
                <a:gs pos="52000">
                  <a:schemeClr val="accent1"/>
                </a:gs>
              </a:gsLst>
              <a:lin ang="2700000" scaled="0"/>
            </a:gradFill>
            <a:prstDash val="solid"/>
            <a:miter/>
          </a:ln>
          <a:effectLst>
            <a:glow rad="12700">
              <a:schemeClr val="accent1">
                <a:alpha val="40000"/>
              </a:schemeClr>
            </a:glow>
          </a:effectLst>
        </p:spPr>
        <p:txBody>
          <a:bodyPr rtlCol="0" anchor="ctr"/>
          <a:lstStyle/>
          <a:p>
            <a:pPr algn="l"/>
            <a:endParaRPr lang="en-IN"/>
          </a:p>
        </p:txBody>
      </p:sp>
      <p:sp>
        <p:nvSpPr>
          <p:cNvPr id="6" name="Rectangle: Rounded Corners 5">
            <a:extLst>
              <a:ext uri="{FF2B5EF4-FFF2-40B4-BE49-F238E27FC236}">
                <a16:creationId xmlns:a16="http://schemas.microsoft.com/office/drawing/2014/main" id="{9FF835DB-FEC7-09A1-588A-7F4B4314AA0D}"/>
              </a:ext>
            </a:extLst>
          </p:cNvPr>
          <p:cNvSpPr/>
          <p:nvPr/>
        </p:nvSpPr>
        <p:spPr>
          <a:xfrm>
            <a:off x="381000" y="2695574"/>
            <a:ext cx="5838825" cy="1990726"/>
          </a:xfrm>
          <a:prstGeom prst="roundRect">
            <a:avLst>
              <a:gd name="adj" fmla="val 2551"/>
            </a:avLst>
          </a:prstGeom>
          <a:noFill/>
          <a:ln w="19050" cap="flat">
            <a:gradFill>
              <a:gsLst>
                <a:gs pos="100000">
                  <a:schemeClr val="accent2"/>
                </a:gs>
                <a:gs pos="52000">
                  <a:schemeClr val="accent1"/>
                </a:gs>
              </a:gsLst>
              <a:lin ang="2700000" scaled="0"/>
            </a:gradFill>
            <a:prstDash val="solid"/>
            <a:miter/>
          </a:ln>
          <a:effectLst/>
        </p:spPr>
        <p:txBody>
          <a:bodyPr rtlCol="0" anchor="ctr"/>
          <a:lstStyle/>
          <a:p>
            <a:pPr algn="l"/>
            <a:endParaRPr lang="en-IN"/>
          </a:p>
        </p:txBody>
      </p:sp>
      <p:sp>
        <p:nvSpPr>
          <p:cNvPr id="8" name="Rectangle: Rounded Corners 7">
            <a:extLst>
              <a:ext uri="{FF2B5EF4-FFF2-40B4-BE49-F238E27FC236}">
                <a16:creationId xmlns:a16="http://schemas.microsoft.com/office/drawing/2014/main" id="{9E0C9DED-FF1F-FC8C-E317-7CD2C07452EC}"/>
              </a:ext>
            </a:extLst>
          </p:cNvPr>
          <p:cNvSpPr/>
          <p:nvPr/>
        </p:nvSpPr>
        <p:spPr>
          <a:xfrm flipH="1">
            <a:off x="6419850" y="2695574"/>
            <a:ext cx="5391150" cy="1990726"/>
          </a:xfrm>
          <a:prstGeom prst="roundRect">
            <a:avLst>
              <a:gd name="adj" fmla="val 2551"/>
            </a:avLst>
          </a:prstGeom>
          <a:noFill/>
          <a:ln w="19050" cap="flat">
            <a:gradFill>
              <a:gsLst>
                <a:gs pos="100000">
                  <a:schemeClr val="accent2"/>
                </a:gs>
                <a:gs pos="52000">
                  <a:schemeClr val="accent1"/>
                </a:gs>
              </a:gsLst>
              <a:lin ang="2700000" scaled="0"/>
            </a:gradFill>
            <a:prstDash val="solid"/>
            <a:miter/>
          </a:ln>
          <a:effectLst/>
        </p:spPr>
        <p:txBody>
          <a:bodyPr rtlCol="0" anchor="ctr"/>
          <a:lstStyle/>
          <a:p>
            <a:pPr algn="l"/>
            <a:endParaRPr lang="en-IN"/>
          </a:p>
        </p:txBody>
      </p:sp>
      <p:sp>
        <p:nvSpPr>
          <p:cNvPr id="12" name="Rectangle: Rounded Corners 11">
            <a:extLst>
              <a:ext uri="{FF2B5EF4-FFF2-40B4-BE49-F238E27FC236}">
                <a16:creationId xmlns:a16="http://schemas.microsoft.com/office/drawing/2014/main" id="{253C8922-5A91-C819-83BC-044EBED9AEA7}"/>
              </a:ext>
            </a:extLst>
          </p:cNvPr>
          <p:cNvSpPr/>
          <p:nvPr/>
        </p:nvSpPr>
        <p:spPr>
          <a:xfrm>
            <a:off x="266700" y="4782184"/>
            <a:ext cx="11671300" cy="837566"/>
          </a:xfrm>
          <a:prstGeom prst="roundRect">
            <a:avLst>
              <a:gd name="adj" fmla="val 12786"/>
            </a:avLst>
          </a:prstGeom>
          <a:noFill/>
          <a:ln w="19050" cap="flat">
            <a:gradFill>
              <a:gsLst>
                <a:gs pos="48000">
                  <a:schemeClr val="accent3"/>
                </a:gs>
                <a:gs pos="100000">
                  <a:schemeClr val="accent3">
                    <a:lumMod val="50000"/>
                  </a:schemeClr>
                </a:gs>
              </a:gsLst>
              <a:lin ang="2700000" scaled="0"/>
            </a:gradFill>
            <a:prstDash val="solid"/>
            <a:miter/>
          </a:ln>
          <a:effectLst/>
        </p:spPr>
        <p:txBody>
          <a:bodyPr rtlCol="0" anchor="ctr"/>
          <a:lstStyle/>
          <a:p>
            <a:pPr algn="l"/>
            <a:endParaRPr lang="en-IN"/>
          </a:p>
        </p:txBody>
      </p:sp>
    </p:spTree>
    <p:extLst>
      <p:ext uri="{BB962C8B-B14F-4D97-AF65-F5344CB8AC3E}">
        <p14:creationId xmlns:p14="http://schemas.microsoft.com/office/powerpoint/2010/main" val="2555038478"/>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A6F2A-746C-6CB6-0C68-8D4BEFBCD9E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20CF353-69C7-FDE7-328E-13F4BD7B2012}"/>
              </a:ext>
            </a:extLst>
          </p:cNvPr>
          <p:cNvSpPr>
            <a:spLocks noGrp="1"/>
          </p:cNvSpPr>
          <p:nvPr>
            <p:ph type="title"/>
          </p:nvPr>
        </p:nvSpPr>
        <p:spPr/>
        <p:txBody>
          <a:bodyPr/>
          <a:lstStyle/>
          <a:p>
            <a:endParaRPr lang="en-IN"/>
          </a:p>
        </p:txBody>
      </p:sp>
      <p:grpSp>
        <p:nvGrpSpPr>
          <p:cNvPr id="79" name="Group 78">
            <a:extLst>
              <a:ext uri="{FF2B5EF4-FFF2-40B4-BE49-F238E27FC236}">
                <a16:creationId xmlns:a16="http://schemas.microsoft.com/office/drawing/2014/main" id="{A9C6B68E-999E-9C18-8CB4-FB83CB74B462}"/>
              </a:ext>
            </a:extLst>
          </p:cNvPr>
          <p:cNvGrpSpPr/>
          <p:nvPr/>
        </p:nvGrpSpPr>
        <p:grpSpPr>
          <a:xfrm>
            <a:off x="16096" y="-24486"/>
            <a:ext cx="12185522" cy="6858000"/>
            <a:chOff x="16096" y="-24486"/>
            <a:chExt cx="12185522" cy="6858000"/>
          </a:xfrm>
        </p:grpSpPr>
        <p:pic>
          <p:nvPicPr>
            <p:cNvPr id="99" name="Picture 98">
              <a:extLst>
                <a:ext uri="{FF2B5EF4-FFF2-40B4-BE49-F238E27FC236}">
                  <a16:creationId xmlns:a16="http://schemas.microsoft.com/office/drawing/2014/main" id="{3E861749-178F-C79E-7DBD-DAE10CC08808}"/>
                </a:ext>
              </a:extLst>
            </p:cNvPr>
            <p:cNvPicPr>
              <a:picLocks noChangeAspect="1"/>
            </p:cNvPicPr>
            <p:nvPr/>
          </p:nvPicPr>
          <p:blipFill>
            <a:blip r:embed="rId3"/>
            <a:stretch>
              <a:fillRect/>
            </a:stretch>
          </p:blipFill>
          <p:spPr>
            <a:xfrm>
              <a:off x="16096" y="-24486"/>
              <a:ext cx="12185522" cy="6858000"/>
            </a:xfrm>
            <a:prstGeom prst="rect">
              <a:avLst/>
            </a:prstGeom>
          </p:spPr>
        </p:pic>
        <p:grpSp>
          <p:nvGrpSpPr>
            <p:cNvPr id="106" name="Group 105">
              <a:extLst>
                <a:ext uri="{FF2B5EF4-FFF2-40B4-BE49-F238E27FC236}">
                  <a16:creationId xmlns:a16="http://schemas.microsoft.com/office/drawing/2014/main" id="{A2C3195F-9D7F-FDB2-6AB1-D7BEFC11C481}"/>
                </a:ext>
              </a:extLst>
            </p:cNvPr>
            <p:cNvGrpSpPr/>
            <p:nvPr/>
          </p:nvGrpSpPr>
          <p:grpSpPr>
            <a:xfrm>
              <a:off x="6280806" y="5109632"/>
              <a:ext cx="5612744" cy="957853"/>
              <a:chOff x="6280806" y="5109632"/>
              <a:chExt cx="5612744" cy="957853"/>
            </a:xfrm>
          </p:grpSpPr>
          <p:sp>
            <p:nvSpPr>
              <p:cNvPr id="114" name="Rectangle: Top Corners Rounded 113">
                <a:extLst>
                  <a:ext uri="{FF2B5EF4-FFF2-40B4-BE49-F238E27FC236}">
                    <a16:creationId xmlns:a16="http://schemas.microsoft.com/office/drawing/2014/main" id="{3C62BB92-9CF1-C0DD-F5E3-572A8575E537}"/>
                  </a:ext>
                </a:extLst>
              </p:cNvPr>
              <p:cNvSpPr/>
              <p:nvPr/>
            </p:nvSpPr>
            <p:spPr>
              <a:xfrm rot="10800000">
                <a:off x="6318250" y="5393266"/>
                <a:ext cx="5562600" cy="674219"/>
              </a:xfrm>
              <a:prstGeom prst="round2SameRect">
                <a:avLst>
                  <a:gd name="adj1" fmla="val 11805"/>
                  <a:gd name="adj2" fmla="val 0"/>
                </a:avLst>
              </a:prstGeom>
              <a:solidFill>
                <a:srgbClr val="FEE9EA"/>
              </a:solidFill>
              <a:ln w="12700" cap="flat">
                <a:solidFill>
                  <a:srgbClr val="DAB8B9"/>
                </a:solidFill>
                <a:prstDash val="solid"/>
                <a:miter/>
              </a:ln>
              <a:effectLst/>
            </p:spPr>
            <p:txBody>
              <a:bodyPr rtlCol="0" anchor="ctr"/>
              <a:lstStyle/>
              <a:p>
                <a:pPr algn="l"/>
                <a:endParaRPr lang="en-IN"/>
              </a:p>
            </p:txBody>
          </p:sp>
          <p:pic>
            <p:nvPicPr>
              <p:cNvPr id="120" name="Picture 119">
                <a:extLst>
                  <a:ext uri="{FF2B5EF4-FFF2-40B4-BE49-F238E27FC236}">
                    <a16:creationId xmlns:a16="http://schemas.microsoft.com/office/drawing/2014/main" id="{DB8808A3-9A13-E45D-A9EF-BA1B8B0AE8FF}"/>
                  </a:ext>
                </a:extLst>
              </p:cNvPr>
              <p:cNvPicPr>
                <a:picLocks noChangeAspect="1"/>
              </p:cNvPicPr>
              <p:nvPr/>
            </p:nvPicPr>
            <p:blipFill>
              <a:blip r:embed="rId4"/>
              <a:srcRect l="51725" t="73857" r="4073" b="21914"/>
              <a:stretch>
                <a:fillRect/>
              </a:stretch>
            </p:blipFill>
            <p:spPr>
              <a:xfrm>
                <a:off x="6280806" y="5109632"/>
                <a:ext cx="5612744" cy="289985"/>
              </a:xfrm>
              <a:prstGeom prst="round2SameRect">
                <a:avLst>
                  <a:gd name="adj1" fmla="val 6204"/>
                  <a:gd name="adj2" fmla="val 0"/>
                </a:avLst>
              </a:prstGeom>
            </p:spPr>
          </p:pic>
          <p:pic>
            <p:nvPicPr>
              <p:cNvPr id="121" name="Picture 120">
                <a:extLst>
                  <a:ext uri="{FF2B5EF4-FFF2-40B4-BE49-F238E27FC236}">
                    <a16:creationId xmlns:a16="http://schemas.microsoft.com/office/drawing/2014/main" id="{0FC86184-92A2-C954-29C2-CF5B233B8107}"/>
                  </a:ext>
                </a:extLst>
              </p:cNvPr>
              <p:cNvPicPr>
                <a:picLocks noChangeAspect="1"/>
              </p:cNvPicPr>
              <p:nvPr/>
            </p:nvPicPr>
            <p:blipFill>
              <a:blip r:embed="rId3"/>
              <a:srcRect l="52906" t="80070" r="37727" b="12777"/>
              <a:stretch>
                <a:fillRect/>
              </a:stretch>
            </p:blipFill>
            <p:spPr>
              <a:xfrm>
                <a:off x="6450014" y="5491163"/>
                <a:ext cx="1141412" cy="490537"/>
              </a:xfrm>
              <a:prstGeom prst="roundRect">
                <a:avLst>
                  <a:gd name="adj" fmla="val 14455"/>
                </a:avLst>
              </a:prstGeom>
            </p:spPr>
          </p:pic>
          <p:pic>
            <p:nvPicPr>
              <p:cNvPr id="125" name="Picture 124">
                <a:extLst>
                  <a:ext uri="{FF2B5EF4-FFF2-40B4-BE49-F238E27FC236}">
                    <a16:creationId xmlns:a16="http://schemas.microsoft.com/office/drawing/2014/main" id="{949BBC90-B854-394B-14CF-8EC8E76C2047}"/>
                  </a:ext>
                </a:extLst>
              </p:cNvPr>
              <p:cNvPicPr>
                <a:picLocks noChangeAspect="1"/>
              </p:cNvPicPr>
              <p:nvPr/>
            </p:nvPicPr>
            <p:blipFill>
              <a:blip r:embed="rId4"/>
              <a:srcRect l="62750" t="79323" r="26029" b="13564"/>
              <a:stretch>
                <a:fillRect/>
              </a:stretch>
            </p:blipFill>
            <p:spPr>
              <a:xfrm>
                <a:off x="7710900" y="5493807"/>
                <a:ext cx="1367366" cy="487893"/>
              </a:xfrm>
              <a:prstGeom prst="roundRect">
                <a:avLst>
                  <a:gd name="adj" fmla="val 14328"/>
                </a:avLst>
              </a:prstGeom>
            </p:spPr>
          </p:pic>
          <p:pic>
            <p:nvPicPr>
              <p:cNvPr id="126" name="Picture 125">
                <a:extLst>
                  <a:ext uri="{FF2B5EF4-FFF2-40B4-BE49-F238E27FC236}">
                    <a16:creationId xmlns:a16="http://schemas.microsoft.com/office/drawing/2014/main" id="{2D557B55-BC97-484A-22E5-D3C81C677F68}"/>
                  </a:ext>
                </a:extLst>
              </p:cNvPr>
              <p:cNvPicPr>
                <a:picLocks noChangeAspect="1"/>
              </p:cNvPicPr>
              <p:nvPr/>
            </p:nvPicPr>
            <p:blipFill>
              <a:blip r:embed="rId4"/>
              <a:srcRect l="74792" t="79328" r="15138" b="13565"/>
              <a:stretch>
                <a:fillRect/>
              </a:stretch>
            </p:blipFill>
            <p:spPr>
              <a:xfrm>
                <a:off x="9197740" y="5494337"/>
                <a:ext cx="1227137" cy="487363"/>
              </a:xfrm>
              <a:prstGeom prst="roundRect">
                <a:avLst>
                  <a:gd name="adj" fmla="val 12403"/>
                </a:avLst>
              </a:prstGeom>
            </p:spPr>
          </p:pic>
          <p:pic>
            <p:nvPicPr>
              <p:cNvPr id="129" name="Picture 128">
                <a:extLst>
                  <a:ext uri="{FF2B5EF4-FFF2-40B4-BE49-F238E27FC236}">
                    <a16:creationId xmlns:a16="http://schemas.microsoft.com/office/drawing/2014/main" id="{C4A3A17E-7787-D089-77DA-2EA8794DA8ED}"/>
                  </a:ext>
                </a:extLst>
              </p:cNvPr>
              <p:cNvPicPr>
                <a:picLocks noChangeAspect="1"/>
              </p:cNvPicPr>
              <p:nvPr/>
            </p:nvPicPr>
            <p:blipFill>
              <a:blip r:embed="rId4"/>
              <a:srcRect l="85657" t="79374" r="4454" b="13473"/>
              <a:stretch>
                <a:fillRect/>
              </a:stretch>
            </p:blipFill>
            <p:spPr>
              <a:xfrm>
                <a:off x="10544351" y="5492484"/>
                <a:ext cx="1204912" cy="490537"/>
              </a:xfrm>
              <a:prstGeom prst="roundRect">
                <a:avLst>
                  <a:gd name="adj" fmla="val 15644"/>
                </a:avLst>
              </a:prstGeom>
            </p:spPr>
          </p:pic>
        </p:grpSp>
        <p:cxnSp>
          <p:nvCxnSpPr>
            <p:cNvPr id="108" name="Straight Arrow Connector 107">
              <a:extLst>
                <a:ext uri="{FF2B5EF4-FFF2-40B4-BE49-F238E27FC236}">
                  <a16:creationId xmlns:a16="http://schemas.microsoft.com/office/drawing/2014/main" id="{C01D1009-D478-80F4-279E-4C5B4E89B109}"/>
                </a:ext>
              </a:extLst>
            </p:cNvPr>
            <p:cNvCxnSpPr>
              <a:cxnSpLocks/>
            </p:cNvCxnSpPr>
            <p:nvPr/>
          </p:nvCxnSpPr>
          <p:spPr bwMode="auto">
            <a:xfrm flipH="1">
              <a:off x="3684011" y="3162300"/>
              <a:ext cx="176796" cy="0"/>
            </a:xfrm>
            <a:prstGeom prst="straightConnector1">
              <a:avLst/>
            </a:prstGeom>
            <a:noFill/>
            <a:ln w="15875" cap="flat" cmpd="sng" algn="ctr">
              <a:solidFill>
                <a:srgbClr val="B60000"/>
              </a:solidFill>
              <a:prstDash val="solid"/>
              <a:round/>
              <a:headEnd type="none" w="med" len="med"/>
              <a:tailEnd type="none"/>
            </a:ln>
            <a:effectLst/>
          </p:spPr>
        </p:cxnSp>
        <p:cxnSp>
          <p:nvCxnSpPr>
            <p:cNvPr id="110" name="Straight Arrow Connector 109">
              <a:extLst>
                <a:ext uri="{FF2B5EF4-FFF2-40B4-BE49-F238E27FC236}">
                  <a16:creationId xmlns:a16="http://schemas.microsoft.com/office/drawing/2014/main" id="{88AFBF88-F19D-9E4E-0E2A-54AE5C02398B}"/>
                </a:ext>
              </a:extLst>
            </p:cNvPr>
            <p:cNvCxnSpPr>
              <a:cxnSpLocks/>
            </p:cNvCxnSpPr>
            <p:nvPr/>
          </p:nvCxnSpPr>
          <p:spPr bwMode="auto">
            <a:xfrm>
              <a:off x="3689129" y="2165131"/>
              <a:ext cx="0" cy="997169"/>
            </a:xfrm>
            <a:prstGeom prst="straightConnector1">
              <a:avLst/>
            </a:prstGeom>
            <a:noFill/>
            <a:ln w="15875" cap="flat" cmpd="sng" algn="ctr">
              <a:solidFill>
                <a:srgbClr val="B60000"/>
              </a:solidFill>
              <a:prstDash val="solid"/>
              <a:round/>
              <a:headEnd type="none" w="med" len="med"/>
              <a:tailEnd type="none"/>
            </a:ln>
            <a:effectLst/>
          </p:spPr>
        </p:cxnSp>
        <p:cxnSp>
          <p:nvCxnSpPr>
            <p:cNvPr id="112" name="Straight Arrow Connector 111">
              <a:extLst>
                <a:ext uri="{FF2B5EF4-FFF2-40B4-BE49-F238E27FC236}">
                  <a16:creationId xmlns:a16="http://schemas.microsoft.com/office/drawing/2014/main" id="{5C082BDF-E3FF-5998-9BCA-61FC998CCF17}"/>
                </a:ext>
              </a:extLst>
            </p:cNvPr>
            <p:cNvCxnSpPr>
              <a:cxnSpLocks/>
            </p:cNvCxnSpPr>
            <p:nvPr/>
          </p:nvCxnSpPr>
          <p:spPr bwMode="auto">
            <a:xfrm flipH="1">
              <a:off x="3541986" y="2158562"/>
              <a:ext cx="157653" cy="0"/>
            </a:xfrm>
            <a:prstGeom prst="straightConnector1">
              <a:avLst/>
            </a:prstGeom>
            <a:noFill/>
            <a:ln w="15875" cap="flat" cmpd="sng" algn="ctr">
              <a:solidFill>
                <a:srgbClr val="B60000"/>
              </a:solidFill>
              <a:prstDash val="solid"/>
              <a:round/>
              <a:headEnd type="none" w="med" len="med"/>
              <a:tailEnd type="triangle"/>
            </a:ln>
            <a:effectLst/>
          </p:spPr>
        </p:cxnSp>
        <p:sp>
          <p:nvSpPr>
            <p:cNvPr id="113" name="Rectangle: Rounded Corners 112">
              <a:extLst>
                <a:ext uri="{FF2B5EF4-FFF2-40B4-BE49-F238E27FC236}">
                  <a16:creationId xmlns:a16="http://schemas.microsoft.com/office/drawing/2014/main" id="{40E0B575-5562-D92E-E031-D71925EAFAB0}"/>
                </a:ext>
              </a:extLst>
            </p:cNvPr>
            <p:cNvSpPr/>
            <p:nvPr/>
          </p:nvSpPr>
          <p:spPr>
            <a:xfrm>
              <a:off x="3865040" y="2412999"/>
              <a:ext cx="4364558" cy="1864361"/>
            </a:xfrm>
            <a:prstGeom prst="roundRect">
              <a:avLst>
                <a:gd name="adj" fmla="val 2997"/>
              </a:avLst>
            </a:prstGeom>
            <a:noFill/>
            <a:ln w="12700" cap="flat">
              <a:solidFill>
                <a:schemeClr val="bg2">
                  <a:lumMod val="20000"/>
                  <a:lumOff val="80000"/>
                </a:schemeClr>
              </a:solidFill>
              <a:prstDash val="solid"/>
              <a:miter/>
            </a:ln>
            <a:effectLst/>
          </p:spPr>
          <p:txBody>
            <a:bodyPr rtlCol="0" anchor="ctr"/>
            <a:lstStyle/>
            <a:p>
              <a:pPr algn="l"/>
              <a:endParaRPr lang="en-IN"/>
            </a:p>
          </p:txBody>
        </p:sp>
      </p:grpSp>
    </p:spTree>
    <p:extLst>
      <p:ext uri="{BB962C8B-B14F-4D97-AF65-F5344CB8AC3E}">
        <p14:creationId xmlns:p14="http://schemas.microsoft.com/office/powerpoint/2010/main" val="70208212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Rectangle: Rounded Corners 145">
            <a:extLst>
              <a:ext uri="{FF2B5EF4-FFF2-40B4-BE49-F238E27FC236}">
                <a16:creationId xmlns:a16="http://schemas.microsoft.com/office/drawing/2014/main" id="{DC4F463D-F5C8-09B5-1AF7-116D47BC40DE}"/>
              </a:ext>
            </a:extLst>
          </p:cNvPr>
          <p:cNvSpPr/>
          <p:nvPr/>
        </p:nvSpPr>
        <p:spPr>
          <a:xfrm>
            <a:off x="533307" y="2161865"/>
            <a:ext cx="11543077" cy="2508003"/>
          </a:xfrm>
          <a:prstGeom prst="roundRect">
            <a:avLst>
              <a:gd name="adj" fmla="val 0"/>
            </a:avLst>
          </a:prstGeom>
          <a:solidFill>
            <a:schemeClr val="accent4">
              <a:lumMod val="20000"/>
              <a:lumOff val="80000"/>
            </a:schemeClr>
          </a:solidFill>
          <a:ln w="19050" cap="flat">
            <a:solidFill>
              <a:schemeClr val="accent1"/>
            </a:solidFill>
            <a:prstDash val="solid"/>
            <a:miter/>
          </a:ln>
          <a:effectLst/>
        </p:spPr>
        <p:txBody>
          <a:bodyPr rtlCol="0" anchor="ctr"/>
          <a:lstStyle/>
          <a:p>
            <a:pPr algn="ctr"/>
            <a:endParaRPr lang="en-US" sz="1200" b="1"/>
          </a:p>
        </p:txBody>
      </p:sp>
      <p:sp>
        <p:nvSpPr>
          <p:cNvPr id="6" name="Rectangle: Rounded Corners 5">
            <a:extLst>
              <a:ext uri="{FF2B5EF4-FFF2-40B4-BE49-F238E27FC236}">
                <a16:creationId xmlns:a16="http://schemas.microsoft.com/office/drawing/2014/main" id="{58A1730F-7E6A-EF1F-BF22-1D6840B26D41}"/>
              </a:ext>
            </a:extLst>
          </p:cNvPr>
          <p:cNvSpPr/>
          <p:nvPr/>
        </p:nvSpPr>
        <p:spPr>
          <a:xfrm>
            <a:off x="685427" y="2518097"/>
            <a:ext cx="1753934" cy="698643"/>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Profile Admins Ingest Knowledge Source for Knowledge Profile</a:t>
            </a:r>
            <a:endParaRPr lang="en-IN" sz="1200" b="1"/>
          </a:p>
        </p:txBody>
      </p:sp>
      <p:sp>
        <p:nvSpPr>
          <p:cNvPr id="10" name="Rectangle: Rounded Corners 9">
            <a:extLst>
              <a:ext uri="{FF2B5EF4-FFF2-40B4-BE49-F238E27FC236}">
                <a16:creationId xmlns:a16="http://schemas.microsoft.com/office/drawing/2014/main" id="{BDC3318C-4341-DB97-C17E-240A7216BFF7}"/>
              </a:ext>
            </a:extLst>
          </p:cNvPr>
          <p:cNvSpPr/>
          <p:nvPr/>
        </p:nvSpPr>
        <p:spPr>
          <a:xfrm>
            <a:off x="4515699" y="2518097"/>
            <a:ext cx="1698961" cy="698643"/>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Entity &amp; Attribute Discovery</a:t>
            </a:r>
          </a:p>
          <a:p>
            <a:pPr algn="ctr"/>
            <a:r>
              <a:rPr lang="en-US" sz="1050"/>
              <a:t>Compares existing Entity</a:t>
            </a:r>
            <a:endParaRPr lang="en-IN" sz="1050"/>
          </a:p>
        </p:txBody>
      </p:sp>
      <p:sp>
        <p:nvSpPr>
          <p:cNvPr id="21" name="Rectangle: Rounded Corners 20">
            <a:extLst>
              <a:ext uri="{FF2B5EF4-FFF2-40B4-BE49-F238E27FC236}">
                <a16:creationId xmlns:a16="http://schemas.microsoft.com/office/drawing/2014/main" id="{B3415669-EC66-BEBF-C535-4EEE377EA504}"/>
              </a:ext>
            </a:extLst>
          </p:cNvPr>
          <p:cNvSpPr/>
          <p:nvPr/>
        </p:nvSpPr>
        <p:spPr>
          <a:xfrm>
            <a:off x="5365569" y="3672254"/>
            <a:ext cx="1471380" cy="726908"/>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Admin Publishes Knowledge Model with version</a:t>
            </a:r>
          </a:p>
        </p:txBody>
      </p:sp>
      <p:sp>
        <p:nvSpPr>
          <p:cNvPr id="23" name="Rectangle: Rounded Corners 22">
            <a:extLst>
              <a:ext uri="{FF2B5EF4-FFF2-40B4-BE49-F238E27FC236}">
                <a16:creationId xmlns:a16="http://schemas.microsoft.com/office/drawing/2014/main" id="{2BF25BD6-F123-E7EF-3223-1317EB8767B8}"/>
              </a:ext>
            </a:extLst>
          </p:cNvPr>
          <p:cNvSpPr/>
          <p:nvPr/>
        </p:nvSpPr>
        <p:spPr>
          <a:xfrm>
            <a:off x="8072631" y="2428618"/>
            <a:ext cx="2248502" cy="877599"/>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Entity Resolver</a:t>
            </a:r>
          </a:p>
          <a:p>
            <a:pPr algn="ctr"/>
            <a:r>
              <a:rPr lang="en-US" sz="1200"/>
              <a:t>Canonical Entity / Synonyms, Aliases, Abbreviations, Renamed Concepts</a:t>
            </a:r>
            <a:endParaRPr lang="en-IN" sz="1200"/>
          </a:p>
        </p:txBody>
      </p:sp>
      <p:sp>
        <p:nvSpPr>
          <p:cNvPr id="25" name="Rectangle: Rounded Corners 24">
            <a:extLst>
              <a:ext uri="{FF2B5EF4-FFF2-40B4-BE49-F238E27FC236}">
                <a16:creationId xmlns:a16="http://schemas.microsoft.com/office/drawing/2014/main" id="{3A97FEE8-1BE9-8EAC-085F-6F6CF6B7D9AD}"/>
              </a:ext>
            </a:extLst>
          </p:cNvPr>
          <p:cNvSpPr/>
          <p:nvPr/>
        </p:nvSpPr>
        <p:spPr>
          <a:xfrm>
            <a:off x="7214732" y="3649818"/>
            <a:ext cx="2076338" cy="773391"/>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Ontology Relationship Builder </a:t>
            </a:r>
          </a:p>
          <a:p>
            <a:pPr algn="ctr"/>
            <a:r>
              <a:rPr lang="en-US" sz="1200"/>
              <a:t>Uploaded source based actual entity linkage</a:t>
            </a:r>
            <a:endParaRPr lang="en-IN" sz="1200"/>
          </a:p>
        </p:txBody>
      </p:sp>
      <p:sp>
        <p:nvSpPr>
          <p:cNvPr id="27" name="Rectangle: Rounded Corners 26">
            <a:extLst>
              <a:ext uri="{FF2B5EF4-FFF2-40B4-BE49-F238E27FC236}">
                <a16:creationId xmlns:a16="http://schemas.microsoft.com/office/drawing/2014/main" id="{ECC15CE7-5178-6814-8CE5-0E0BFFA98033}"/>
              </a:ext>
            </a:extLst>
          </p:cNvPr>
          <p:cNvSpPr/>
          <p:nvPr/>
        </p:nvSpPr>
        <p:spPr>
          <a:xfrm>
            <a:off x="644998" y="3522579"/>
            <a:ext cx="1825718" cy="1018916"/>
          </a:xfrm>
          <a:prstGeom prst="roundRect">
            <a:avLst/>
          </a:prstGeom>
          <a:solidFill>
            <a:schemeClr val="accent1">
              <a:lumMod val="40000"/>
              <a:lumOff val="60000"/>
            </a:schemeClr>
          </a:solidFill>
          <a:ln w="19050" cap="flat">
            <a:solidFill>
              <a:schemeClr val="accent5"/>
            </a:solidFill>
            <a:prstDash val="solid"/>
            <a:miter/>
          </a:ln>
          <a:effectLst/>
        </p:spPr>
        <p:txBody>
          <a:bodyPr rtlCol="0" anchor="ctr"/>
          <a:lstStyle/>
          <a:p>
            <a:pPr algn="ctr"/>
            <a:r>
              <a:rPr lang="en-US" sz="1200" b="1"/>
              <a:t>Knowledge Evolution</a:t>
            </a:r>
          </a:p>
          <a:p>
            <a:pPr algn="ctr"/>
            <a:r>
              <a:rPr lang="en-US" sz="800"/>
              <a:t>Self learning based on repeated occurrence of missing relationships from multiple knowledge source</a:t>
            </a:r>
            <a:endParaRPr lang="en-IN" sz="800"/>
          </a:p>
        </p:txBody>
      </p:sp>
      <p:cxnSp>
        <p:nvCxnSpPr>
          <p:cNvPr id="28" name="Straight Arrow Connector 27">
            <a:extLst>
              <a:ext uri="{FF2B5EF4-FFF2-40B4-BE49-F238E27FC236}">
                <a16:creationId xmlns:a16="http://schemas.microsoft.com/office/drawing/2014/main" id="{562B1035-9CD6-6D4E-C511-1778CAB0C428}"/>
              </a:ext>
            </a:extLst>
          </p:cNvPr>
          <p:cNvCxnSpPr>
            <a:cxnSpLocks/>
            <a:stCxn id="6" idx="3"/>
            <a:endCxn id="97" idx="1"/>
          </p:cNvCxnSpPr>
          <p:nvPr/>
        </p:nvCxnSpPr>
        <p:spPr bwMode="auto">
          <a:xfrm>
            <a:off x="2439361" y="2867419"/>
            <a:ext cx="240246" cy="0"/>
          </a:xfrm>
          <a:prstGeom prst="straightConnector1">
            <a:avLst/>
          </a:prstGeom>
          <a:noFill/>
          <a:ln w="28575" cap="flat" cmpd="sng" algn="ctr">
            <a:solidFill>
              <a:schemeClr val="accent3"/>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21DBD53B-B7D5-A18E-55F5-3FE4971BC7B9}"/>
              </a:ext>
            </a:extLst>
          </p:cNvPr>
          <p:cNvCxnSpPr>
            <a:cxnSpLocks/>
            <a:stCxn id="10" idx="3"/>
            <a:endCxn id="52" idx="1"/>
          </p:cNvCxnSpPr>
          <p:nvPr/>
        </p:nvCxnSpPr>
        <p:spPr bwMode="auto">
          <a:xfrm>
            <a:off x="6214660" y="2867419"/>
            <a:ext cx="364052" cy="6108"/>
          </a:xfrm>
          <a:prstGeom prst="straightConnector1">
            <a:avLst/>
          </a:prstGeom>
          <a:noFill/>
          <a:ln w="28575" cap="flat" cmpd="sng" algn="ctr">
            <a:solidFill>
              <a:schemeClr val="accent3"/>
            </a:solidFill>
            <a:prstDash val="solid"/>
            <a:round/>
            <a:headEnd type="none" w="med" len="med"/>
            <a:tailEnd type="triangle"/>
          </a:ln>
          <a:effectLst/>
        </p:spPr>
      </p:cxnSp>
      <p:cxnSp>
        <p:nvCxnSpPr>
          <p:cNvPr id="34" name="Straight Arrow Connector 33">
            <a:extLst>
              <a:ext uri="{FF2B5EF4-FFF2-40B4-BE49-F238E27FC236}">
                <a16:creationId xmlns:a16="http://schemas.microsoft.com/office/drawing/2014/main" id="{65F1EB0B-BF87-FB81-7D88-446FE261D6A9}"/>
              </a:ext>
            </a:extLst>
          </p:cNvPr>
          <p:cNvCxnSpPr>
            <a:cxnSpLocks/>
            <a:stCxn id="23" idx="3"/>
            <a:endCxn id="62" idx="1"/>
          </p:cNvCxnSpPr>
          <p:nvPr/>
        </p:nvCxnSpPr>
        <p:spPr bwMode="auto">
          <a:xfrm flipV="1">
            <a:off x="10321133" y="2857300"/>
            <a:ext cx="369599" cy="10118"/>
          </a:xfrm>
          <a:prstGeom prst="straightConnector1">
            <a:avLst/>
          </a:prstGeom>
          <a:noFill/>
          <a:ln w="28575" cap="flat" cmpd="sng" algn="ctr">
            <a:solidFill>
              <a:schemeClr val="accent3"/>
            </a:solidFill>
            <a:prstDash val="solid"/>
            <a:round/>
            <a:headEnd type="none" w="med" len="med"/>
            <a:tailEnd type="triangle"/>
          </a:ln>
          <a:effectLst/>
        </p:spPr>
      </p:cxnSp>
      <p:cxnSp>
        <p:nvCxnSpPr>
          <p:cNvPr id="37" name="Connector: Elbow 36">
            <a:extLst>
              <a:ext uri="{FF2B5EF4-FFF2-40B4-BE49-F238E27FC236}">
                <a16:creationId xmlns:a16="http://schemas.microsoft.com/office/drawing/2014/main" id="{737C7B3C-3411-7D28-EEF3-8E693E0E7FAB}"/>
              </a:ext>
            </a:extLst>
          </p:cNvPr>
          <p:cNvCxnSpPr>
            <a:cxnSpLocks/>
            <a:stCxn id="63" idx="3"/>
            <a:endCxn id="79" idx="3"/>
          </p:cNvCxnSpPr>
          <p:nvPr/>
        </p:nvCxnSpPr>
        <p:spPr bwMode="auto">
          <a:xfrm flipH="1">
            <a:off x="11733115" y="2846162"/>
            <a:ext cx="2511" cy="1190860"/>
          </a:xfrm>
          <a:prstGeom prst="bentConnector3">
            <a:avLst>
              <a:gd name="adj1" fmla="val -9103943"/>
            </a:avLst>
          </a:prstGeom>
          <a:noFill/>
          <a:ln w="28575" cap="flat" cmpd="sng" algn="ctr">
            <a:solidFill>
              <a:schemeClr val="accent3"/>
            </a:solidFill>
            <a:prstDash val="solid"/>
            <a:round/>
            <a:headEnd type="none" w="med" len="med"/>
            <a:tailEnd type="triangle"/>
          </a:ln>
          <a:effectLst/>
        </p:spPr>
      </p:cxnSp>
      <p:cxnSp>
        <p:nvCxnSpPr>
          <p:cNvPr id="40" name="Straight Arrow Connector 39">
            <a:extLst>
              <a:ext uri="{FF2B5EF4-FFF2-40B4-BE49-F238E27FC236}">
                <a16:creationId xmlns:a16="http://schemas.microsoft.com/office/drawing/2014/main" id="{551111D1-8CCE-1463-6F1B-8AF4ED4D9B20}"/>
              </a:ext>
            </a:extLst>
          </p:cNvPr>
          <p:cNvCxnSpPr>
            <a:cxnSpLocks/>
            <a:stCxn id="25" idx="1"/>
            <a:endCxn id="21" idx="3"/>
          </p:cNvCxnSpPr>
          <p:nvPr/>
        </p:nvCxnSpPr>
        <p:spPr bwMode="auto">
          <a:xfrm flipH="1" flipV="1">
            <a:off x="6836949" y="4035708"/>
            <a:ext cx="377783" cy="806"/>
          </a:xfrm>
          <a:prstGeom prst="straightConnector1">
            <a:avLst/>
          </a:prstGeom>
          <a:noFill/>
          <a:ln w="28575" cap="flat" cmpd="sng" algn="ctr">
            <a:solidFill>
              <a:schemeClr val="accent3"/>
            </a:solidFill>
            <a:prstDash val="solid"/>
            <a:round/>
            <a:headEnd type="none" w="med" len="med"/>
            <a:tailEnd type="triangle"/>
          </a:ln>
          <a:effectLst/>
        </p:spPr>
      </p:cxnSp>
      <p:sp>
        <p:nvSpPr>
          <p:cNvPr id="41" name="Title 1">
            <a:extLst>
              <a:ext uri="{FF2B5EF4-FFF2-40B4-BE49-F238E27FC236}">
                <a16:creationId xmlns:a16="http://schemas.microsoft.com/office/drawing/2014/main" id="{D2AEA910-7F84-16FB-4AF7-9D7FA39EDF2B}"/>
              </a:ext>
            </a:extLst>
          </p:cNvPr>
          <p:cNvSpPr>
            <a:spLocks noGrp="1"/>
          </p:cNvSpPr>
          <p:nvPr>
            <p:ph type="title"/>
          </p:nvPr>
        </p:nvSpPr>
        <p:spPr>
          <a:xfrm>
            <a:off x="1044205" y="351138"/>
            <a:ext cx="10744985" cy="522579"/>
          </a:xfrm>
        </p:spPr>
        <p:txBody>
          <a:bodyPr/>
          <a:lstStyle/>
          <a:p>
            <a:r>
              <a:rPr lang="en-US"/>
              <a:t>Ingestion Layer Workflow</a:t>
            </a:r>
            <a:endParaRPr lang="en-IN"/>
          </a:p>
        </p:txBody>
      </p:sp>
      <p:grpSp>
        <p:nvGrpSpPr>
          <p:cNvPr id="51" name="Group 50">
            <a:extLst>
              <a:ext uri="{FF2B5EF4-FFF2-40B4-BE49-F238E27FC236}">
                <a16:creationId xmlns:a16="http://schemas.microsoft.com/office/drawing/2014/main" id="{BFC0830B-AE5A-614C-995C-E6C2790DA3ED}"/>
              </a:ext>
            </a:extLst>
          </p:cNvPr>
          <p:cNvGrpSpPr/>
          <p:nvPr/>
        </p:nvGrpSpPr>
        <p:grpSpPr>
          <a:xfrm>
            <a:off x="6578712" y="2256608"/>
            <a:ext cx="1127039" cy="1233838"/>
            <a:chOff x="2572339" y="2353699"/>
            <a:chExt cx="1127039" cy="1233838"/>
          </a:xfrm>
          <a:solidFill>
            <a:srgbClr val="FFFFFF"/>
          </a:solidFill>
        </p:grpSpPr>
        <p:sp>
          <p:nvSpPr>
            <p:cNvPr id="52" name="Diamond 51">
              <a:extLst>
                <a:ext uri="{FF2B5EF4-FFF2-40B4-BE49-F238E27FC236}">
                  <a16:creationId xmlns:a16="http://schemas.microsoft.com/office/drawing/2014/main" id="{CB1395C4-22ED-2061-38EE-462A8587C8E9}"/>
                </a:ext>
              </a:extLst>
            </p:cNvPr>
            <p:cNvSpPr/>
            <p:nvPr/>
          </p:nvSpPr>
          <p:spPr>
            <a:xfrm>
              <a:off x="2572339" y="2353699"/>
              <a:ext cx="1127039" cy="1233838"/>
            </a:xfrm>
            <a:prstGeom prst="diamond">
              <a:avLst/>
            </a:prstGeom>
            <a:grpFill/>
            <a:ln w="19050" cap="flat">
              <a:solidFill>
                <a:schemeClr val="accent1"/>
              </a:solidFill>
              <a:prstDash val="solid"/>
              <a:miter/>
            </a:ln>
            <a:effectLst/>
          </p:spPr>
          <p:txBody>
            <a:bodyPr rtlCol="0" anchor="ctr"/>
            <a:lstStyle/>
            <a:p>
              <a:pPr algn="l"/>
              <a:endParaRPr lang="en-IN" sz="500"/>
            </a:p>
          </p:txBody>
        </p:sp>
        <p:sp>
          <p:nvSpPr>
            <p:cNvPr id="53" name="TextBox 52">
              <a:extLst>
                <a:ext uri="{FF2B5EF4-FFF2-40B4-BE49-F238E27FC236}">
                  <a16:creationId xmlns:a16="http://schemas.microsoft.com/office/drawing/2014/main" id="{CCD93DB5-500A-C024-C419-E32F1CBAAD14}"/>
                </a:ext>
              </a:extLst>
            </p:cNvPr>
            <p:cNvSpPr txBox="1"/>
            <p:nvPr/>
          </p:nvSpPr>
          <p:spPr>
            <a:xfrm>
              <a:off x="2713879" y="2538494"/>
              <a:ext cx="830676" cy="738664"/>
            </a:xfrm>
            <a:prstGeom prst="rect">
              <a:avLst/>
            </a:prstGeom>
            <a:noFill/>
          </p:spPr>
          <p:txBody>
            <a:bodyPr wrap="none" rtlCol="0" anchor="t">
              <a:spAutoFit/>
            </a:bodyPr>
            <a:lstStyle/>
            <a:p>
              <a:pPr algn="ctr" defTabSz="914400">
                <a:buClr>
                  <a:schemeClr val="bg2"/>
                </a:buClr>
                <a:tabLst/>
              </a:pPr>
              <a:r>
                <a:rPr lang="en-US" sz="1050" kern="0">
                  <a:solidFill>
                    <a:schemeClr val="bg2"/>
                  </a:solidFill>
                </a:rPr>
                <a:t>Admin </a:t>
              </a:r>
            </a:p>
            <a:p>
              <a:pPr algn="ctr" defTabSz="914400">
                <a:buClr>
                  <a:schemeClr val="bg2"/>
                </a:buClr>
                <a:tabLst/>
              </a:pPr>
              <a:r>
                <a:rPr lang="en-US" sz="1050" kern="0">
                  <a:solidFill>
                    <a:schemeClr val="bg2"/>
                  </a:solidFill>
                </a:rPr>
                <a:t>Modifies / </a:t>
              </a:r>
            </a:p>
            <a:p>
              <a:pPr algn="ctr" defTabSz="914400">
                <a:buClr>
                  <a:schemeClr val="bg2"/>
                </a:buClr>
                <a:tabLst/>
              </a:pPr>
              <a:r>
                <a:rPr lang="en-US" sz="1050" kern="0">
                  <a:solidFill>
                    <a:schemeClr val="bg2"/>
                  </a:solidFill>
                </a:rPr>
                <a:t>Qualifies</a:t>
              </a:r>
            </a:p>
            <a:p>
              <a:pPr algn="ctr" defTabSz="914400">
                <a:buClr>
                  <a:schemeClr val="bg2"/>
                </a:buClr>
                <a:tabLst/>
              </a:pPr>
              <a:r>
                <a:rPr lang="en-US" sz="1050" kern="0">
                  <a:solidFill>
                    <a:schemeClr val="bg2"/>
                  </a:solidFill>
                </a:rPr>
                <a:t>Knowledge</a:t>
              </a:r>
            </a:p>
          </p:txBody>
        </p:sp>
      </p:grpSp>
      <p:cxnSp>
        <p:nvCxnSpPr>
          <p:cNvPr id="56" name="Straight Arrow Connector 55">
            <a:extLst>
              <a:ext uri="{FF2B5EF4-FFF2-40B4-BE49-F238E27FC236}">
                <a16:creationId xmlns:a16="http://schemas.microsoft.com/office/drawing/2014/main" id="{8DE0B5F2-1FE9-8530-82A9-30AD292E6922}"/>
              </a:ext>
            </a:extLst>
          </p:cNvPr>
          <p:cNvCxnSpPr>
            <a:cxnSpLocks/>
            <a:stCxn id="52" idx="3"/>
            <a:endCxn id="23" idx="1"/>
          </p:cNvCxnSpPr>
          <p:nvPr/>
        </p:nvCxnSpPr>
        <p:spPr bwMode="auto">
          <a:xfrm flipV="1">
            <a:off x="7705751" y="2867418"/>
            <a:ext cx="366880" cy="6109"/>
          </a:xfrm>
          <a:prstGeom prst="straightConnector1">
            <a:avLst/>
          </a:prstGeom>
          <a:noFill/>
          <a:ln w="28575" cap="flat" cmpd="sng" algn="ctr">
            <a:solidFill>
              <a:schemeClr val="accent3"/>
            </a:solidFill>
            <a:prstDash val="solid"/>
            <a:round/>
            <a:headEnd type="none" w="med" len="med"/>
            <a:tailEnd type="triangle"/>
          </a:ln>
          <a:effectLst/>
        </p:spPr>
      </p:cxnSp>
      <p:grpSp>
        <p:nvGrpSpPr>
          <p:cNvPr id="61" name="Group 60">
            <a:extLst>
              <a:ext uri="{FF2B5EF4-FFF2-40B4-BE49-F238E27FC236}">
                <a16:creationId xmlns:a16="http://schemas.microsoft.com/office/drawing/2014/main" id="{24468666-316B-7846-9CC3-2FA0F7B6036C}"/>
              </a:ext>
            </a:extLst>
          </p:cNvPr>
          <p:cNvGrpSpPr/>
          <p:nvPr/>
        </p:nvGrpSpPr>
        <p:grpSpPr>
          <a:xfrm>
            <a:off x="10656484" y="2345739"/>
            <a:ext cx="1079142" cy="1023121"/>
            <a:chOff x="2545199" y="2459314"/>
            <a:chExt cx="1079142" cy="1023121"/>
          </a:xfrm>
          <a:solidFill>
            <a:srgbClr val="FFFFFF"/>
          </a:solidFill>
        </p:grpSpPr>
        <p:sp>
          <p:nvSpPr>
            <p:cNvPr id="62" name="Diamond 61">
              <a:extLst>
                <a:ext uri="{FF2B5EF4-FFF2-40B4-BE49-F238E27FC236}">
                  <a16:creationId xmlns:a16="http://schemas.microsoft.com/office/drawing/2014/main" id="{370AF57B-1678-C92F-BCEF-2D5AE8F25B59}"/>
                </a:ext>
              </a:extLst>
            </p:cNvPr>
            <p:cNvSpPr/>
            <p:nvPr/>
          </p:nvSpPr>
          <p:spPr>
            <a:xfrm>
              <a:off x="2579447" y="2459314"/>
              <a:ext cx="967959" cy="1023121"/>
            </a:xfrm>
            <a:prstGeom prst="diamond">
              <a:avLst/>
            </a:prstGeom>
            <a:grpFill/>
            <a:ln w="19050" cap="flat">
              <a:solidFill>
                <a:schemeClr val="accent1"/>
              </a:solidFill>
              <a:prstDash val="solid"/>
              <a:miter/>
            </a:ln>
            <a:effectLst/>
          </p:spPr>
          <p:txBody>
            <a:bodyPr rtlCol="0" anchor="ctr"/>
            <a:lstStyle/>
            <a:p>
              <a:pPr algn="l"/>
              <a:endParaRPr lang="en-IN" sz="500"/>
            </a:p>
          </p:txBody>
        </p:sp>
        <p:sp>
          <p:nvSpPr>
            <p:cNvPr id="63" name="TextBox 62">
              <a:extLst>
                <a:ext uri="{FF2B5EF4-FFF2-40B4-BE49-F238E27FC236}">
                  <a16:creationId xmlns:a16="http://schemas.microsoft.com/office/drawing/2014/main" id="{D06AB7B1-81C9-E085-3545-AA1E67D9005A}"/>
                </a:ext>
              </a:extLst>
            </p:cNvPr>
            <p:cNvSpPr txBox="1"/>
            <p:nvPr/>
          </p:nvSpPr>
          <p:spPr>
            <a:xfrm>
              <a:off x="2545199" y="2832779"/>
              <a:ext cx="1079142" cy="253916"/>
            </a:xfrm>
            <a:prstGeom prst="rect">
              <a:avLst/>
            </a:prstGeom>
            <a:noFill/>
          </p:spPr>
          <p:txBody>
            <a:bodyPr wrap="none" rtlCol="0" anchor="t">
              <a:spAutoFit/>
            </a:bodyPr>
            <a:lstStyle/>
            <a:p>
              <a:pPr algn="l" defTabSz="914400">
                <a:buClr>
                  <a:schemeClr val="bg2"/>
                </a:buClr>
                <a:tabLst/>
              </a:pPr>
              <a:r>
                <a:rPr lang="en-US" sz="1050" kern="0">
                  <a:solidFill>
                    <a:schemeClr val="bg2"/>
                  </a:solidFill>
                </a:rPr>
                <a:t>Admin Modifies</a:t>
              </a:r>
            </a:p>
          </p:txBody>
        </p:sp>
      </p:grpSp>
      <p:sp>
        <p:nvSpPr>
          <p:cNvPr id="79" name="Rectangle: Rounded Corners 78">
            <a:extLst>
              <a:ext uri="{FF2B5EF4-FFF2-40B4-BE49-F238E27FC236}">
                <a16:creationId xmlns:a16="http://schemas.microsoft.com/office/drawing/2014/main" id="{D0CF5DE9-8C84-5BFA-D6D2-6F19DBD8E9C8}"/>
              </a:ext>
            </a:extLst>
          </p:cNvPr>
          <p:cNvSpPr/>
          <p:nvPr/>
        </p:nvSpPr>
        <p:spPr>
          <a:xfrm>
            <a:off x="9656777" y="3650326"/>
            <a:ext cx="2076338" cy="773391"/>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Entity level policy (Optional)</a:t>
            </a:r>
          </a:p>
          <a:p>
            <a:pPr algn="ctr"/>
            <a:r>
              <a:rPr lang="en-US" sz="1200"/>
              <a:t>Create Policies only for exceptional entities</a:t>
            </a:r>
            <a:endParaRPr lang="en-IN" sz="1200"/>
          </a:p>
        </p:txBody>
      </p:sp>
      <p:cxnSp>
        <p:nvCxnSpPr>
          <p:cNvPr id="86" name="Straight Arrow Connector 85">
            <a:extLst>
              <a:ext uri="{FF2B5EF4-FFF2-40B4-BE49-F238E27FC236}">
                <a16:creationId xmlns:a16="http://schemas.microsoft.com/office/drawing/2014/main" id="{6F5138C5-E1B3-11A8-75EA-148782280EB4}"/>
              </a:ext>
            </a:extLst>
          </p:cNvPr>
          <p:cNvCxnSpPr>
            <a:cxnSpLocks/>
            <a:stCxn id="79" idx="1"/>
            <a:endCxn id="25" idx="3"/>
          </p:cNvCxnSpPr>
          <p:nvPr/>
        </p:nvCxnSpPr>
        <p:spPr bwMode="auto">
          <a:xfrm flipH="1" flipV="1">
            <a:off x="9291070" y="4036514"/>
            <a:ext cx="365707" cy="508"/>
          </a:xfrm>
          <a:prstGeom prst="straightConnector1">
            <a:avLst/>
          </a:prstGeom>
          <a:noFill/>
          <a:ln w="28575" cap="flat" cmpd="sng" algn="ctr">
            <a:solidFill>
              <a:schemeClr val="accent3"/>
            </a:solidFill>
            <a:prstDash val="solid"/>
            <a:round/>
            <a:headEnd type="none" w="med" len="med"/>
            <a:tailEnd type="triangle"/>
          </a:ln>
          <a:effectLst/>
        </p:spPr>
      </p:cxnSp>
      <p:sp>
        <p:nvSpPr>
          <p:cNvPr id="97" name="Rectangle: Rounded Corners 96">
            <a:extLst>
              <a:ext uri="{FF2B5EF4-FFF2-40B4-BE49-F238E27FC236}">
                <a16:creationId xmlns:a16="http://schemas.microsoft.com/office/drawing/2014/main" id="{4D7E2919-0270-CDC3-3EFF-CEC2A75A9479}"/>
              </a:ext>
            </a:extLst>
          </p:cNvPr>
          <p:cNvSpPr/>
          <p:nvPr/>
        </p:nvSpPr>
        <p:spPr>
          <a:xfrm>
            <a:off x="2679607" y="2518097"/>
            <a:ext cx="1535039" cy="698643"/>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Transformed data stored internally</a:t>
            </a:r>
          </a:p>
          <a:p>
            <a:pPr algn="ctr"/>
            <a:r>
              <a:rPr lang="en-US" sz="1100"/>
              <a:t>Blob storage </a:t>
            </a:r>
            <a:r>
              <a:rPr lang="en-US" sz="1100" err="1"/>
              <a:t>etc</a:t>
            </a:r>
            <a:endParaRPr lang="en-IN" sz="1100"/>
          </a:p>
        </p:txBody>
      </p:sp>
      <p:cxnSp>
        <p:nvCxnSpPr>
          <p:cNvPr id="112" name="Straight Arrow Connector 111">
            <a:extLst>
              <a:ext uri="{FF2B5EF4-FFF2-40B4-BE49-F238E27FC236}">
                <a16:creationId xmlns:a16="http://schemas.microsoft.com/office/drawing/2014/main" id="{B337C80A-FCAA-0832-048A-E05C90E46382}"/>
              </a:ext>
            </a:extLst>
          </p:cNvPr>
          <p:cNvCxnSpPr>
            <a:cxnSpLocks/>
            <a:stCxn id="97" idx="3"/>
            <a:endCxn id="10" idx="1"/>
          </p:cNvCxnSpPr>
          <p:nvPr/>
        </p:nvCxnSpPr>
        <p:spPr bwMode="auto">
          <a:xfrm>
            <a:off x="4214646" y="2867419"/>
            <a:ext cx="301053" cy="0"/>
          </a:xfrm>
          <a:prstGeom prst="straightConnector1">
            <a:avLst/>
          </a:prstGeom>
          <a:noFill/>
          <a:ln w="28575" cap="flat" cmpd="sng" algn="ctr">
            <a:solidFill>
              <a:schemeClr val="accent3"/>
            </a:solidFill>
            <a:prstDash val="solid"/>
            <a:round/>
            <a:headEnd type="none" w="med" len="med"/>
            <a:tailEnd type="triangle"/>
          </a:ln>
          <a:effectLst/>
        </p:spPr>
      </p:cxnSp>
      <p:sp>
        <p:nvSpPr>
          <p:cNvPr id="119" name="Cylinder 118">
            <a:extLst>
              <a:ext uri="{FF2B5EF4-FFF2-40B4-BE49-F238E27FC236}">
                <a16:creationId xmlns:a16="http://schemas.microsoft.com/office/drawing/2014/main" id="{20855495-EBE1-9ECE-E11A-293DA7222A3E}"/>
              </a:ext>
            </a:extLst>
          </p:cNvPr>
          <p:cNvSpPr/>
          <p:nvPr/>
        </p:nvSpPr>
        <p:spPr>
          <a:xfrm>
            <a:off x="4200704" y="3606660"/>
            <a:ext cx="767213" cy="869290"/>
          </a:xfrm>
          <a:prstGeom prst="can">
            <a:avLst>
              <a:gd name="adj" fmla="val 24270"/>
            </a:avLst>
          </a:prstGeom>
          <a:solidFill>
            <a:srgbClr val="FFFFFF"/>
          </a:solidFill>
          <a:ln w="19050" cap="flat">
            <a:solidFill>
              <a:schemeClr val="tx2">
                <a:lumMod val="90000"/>
              </a:schemeClr>
            </a:solidFill>
            <a:prstDash val="solid"/>
            <a:miter/>
          </a:ln>
          <a:effectLst/>
        </p:spPr>
        <p:txBody>
          <a:bodyPr rtlCol="0" anchor="ctr"/>
          <a:lstStyle/>
          <a:p>
            <a:pPr algn="l"/>
            <a:endParaRPr lang="en-IN"/>
          </a:p>
        </p:txBody>
      </p:sp>
      <p:sp>
        <p:nvSpPr>
          <p:cNvPr id="123" name="TextBox 122">
            <a:extLst>
              <a:ext uri="{FF2B5EF4-FFF2-40B4-BE49-F238E27FC236}">
                <a16:creationId xmlns:a16="http://schemas.microsoft.com/office/drawing/2014/main" id="{5A292CAD-CE42-EDF2-0613-19250B8B50B5}"/>
              </a:ext>
            </a:extLst>
          </p:cNvPr>
          <p:cNvSpPr txBox="1"/>
          <p:nvPr/>
        </p:nvSpPr>
        <p:spPr>
          <a:xfrm>
            <a:off x="4099168" y="3833555"/>
            <a:ext cx="987899" cy="577081"/>
          </a:xfrm>
          <a:prstGeom prst="rect">
            <a:avLst/>
          </a:prstGeom>
          <a:noFill/>
        </p:spPr>
        <p:txBody>
          <a:bodyPr wrap="square" rtlCol="0" anchor="t">
            <a:spAutoFit/>
          </a:bodyPr>
          <a:lstStyle/>
          <a:p>
            <a:pPr algn="ctr" defTabSz="914400">
              <a:buClr>
                <a:schemeClr val="bg2"/>
              </a:buClr>
              <a:tabLst/>
            </a:pPr>
            <a:r>
              <a:rPr lang="en-US" sz="1050" b="1" kern="0">
                <a:solidFill>
                  <a:schemeClr val="bg2"/>
                </a:solidFill>
              </a:rPr>
              <a:t>Knowledge Model Schema</a:t>
            </a:r>
            <a:endParaRPr lang="en-IN" sz="1100" b="1" kern="0">
              <a:solidFill>
                <a:schemeClr val="bg2"/>
              </a:solidFill>
            </a:endParaRPr>
          </a:p>
        </p:txBody>
      </p:sp>
      <p:cxnSp>
        <p:nvCxnSpPr>
          <p:cNvPr id="125" name="Straight Arrow Connector 124">
            <a:extLst>
              <a:ext uri="{FF2B5EF4-FFF2-40B4-BE49-F238E27FC236}">
                <a16:creationId xmlns:a16="http://schemas.microsoft.com/office/drawing/2014/main" id="{0FF7B799-0B64-C8B1-BF61-DEB43C30D661}"/>
              </a:ext>
            </a:extLst>
          </p:cNvPr>
          <p:cNvCxnSpPr>
            <a:cxnSpLocks/>
            <a:stCxn id="21" idx="1"/>
            <a:endCxn id="119" idx="4"/>
          </p:cNvCxnSpPr>
          <p:nvPr/>
        </p:nvCxnSpPr>
        <p:spPr bwMode="auto">
          <a:xfrm flipH="1">
            <a:off x="4967917" y="4035708"/>
            <a:ext cx="397652" cy="5597"/>
          </a:xfrm>
          <a:prstGeom prst="straightConnector1">
            <a:avLst/>
          </a:prstGeom>
          <a:noFill/>
          <a:ln w="28575" cap="flat" cmpd="sng" algn="ctr">
            <a:solidFill>
              <a:schemeClr val="accent3"/>
            </a:solidFill>
            <a:prstDash val="solid"/>
            <a:round/>
            <a:headEnd type="none" w="med" len="med"/>
            <a:tailEnd type="triangle"/>
          </a:ln>
          <a:effectLst/>
        </p:spPr>
      </p:cxnSp>
      <p:cxnSp>
        <p:nvCxnSpPr>
          <p:cNvPr id="147" name="Straight Arrow Connector 146">
            <a:extLst>
              <a:ext uri="{FF2B5EF4-FFF2-40B4-BE49-F238E27FC236}">
                <a16:creationId xmlns:a16="http://schemas.microsoft.com/office/drawing/2014/main" id="{CBB6CB4E-92C4-C179-6CAD-6DCE92FC38FF}"/>
              </a:ext>
            </a:extLst>
          </p:cNvPr>
          <p:cNvCxnSpPr>
            <a:cxnSpLocks/>
            <a:stCxn id="27" idx="3"/>
            <a:endCxn id="150" idx="1"/>
          </p:cNvCxnSpPr>
          <p:nvPr/>
        </p:nvCxnSpPr>
        <p:spPr bwMode="auto">
          <a:xfrm>
            <a:off x="2470716" y="4032037"/>
            <a:ext cx="305029" cy="3917"/>
          </a:xfrm>
          <a:prstGeom prst="straightConnector1">
            <a:avLst/>
          </a:prstGeom>
          <a:noFill/>
          <a:ln w="28575" cap="flat" cmpd="sng" algn="ctr">
            <a:solidFill>
              <a:schemeClr val="accent3"/>
            </a:solidFill>
            <a:prstDash val="solid"/>
            <a:round/>
            <a:headEnd type="none" w="med" len="med"/>
            <a:tailEnd type="triangle"/>
          </a:ln>
          <a:effectLst/>
        </p:spPr>
      </p:cxnSp>
      <p:grpSp>
        <p:nvGrpSpPr>
          <p:cNvPr id="149" name="Group 148">
            <a:extLst>
              <a:ext uri="{FF2B5EF4-FFF2-40B4-BE49-F238E27FC236}">
                <a16:creationId xmlns:a16="http://schemas.microsoft.com/office/drawing/2014/main" id="{6651A295-538D-EADE-498F-9B95A5A546CB}"/>
              </a:ext>
            </a:extLst>
          </p:cNvPr>
          <p:cNvGrpSpPr/>
          <p:nvPr/>
        </p:nvGrpSpPr>
        <p:grpSpPr>
          <a:xfrm>
            <a:off x="2775745" y="3524393"/>
            <a:ext cx="1109420" cy="1023121"/>
            <a:chOff x="2579447" y="2459314"/>
            <a:chExt cx="1109420" cy="1023121"/>
          </a:xfrm>
          <a:solidFill>
            <a:srgbClr val="FFFFFF"/>
          </a:solidFill>
        </p:grpSpPr>
        <p:sp>
          <p:nvSpPr>
            <p:cNvPr id="150" name="Diamond 149">
              <a:extLst>
                <a:ext uri="{FF2B5EF4-FFF2-40B4-BE49-F238E27FC236}">
                  <a16:creationId xmlns:a16="http://schemas.microsoft.com/office/drawing/2014/main" id="{85B7A279-4744-1B7D-F770-EBEDD715C841}"/>
                </a:ext>
              </a:extLst>
            </p:cNvPr>
            <p:cNvSpPr/>
            <p:nvPr/>
          </p:nvSpPr>
          <p:spPr>
            <a:xfrm>
              <a:off x="2579447" y="2459314"/>
              <a:ext cx="1109420" cy="1023121"/>
            </a:xfrm>
            <a:prstGeom prst="diamond">
              <a:avLst/>
            </a:prstGeom>
            <a:grpFill/>
            <a:ln w="19050" cap="flat">
              <a:solidFill>
                <a:schemeClr val="accent1"/>
              </a:solidFill>
              <a:prstDash val="solid"/>
              <a:miter/>
            </a:ln>
            <a:effectLst/>
          </p:spPr>
          <p:txBody>
            <a:bodyPr rtlCol="0" anchor="ctr"/>
            <a:lstStyle/>
            <a:p>
              <a:pPr algn="l"/>
              <a:endParaRPr lang="en-IN" sz="500"/>
            </a:p>
          </p:txBody>
        </p:sp>
        <p:sp>
          <p:nvSpPr>
            <p:cNvPr id="151" name="TextBox 150">
              <a:extLst>
                <a:ext uri="{FF2B5EF4-FFF2-40B4-BE49-F238E27FC236}">
                  <a16:creationId xmlns:a16="http://schemas.microsoft.com/office/drawing/2014/main" id="{E61D84EC-A18B-E4CB-AA89-379D6E7DBB12}"/>
                </a:ext>
              </a:extLst>
            </p:cNvPr>
            <p:cNvSpPr txBox="1"/>
            <p:nvPr/>
          </p:nvSpPr>
          <p:spPr>
            <a:xfrm>
              <a:off x="2587239" y="2801249"/>
              <a:ext cx="1083951" cy="415498"/>
            </a:xfrm>
            <a:prstGeom prst="rect">
              <a:avLst/>
            </a:prstGeom>
            <a:noFill/>
          </p:spPr>
          <p:txBody>
            <a:bodyPr wrap="none" rtlCol="0" anchor="t">
              <a:spAutoFit/>
            </a:bodyPr>
            <a:lstStyle/>
            <a:p>
              <a:pPr algn="ctr" defTabSz="914400">
                <a:buClr>
                  <a:schemeClr val="bg2"/>
                </a:buClr>
                <a:tabLst/>
              </a:pPr>
              <a:r>
                <a:rPr lang="en-US" sz="1050" kern="0">
                  <a:solidFill>
                    <a:schemeClr val="bg2"/>
                  </a:solidFill>
                </a:rPr>
                <a:t>Admin Qualifies</a:t>
              </a:r>
            </a:p>
            <a:p>
              <a:pPr algn="ctr" defTabSz="914400">
                <a:buClr>
                  <a:schemeClr val="bg2"/>
                </a:buClr>
                <a:tabLst/>
              </a:pPr>
              <a:r>
                <a:rPr lang="en-US" sz="1050" kern="0">
                  <a:solidFill>
                    <a:schemeClr val="bg2"/>
                  </a:solidFill>
                </a:rPr>
                <a:t>Suggestions</a:t>
              </a:r>
            </a:p>
          </p:txBody>
        </p:sp>
      </p:grpSp>
      <p:cxnSp>
        <p:nvCxnSpPr>
          <p:cNvPr id="166" name="Straight Arrow Connector 165">
            <a:extLst>
              <a:ext uri="{FF2B5EF4-FFF2-40B4-BE49-F238E27FC236}">
                <a16:creationId xmlns:a16="http://schemas.microsoft.com/office/drawing/2014/main" id="{B97E1FC5-4A87-89EC-AFEA-8D6087C84CBC}"/>
              </a:ext>
            </a:extLst>
          </p:cNvPr>
          <p:cNvCxnSpPr>
            <a:cxnSpLocks/>
            <a:stCxn id="150" idx="3"/>
            <a:endCxn id="119" idx="2"/>
          </p:cNvCxnSpPr>
          <p:nvPr/>
        </p:nvCxnSpPr>
        <p:spPr bwMode="auto">
          <a:xfrm>
            <a:off x="3885165" y="4035954"/>
            <a:ext cx="315539" cy="5351"/>
          </a:xfrm>
          <a:prstGeom prst="straightConnector1">
            <a:avLst/>
          </a:prstGeom>
          <a:noFill/>
          <a:ln w="28575" cap="flat" cmpd="sng" algn="ctr">
            <a:solidFill>
              <a:schemeClr val="accent3"/>
            </a:solidFill>
            <a:prstDash val="solid"/>
            <a:round/>
            <a:headEnd type="none" w="med" len="med"/>
            <a:tailEnd type="triangle"/>
          </a:ln>
          <a:effectLst/>
        </p:spPr>
      </p:cxnSp>
      <p:sp>
        <p:nvSpPr>
          <p:cNvPr id="176" name="Rectangle: Rounded Corners 175">
            <a:extLst>
              <a:ext uri="{FF2B5EF4-FFF2-40B4-BE49-F238E27FC236}">
                <a16:creationId xmlns:a16="http://schemas.microsoft.com/office/drawing/2014/main" id="{94C24C1A-30E7-776E-492D-4F7E51F58CD7}"/>
              </a:ext>
            </a:extLst>
          </p:cNvPr>
          <p:cNvSpPr/>
          <p:nvPr/>
        </p:nvSpPr>
        <p:spPr>
          <a:xfrm>
            <a:off x="533307" y="4664850"/>
            <a:ext cx="11543077" cy="1957705"/>
          </a:xfrm>
          <a:prstGeom prst="roundRect">
            <a:avLst>
              <a:gd name="adj" fmla="val 0"/>
            </a:avLst>
          </a:prstGeom>
          <a:solidFill>
            <a:schemeClr val="accent6">
              <a:lumMod val="20000"/>
              <a:lumOff val="80000"/>
            </a:schemeClr>
          </a:solidFill>
          <a:ln w="19050" cap="flat">
            <a:solidFill>
              <a:schemeClr val="accent6">
                <a:lumMod val="50000"/>
              </a:schemeClr>
            </a:solidFill>
            <a:prstDash val="solid"/>
            <a:miter/>
          </a:ln>
          <a:effectLst/>
        </p:spPr>
        <p:txBody>
          <a:bodyPr rtlCol="0" anchor="ctr"/>
          <a:lstStyle/>
          <a:p>
            <a:pPr algn="ctr"/>
            <a:endParaRPr lang="en-US" sz="1200" b="1"/>
          </a:p>
        </p:txBody>
      </p:sp>
      <p:sp>
        <p:nvSpPr>
          <p:cNvPr id="186" name="Rectangle: Rounded Corners 185">
            <a:extLst>
              <a:ext uri="{FF2B5EF4-FFF2-40B4-BE49-F238E27FC236}">
                <a16:creationId xmlns:a16="http://schemas.microsoft.com/office/drawing/2014/main" id="{88A0A218-6964-B336-CE6B-0D40C6035C26}"/>
              </a:ext>
            </a:extLst>
          </p:cNvPr>
          <p:cNvSpPr/>
          <p:nvPr/>
        </p:nvSpPr>
        <p:spPr>
          <a:xfrm rot="16200000">
            <a:off x="-662972" y="5423260"/>
            <a:ext cx="1965362" cy="433230"/>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Knowledge Processing</a:t>
            </a:r>
            <a:endParaRPr lang="en-IN" sz="1200" b="1"/>
          </a:p>
        </p:txBody>
      </p:sp>
      <p:sp>
        <p:nvSpPr>
          <p:cNvPr id="129" name="Rectangle: Rounded Corners 128">
            <a:extLst>
              <a:ext uri="{FF2B5EF4-FFF2-40B4-BE49-F238E27FC236}">
                <a16:creationId xmlns:a16="http://schemas.microsoft.com/office/drawing/2014/main" id="{468D12BF-FE65-CAC7-1D57-E4E7B561B73E}"/>
              </a:ext>
            </a:extLst>
          </p:cNvPr>
          <p:cNvSpPr/>
          <p:nvPr/>
        </p:nvSpPr>
        <p:spPr>
          <a:xfrm>
            <a:off x="533308" y="988902"/>
            <a:ext cx="11543077" cy="1171358"/>
          </a:xfrm>
          <a:prstGeom prst="roundRect">
            <a:avLst>
              <a:gd name="adj" fmla="val 0"/>
            </a:avLst>
          </a:prstGeom>
          <a:solidFill>
            <a:schemeClr val="accent3">
              <a:lumMod val="20000"/>
              <a:lumOff val="80000"/>
            </a:schemeClr>
          </a:solidFill>
          <a:ln w="19050" cap="flat">
            <a:solidFill>
              <a:schemeClr val="accent2"/>
            </a:solidFill>
            <a:prstDash val="solid"/>
            <a:miter/>
          </a:ln>
          <a:effectLst/>
        </p:spPr>
        <p:txBody>
          <a:bodyPr rtlCol="0" anchor="ctr"/>
          <a:lstStyle/>
          <a:p>
            <a:pPr algn="ctr"/>
            <a:endParaRPr lang="en-US" sz="1200" b="1"/>
          </a:p>
        </p:txBody>
      </p:sp>
      <p:sp>
        <p:nvSpPr>
          <p:cNvPr id="67" name="Rectangle: Rounded Corners 66">
            <a:extLst>
              <a:ext uri="{FF2B5EF4-FFF2-40B4-BE49-F238E27FC236}">
                <a16:creationId xmlns:a16="http://schemas.microsoft.com/office/drawing/2014/main" id="{F3990FA1-C5C1-E1F1-3BCD-F96333ABA60A}"/>
              </a:ext>
            </a:extLst>
          </p:cNvPr>
          <p:cNvSpPr/>
          <p:nvPr/>
        </p:nvSpPr>
        <p:spPr>
          <a:xfrm>
            <a:off x="1501122" y="1257492"/>
            <a:ext cx="1835366" cy="656115"/>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err="1"/>
              <a:t>KnowledgeAI</a:t>
            </a:r>
            <a:r>
              <a:rPr lang="en-US" sz="1200" b="1"/>
              <a:t> Profile Admin Creates New Knowledge Profile</a:t>
            </a:r>
            <a:endParaRPr lang="en-IN" sz="1200" b="1"/>
          </a:p>
        </p:txBody>
      </p:sp>
      <p:sp>
        <p:nvSpPr>
          <p:cNvPr id="69" name="Rectangle: Rounded Corners 68">
            <a:extLst>
              <a:ext uri="{FF2B5EF4-FFF2-40B4-BE49-F238E27FC236}">
                <a16:creationId xmlns:a16="http://schemas.microsoft.com/office/drawing/2014/main" id="{3D57E625-629F-20A3-96F6-3656F207CA6F}"/>
              </a:ext>
            </a:extLst>
          </p:cNvPr>
          <p:cNvSpPr/>
          <p:nvPr/>
        </p:nvSpPr>
        <p:spPr>
          <a:xfrm>
            <a:off x="3882258" y="1312085"/>
            <a:ext cx="1835367" cy="531064"/>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Ontology Relation build between Profiles</a:t>
            </a:r>
            <a:endParaRPr lang="en-IN" sz="1200" b="1"/>
          </a:p>
        </p:txBody>
      </p:sp>
      <p:sp>
        <p:nvSpPr>
          <p:cNvPr id="71" name="Rectangle: Rounded Corners 70">
            <a:extLst>
              <a:ext uri="{FF2B5EF4-FFF2-40B4-BE49-F238E27FC236}">
                <a16:creationId xmlns:a16="http://schemas.microsoft.com/office/drawing/2014/main" id="{9C26F493-A4F1-B97A-C93C-6A0C390A7C04}"/>
              </a:ext>
            </a:extLst>
          </p:cNvPr>
          <p:cNvSpPr/>
          <p:nvPr/>
        </p:nvSpPr>
        <p:spPr>
          <a:xfrm>
            <a:off x="6263395" y="1309304"/>
            <a:ext cx="1614424" cy="531064"/>
          </a:xfrm>
          <a:prstGeom prst="roundRect">
            <a:avLst/>
          </a:prstGeom>
          <a:solidFill>
            <a:schemeClr val="accent5">
              <a:lumMod val="20000"/>
              <a:lumOff val="80000"/>
            </a:schemeClr>
          </a:solidFill>
          <a:ln w="19050" cap="flat">
            <a:solidFill>
              <a:schemeClr val="accent1"/>
            </a:solidFill>
            <a:prstDash val="solid"/>
            <a:miter/>
          </a:ln>
          <a:effectLst/>
        </p:spPr>
        <p:txBody>
          <a:bodyPr rtlCol="0" anchor="ctr"/>
          <a:lstStyle/>
          <a:p>
            <a:pPr algn="ctr"/>
            <a:r>
              <a:rPr lang="en-US" sz="1200" b="1"/>
              <a:t>Profile level Policy Guardrails</a:t>
            </a:r>
            <a:endParaRPr lang="en-IN" sz="1200" b="1"/>
          </a:p>
        </p:txBody>
      </p:sp>
      <p:cxnSp>
        <p:nvCxnSpPr>
          <p:cNvPr id="130" name="Straight Arrow Connector 129">
            <a:extLst>
              <a:ext uri="{FF2B5EF4-FFF2-40B4-BE49-F238E27FC236}">
                <a16:creationId xmlns:a16="http://schemas.microsoft.com/office/drawing/2014/main" id="{8F31429B-657D-4364-7901-3915E2284862}"/>
              </a:ext>
            </a:extLst>
          </p:cNvPr>
          <p:cNvCxnSpPr>
            <a:cxnSpLocks/>
            <a:stCxn id="67" idx="3"/>
            <a:endCxn id="69" idx="1"/>
          </p:cNvCxnSpPr>
          <p:nvPr/>
        </p:nvCxnSpPr>
        <p:spPr bwMode="auto">
          <a:xfrm flipV="1">
            <a:off x="3336488" y="1577617"/>
            <a:ext cx="545770" cy="7933"/>
          </a:xfrm>
          <a:prstGeom prst="straightConnector1">
            <a:avLst/>
          </a:prstGeom>
          <a:noFill/>
          <a:ln w="28575" cap="flat" cmpd="sng" algn="ctr">
            <a:solidFill>
              <a:schemeClr val="accent3"/>
            </a:solidFill>
            <a:prstDash val="solid"/>
            <a:round/>
            <a:headEnd type="none" w="med" len="med"/>
            <a:tailEnd type="triangle"/>
          </a:ln>
          <a:effectLst/>
        </p:spPr>
      </p:cxnSp>
      <p:cxnSp>
        <p:nvCxnSpPr>
          <p:cNvPr id="133" name="Straight Arrow Connector 132">
            <a:extLst>
              <a:ext uri="{FF2B5EF4-FFF2-40B4-BE49-F238E27FC236}">
                <a16:creationId xmlns:a16="http://schemas.microsoft.com/office/drawing/2014/main" id="{52660DFD-E1E0-B958-2738-CF11D94C2A6F}"/>
              </a:ext>
            </a:extLst>
          </p:cNvPr>
          <p:cNvCxnSpPr>
            <a:cxnSpLocks/>
            <a:stCxn id="69" idx="3"/>
            <a:endCxn id="71" idx="1"/>
          </p:cNvCxnSpPr>
          <p:nvPr/>
        </p:nvCxnSpPr>
        <p:spPr bwMode="auto">
          <a:xfrm flipV="1">
            <a:off x="5717625" y="1574836"/>
            <a:ext cx="545770" cy="2781"/>
          </a:xfrm>
          <a:prstGeom prst="straightConnector1">
            <a:avLst/>
          </a:prstGeom>
          <a:noFill/>
          <a:ln w="28575" cap="flat" cmpd="sng" algn="ctr">
            <a:solidFill>
              <a:schemeClr val="accent3"/>
            </a:solidFill>
            <a:prstDash val="solid"/>
            <a:round/>
            <a:headEnd type="none" w="med" len="med"/>
            <a:tailEnd type="triangle"/>
          </a:ln>
          <a:effectLst/>
        </p:spPr>
      </p:cxnSp>
      <p:cxnSp>
        <p:nvCxnSpPr>
          <p:cNvPr id="136" name="Straight Arrow Connector 135">
            <a:extLst>
              <a:ext uri="{FF2B5EF4-FFF2-40B4-BE49-F238E27FC236}">
                <a16:creationId xmlns:a16="http://schemas.microsoft.com/office/drawing/2014/main" id="{2D247CE1-CA58-6607-B0C0-78EE1DD65561}"/>
              </a:ext>
            </a:extLst>
          </p:cNvPr>
          <p:cNvCxnSpPr>
            <a:cxnSpLocks/>
            <a:stCxn id="71" idx="3"/>
            <a:endCxn id="140" idx="2"/>
          </p:cNvCxnSpPr>
          <p:nvPr/>
        </p:nvCxnSpPr>
        <p:spPr bwMode="auto">
          <a:xfrm>
            <a:off x="7877819" y="1574836"/>
            <a:ext cx="723378" cy="0"/>
          </a:xfrm>
          <a:prstGeom prst="straightConnector1">
            <a:avLst/>
          </a:prstGeom>
          <a:noFill/>
          <a:ln w="28575" cap="flat" cmpd="sng" algn="ctr">
            <a:solidFill>
              <a:schemeClr val="accent3"/>
            </a:solidFill>
            <a:prstDash val="solid"/>
            <a:round/>
            <a:headEnd type="none" w="med" len="med"/>
            <a:tailEnd type="triangle"/>
          </a:ln>
          <a:effectLst/>
        </p:spPr>
      </p:cxnSp>
      <p:sp>
        <p:nvSpPr>
          <p:cNvPr id="140" name="Cylinder 139">
            <a:extLst>
              <a:ext uri="{FF2B5EF4-FFF2-40B4-BE49-F238E27FC236}">
                <a16:creationId xmlns:a16="http://schemas.microsoft.com/office/drawing/2014/main" id="{67B289A2-44DA-CBD4-46F8-DFDED6B70593}"/>
              </a:ext>
            </a:extLst>
          </p:cNvPr>
          <p:cNvSpPr/>
          <p:nvPr/>
        </p:nvSpPr>
        <p:spPr>
          <a:xfrm>
            <a:off x="8601197" y="1103266"/>
            <a:ext cx="921175" cy="943140"/>
          </a:xfrm>
          <a:prstGeom prst="can">
            <a:avLst>
              <a:gd name="adj" fmla="val 24270"/>
            </a:avLst>
          </a:prstGeom>
          <a:solidFill>
            <a:srgbClr val="FFFFFF"/>
          </a:solidFill>
          <a:ln w="19050" cap="flat">
            <a:solidFill>
              <a:schemeClr val="tx2">
                <a:lumMod val="90000"/>
              </a:schemeClr>
            </a:solidFill>
            <a:prstDash val="solid"/>
            <a:miter/>
          </a:ln>
          <a:effectLst/>
        </p:spPr>
        <p:txBody>
          <a:bodyPr rtlCol="0" anchor="ctr"/>
          <a:lstStyle/>
          <a:p>
            <a:pPr algn="l"/>
            <a:endParaRPr lang="en-IN"/>
          </a:p>
        </p:txBody>
      </p:sp>
      <p:sp>
        <p:nvSpPr>
          <p:cNvPr id="142" name="TextBox 141">
            <a:extLst>
              <a:ext uri="{FF2B5EF4-FFF2-40B4-BE49-F238E27FC236}">
                <a16:creationId xmlns:a16="http://schemas.microsoft.com/office/drawing/2014/main" id="{4026B069-9925-05DF-DDE0-226268913F16}"/>
              </a:ext>
            </a:extLst>
          </p:cNvPr>
          <p:cNvSpPr txBox="1"/>
          <p:nvPr/>
        </p:nvSpPr>
        <p:spPr>
          <a:xfrm>
            <a:off x="8468057" y="1443685"/>
            <a:ext cx="1178210" cy="430887"/>
          </a:xfrm>
          <a:prstGeom prst="rect">
            <a:avLst/>
          </a:prstGeom>
        </p:spPr>
        <p:txBody>
          <a:bodyPr wrap="square" rtlCol="0" anchor="t">
            <a:spAutoFit/>
          </a:bodyPr>
          <a:lstStyle/>
          <a:p>
            <a:pPr algn="ctr"/>
            <a:r>
              <a:rPr lang="en-US" sz="1050" b="1"/>
              <a:t>Knowledge Profile Created</a:t>
            </a:r>
            <a:endParaRPr lang="en-IN" sz="1050" b="1"/>
          </a:p>
        </p:txBody>
      </p:sp>
      <p:sp>
        <p:nvSpPr>
          <p:cNvPr id="197" name="Rectangle: Rounded Corners 196">
            <a:extLst>
              <a:ext uri="{FF2B5EF4-FFF2-40B4-BE49-F238E27FC236}">
                <a16:creationId xmlns:a16="http://schemas.microsoft.com/office/drawing/2014/main" id="{E44522C4-A45F-1C15-B275-37B96426B63A}"/>
              </a:ext>
            </a:extLst>
          </p:cNvPr>
          <p:cNvSpPr/>
          <p:nvPr/>
        </p:nvSpPr>
        <p:spPr>
          <a:xfrm>
            <a:off x="656798" y="4795569"/>
            <a:ext cx="1405671" cy="506189"/>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900" b="1"/>
              <a:t>Starts Pipeline from Knowledge Source</a:t>
            </a:r>
          </a:p>
          <a:p>
            <a:pPr algn="ctr"/>
            <a:r>
              <a:rPr lang="en-US" sz="900"/>
              <a:t>Blob Storage</a:t>
            </a:r>
            <a:endParaRPr lang="en-IN" sz="900"/>
          </a:p>
        </p:txBody>
      </p:sp>
      <p:cxnSp>
        <p:nvCxnSpPr>
          <p:cNvPr id="200" name="Connector: Elbow 199">
            <a:extLst>
              <a:ext uri="{FF2B5EF4-FFF2-40B4-BE49-F238E27FC236}">
                <a16:creationId xmlns:a16="http://schemas.microsoft.com/office/drawing/2014/main" id="{82D755BC-3B3D-2502-C61A-EA90AEC9E179}"/>
              </a:ext>
            </a:extLst>
          </p:cNvPr>
          <p:cNvCxnSpPr>
            <a:cxnSpLocks/>
            <a:stCxn id="21" idx="2"/>
            <a:endCxn id="197" idx="0"/>
          </p:cNvCxnSpPr>
          <p:nvPr/>
        </p:nvCxnSpPr>
        <p:spPr bwMode="auto">
          <a:xfrm rot="5400000">
            <a:off x="3532244" y="2226553"/>
            <a:ext cx="396407" cy="4741625"/>
          </a:xfrm>
          <a:prstGeom prst="bentConnector3">
            <a:avLst>
              <a:gd name="adj1" fmla="val 50000"/>
            </a:avLst>
          </a:prstGeom>
          <a:noFill/>
          <a:ln w="28575" cap="flat" cmpd="sng" algn="ctr">
            <a:solidFill>
              <a:schemeClr val="accent3"/>
            </a:solidFill>
            <a:prstDash val="solid"/>
            <a:round/>
            <a:headEnd type="none" w="med" len="med"/>
            <a:tailEnd type="triangle"/>
          </a:ln>
          <a:effectLst/>
        </p:spPr>
      </p:cxnSp>
      <p:sp>
        <p:nvSpPr>
          <p:cNvPr id="205" name="Rectangle: Rounded Corners 204">
            <a:extLst>
              <a:ext uri="{FF2B5EF4-FFF2-40B4-BE49-F238E27FC236}">
                <a16:creationId xmlns:a16="http://schemas.microsoft.com/office/drawing/2014/main" id="{FAE596CE-91DE-C74A-69E3-0407494E8F33}"/>
              </a:ext>
            </a:extLst>
          </p:cNvPr>
          <p:cNvSpPr/>
          <p:nvPr/>
        </p:nvSpPr>
        <p:spPr>
          <a:xfrm>
            <a:off x="584782" y="5539431"/>
            <a:ext cx="1535039" cy="858709"/>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Extractors</a:t>
            </a:r>
          </a:p>
          <a:p>
            <a:pPr algn="ctr"/>
            <a:r>
              <a:rPr lang="en-US" sz="1050"/>
              <a:t>Processes the content from knowledge source</a:t>
            </a:r>
            <a:endParaRPr lang="en-IN" sz="1050"/>
          </a:p>
        </p:txBody>
      </p:sp>
      <p:sp>
        <p:nvSpPr>
          <p:cNvPr id="209" name="Rectangle: Rounded Corners 208">
            <a:extLst>
              <a:ext uri="{FF2B5EF4-FFF2-40B4-BE49-F238E27FC236}">
                <a16:creationId xmlns:a16="http://schemas.microsoft.com/office/drawing/2014/main" id="{974AABE7-3F3B-95A1-B147-F3756E5DBE8D}"/>
              </a:ext>
            </a:extLst>
          </p:cNvPr>
          <p:cNvSpPr/>
          <p:nvPr/>
        </p:nvSpPr>
        <p:spPr>
          <a:xfrm>
            <a:off x="2398313" y="5297696"/>
            <a:ext cx="1535039" cy="858709"/>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Entity Mapper</a:t>
            </a:r>
          </a:p>
          <a:p>
            <a:pPr algn="ctr"/>
            <a:r>
              <a:rPr lang="en-US" sz="1000"/>
              <a:t>Maps extracted content with Entity IDs from Knowledge Model</a:t>
            </a:r>
          </a:p>
        </p:txBody>
      </p:sp>
      <p:sp>
        <p:nvSpPr>
          <p:cNvPr id="214" name="Rectangle: Rounded Corners 213">
            <a:extLst>
              <a:ext uri="{FF2B5EF4-FFF2-40B4-BE49-F238E27FC236}">
                <a16:creationId xmlns:a16="http://schemas.microsoft.com/office/drawing/2014/main" id="{41E6F7D0-721C-0EA7-E0FB-7BE99733F6BD}"/>
              </a:ext>
            </a:extLst>
          </p:cNvPr>
          <p:cNvSpPr/>
          <p:nvPr/>
        </p:nvSpPr>
        <p:spPr>
          <a:xfrm>
            <a:off x="4114090" y="5295831"/>
            <a:ext cx="1535039" cy="858709"/>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Relationship Builder</a:t>
            </a:r>
          </a:p>
          <a:p>
            <a:pPr algn="ctr"/>
            <a:r>
              <a:rPr lang="en-US" sz="900"/>
              <a:t>Create relationships between actuals as per Knowledge Model</a:t>
            </a:r>
          </a:p>
        </p:txBody>
      </p:sp>
      <p:sp>
        <p:nvSpPr>
          <p:cNvPr id="216" name="Rectangle: Rounded Corners 215">
            <a:extLst>
              <a:ext uri="{FF2B5EF4-FFF2-40B4-BE49-F238E27FC236}">
                <a16:creationId xmlns:a16="http://schemas.microsoft.com/office/drawing/2014/main" id="{61925AD7-1CD0-9C8A-A030-DD596E80A6ED}"/>
              </a:ext>
            </a:extLst>
          </p:cNvPr>
          <p:cNvSpPr/>
          <p:nvPr/>
        </p:nvSpPr>
        <p:spPr>
          <a:xfrm>
            <a:off x="7629871" y="5295831"/>
            <a:ext cx="1072696" cy="858709"/>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Knowledge Chunk Builder</a:t>
            </a:r>
          </a:p>
        </p:txBody>
      </p:sp>
      <p:sp>
        <p:nvSpPr>
          <p:cNvPr id="218" name="Rectangle: Rounded Corners 217">
            <a:extLst>
              <a:ext uri="{FF2B5EF4-FFF2-40B4-BE49-F238E27FC236}">
                <a16:creationId xmlns:a16="http://schemas.microsoft.com/office/drawing/2014/main" id="{91D55931-B92D-54F0-6E6C-2E801E4D0EDA}"/>
              </a:ext>
            </a:extLst>
          </p:cNvPr>
          <p:cNvSpPr/>
          <p:nvPr/>
        </p:nvSpPr>
        <p:spPr>
          <a:xfrm>
            <a:off x="9190973" y="4766156"/>
            <a:ext cx="1535039" cy="602305"/>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Embedding</a:t>
            </a:r>
          </a:p>
        </p:txBody>
      </p:sp>
      <p:grpSp>
        <p:nvGrpSpPr>
          <p:cNvPr id="237" name="Group 236">
            <a:extLst>
              <a:ext uri="{FF2B5EF4-FFF2-40B4-BE49-F238E27FC236}">
                <a16:creationId xmlns:a16="http://schemas.microsoft.com/office/drawing/2014/main" id="{06F90B2A-6847-F7FA-4E98-7E24174ADE06}"/>
              </a:ext>
            </a:extLst>
          </p:cNvPr>
          <p:cNvGrpSpPr/>
          <p:nvPr/>
        </p:nvGrpSpPr>
        <p:grpSpPr>
          <a:xfrm>
            <a:off x="11150863" y="4824793"/>
            <a:ext cx="790444" cy="535387"/>
            <a:chOff x="10771412" y="4824793"/>
            <a:chExt cx="790444" cy="535387"/>
          </a:xfrm>
        </p:grpSpPr>
        <p:sp>
          <p:nvSpPr>
            <p:cNvPr id="224" name="Cylinder 223">
              <a:extLst>
                <a:ext uri="{FF2B5EF4-FFF2-40B4-BE49-F238E27FC236}">
                  <a16:creationId xmlns:a16="http://schemas.microsoft.com/office/drawing/2014/main" id="{66783223-2C86-399A-6FA8-DEB1021E5BB7}"/>
                </a:ext>
              </a:extLst>
            </p:cNvPr>
            <p:cNvSpPr/>
            <p:nvPr/>
          </p:nvSpPr>
          <p:spPr>
            <a:xfrm>
              <a:off x="10788462" y="4824793"/>
              <a:ext cx="734643" cy="535387"/>
            </a:xfrm>
            <a:prstGeom prst="can">
              <a:avLst>
                <a:gd name="adj" fmla="val 24270"/>
              </a:avLst>
            </a:prstGeom>
            <a:solidFill>
              <a:srgbClr val="FFFFFF"/>
            </a:solidFill>
            <a:ln w="19050" cap="flat">
              <a:solidFill>
                <a:schemeClr val="tx2">
                  <a:lumMod val="90000"/>
                </a:schemeClr>
              </a:solidFill>
              <a:prstDash val="solid"/>
              <a:miter/>
            </a:ln>
            <a:effectLst/>
          </p:spPr>
          <p:txBody>
            <a:bodyPr rtlCol="0" anchor="ctr"/>
            <a:lstStyle/>
            <a:p>
              <a:pPr algn="l"/>
              <a:endParaRPr lang="en-IN"/>
            </a:p>
          </p:txBody>
        </p:sp>
        <p:sp>
          <p:nvSpPr>
            <p:cNvPr id="226" name="TextBox 225">
              <a:extLst>
                <a:ext uri="{FF2B5EF4-FFF2-40B4-BE49-F238E27FC236}">
                  <a16:creationId xmlns:a16="http://schemas.microsoft.com/office/drawing/2014/main" id="{BF507215-F2BC-FA82-2AE9-98C251ABDBE2}"/>
                </a:ext>
              </a:extLst>
            </p:cNvPr>
            <p:cNvSpPr txBox="1"/>
            <p:nvPr/>
          </p:nvSpPr>
          <p:spPr>
            <a:xfrm>
              <a:off x="10771412" y="4944682"/>
              <a:ext cx="790444" cy="415498"/>
            </a:xfrm>
            <a:prstGeom prst="rect">
              <a:avLst/>
            </a:prstGeom>
          </p:spPr>
          <p:txBody>
            <a:bodyPr wrap="square" rtlCol="0" anchor="t">
              <a:spAutoFit/>
            </a:bodyPr>
            <a:lstStyle/>
            <a:p>
              <a:pPr algn="ctr"/>
              <a:r>
                <a:rPr lang="en-US" sz="1050" b="1"/>
                <a:t>Metadata </a:t>
              </a:r>
              <a:r>
                <a:rPr lang="en-IN" sz="1050" b="1"/>
                <a:t>Index</a:t>
              </a:r>
              <a:endParaRPr lang="en-US" sz="1050" b="1"/>
            </a:p>
          </p:txBody>
        </p:sp>
      </p:grpSp>
      <p:grpSp>
        <p:nvGrpSpPr>
          <p:cNvPr id="236" name="Group 235">
            <a:extLst>
              <a:ext uri="{FF2B5EF4-FFF2-40B4-BE49-F238E27FC236}">
                <a16:creationId xmlns:a16="http://schemas.microsoft.com/office/drawing/2014/main" id="{B438EF90-C34C-F055-B5B1-A978ADD60493}"/>
              </a:ext>
            </a:extLst>
          </p:cNvPr>
          <p:cNvGrpSpPr/>
          <p:nvPr/>
        </p:nvGrpSpPr>
        <p:grpSpPr>
          <a:xfrm>
            <a:off x="11098653" y="5417513"/>
            <a:ext cx="926405" cy="535387"/>
            <a:chOff x="10743649" y="5456660"/>
            <a:chExt cx="926405" cy="535387"/>
          </a:xfrm>
        </p:grpSpPr>
        <p:sp>
          <p:nvSpPr>
            <p:cNvPr id="228" name="Cylinder 227">
              <a:extLst>
                <a:ext uri="{FF2B5EF4-FFF2-40B4-BE49-F238E27FC236}">
                  <a16:creationId xmlns:a16="http://schemas.microsoft.com/office/drawing/2014/main" id="{2E71AE2B-2262-2F35-22C6-77ED509C865E}"/>
                </a:ext>
              </a:extLst>
            </p:cNvPr>
            <p:cNvSpPr/>
            <p:nvPr/>
          </p:nvSpPr>
          <p:spPr>
            <a:xfrm>
              <a:off x="10823760" y="5456660"/>
              <a:ext cx="734643" cy="535387"/>
            </a:xfrm>
            <a:prstGeom prst="can">
              <a:avLst>
                <a:gd name="adj" fmla="val 24270"/>
              </a:avLst>
            </a:prstGeom>
            <a:solidFill>
              <a:srgbClr val="FFFFFF"/>
            </a:solidFill>
            <a:ln w="19050" cap="flat">
              <a:solidFill>
                <a:schemeClr val="tx2">
                  <a:lumMod val="90000"/>
                </a:schemeClr>
              </a:solidFill>
              <a:prstDash val="solid"/>
              <a:miter/>
            </a:ln>
            <a:effectLst/>
          </p:spPr>
          <p:txBody>
            <a:bodyPr rtlCol="0" anchor="ctr"/>
            <a:lstStyle/>
            <a:p>
              <a:pPr algn="l"/>
              <a:endParaRPr lang="en-IN"/>
            </a:p>
          </p:txBody>
        </p:sp>
        <p:sp>
          <p:nvSpPr>
            <p:cNvPr id="230" name="TextBox 229">
              <a:extLst>
                <a:ext uri="{FF2B5EF4-FFF2-40B4-BE49-F238E27FC236}">
                  <a16:creationId xmlns:a16="http://schemas.microsoft.com/office/drawing/2014/main" id="{A6B4B8EC-D5B0-C5B1-F9E9-FCEF89DF558C}"/>
                </a:ext>
              </a:extLst>
            </p:cNvPr>
            <p:cNvSpPr txBox="1"/>
            <p:nvPr/>
          </p:nvSpPr>
          <p:spPr>
            <a:xfrm>
              <a:off x="10743649" y="5576549"/>
              <a:ext cx="926405" cy="415498"/>
            </a:xfrm>
            <a:prstGeom prst="rect">
              <a:avLst/>
            </a:prstGeom>
          </p:spPr>
          <p:txBody>
            <a:bodyPr wrap="square" rtlCol="0" anchor="t">
              <a:spAutoFit/>
            </a:bodyPr>
            <a:lstStyle/>
            <a:p>
              <a:pPr algn="ctr"/>
              <a:r>
                <a:rPr lang="en-US" sz="1050" b="1"/>
                <a:t>Knowledge Graph</a:t>
              </a:r>
            </a:p>
          </p:txBody>
        </p:sp>
      </p:grpSp>
      <p:grpSp>
        <p:nvGrpSpPr>
          <p:cNvPr id="235" name="Group 234">
            <a:extLst>
              <a:ext uri="{FF2B5EF4-FFF2-40B4-BE49-F238E27FC236}">
                <a16:creationId xmlns:a16="http://schemas.microsoft.com/office/drawing/2014/main" id="{B5F38AD9-E2BA-1D4D-0F5F-99B15C9DB235}"/>
              </a:ext>
            </a:extLst>
          </p:cNvPr>
          <p:cNvGrpSpPr/>
          <p:nvPr/>
        </p:nvGrpSpPr>
        <p:grpSpPr>
          <a:xfrm>
            <a:off x="11166633" y="6008822"/>
            <a:ext cx="790444" cy="535387"/>
            <a:chOff x="11123507" y="5902100"/>
            <a:chExt cx="790444" cy="535387"/>
          </a:xfrm>
        </p:grpSpPr>
        <p:sp>
          <p:nvSpPr>
            <p:cNvPr id="232" name="Cylinder 231">
              <a:extLst>
                <a:ext uri="{FF2B5EF4-FFF2-40B4-BE49-F238E27FC236}">
                  <a16:creationId xmlns:a16="http://schemas.microsoft.com/office/drawing/2014/main" id="{C3F357AD-A385-2A83-7E4F-6CDE0E09E8F0}"/>
                </a:ext>
              </a:extLst>
            </p:cNvPr>
            <p:cNvSpPr/>
            <p:nvPr/>
          </p:nvSpPr>
          <p:spPr>
            <a:xfrm>
              <a:off x="11140557" y="5902100"/>
              <a:ext cx="734643" cy="535387"/>
            </a:xfrm>
            <a:prstGeom prst="can">
              <a:avLst>
                <a:gd name="adj" fmla="val 24270"/>
              </a:avLst>
            </a:prstGeom>
            <a:solidFill>
              <a:srgbClr val="FFFFFF"/>
            </a:solidFill>
            <a:ln w="19050" cap="flat">
              <a:solidFill>
                <a:schemeClr val="tx2">
                  <a:lumMod val="90000"/>
                </a:schemeClr>
              </a:solidFill>
              <a:prstDash val="solid"/>
              <a:miter/>
            </a:ln>
            <a:effectLst/>
          </p:spPr>
          <p:txBody>
            <a:bodyPr rtlCol="0" anchor="ctr"/>
            <a:lstStyle/>
            <a:p>
              <a:pPr algn="l"/>
              <a:endParaRPr lang="en-IN"/>
            </a:p>
          </p:txBody>
        </p:sp>
        <p:sp>
          <p:nvSpPr>
            <p:cNvPr id="234" name="TextBox 233">
              <a:extLst>
                <a:ext uri="{FF2B5EF4-FFF2-40B4-BE49-F238E27FC236}">
                  <a16:creationId xmlns:a16="http://schemas.microsoft.com/office/drawing/2014/main" id="{7A22534F-655E-6AFB-342E-FA3D7F196084}"/>
                </a:ext>
              </a:extLst>
            </p:cNvPr>
            <p:cNvSpPr txBox="1"/>
            <p:nvPr/>
          </p:nvSpPr>
          <p:spPr>
            <a:xfrm>
              <a:off x="11123507" y="6072789"/>
              <a:ext cx="790444" cy="253916"/>
            </a:xfrm>
            <a:prstGeom prst="rect">
              <a:avLst/>
            </a:prstGeom>
          </p:spPr>
          <p:txBody>
            <a:bodyPr wrap="square" rtlCol="0" anchor="t">
              <a:spAutoFit/>
            </a:bodyPr>
            <a:lstStyle/>
            <a:p>
              <a:pPr algn="ctr"/>
              <a:r>
                <a:rPr lang="en-US" sz="1050" b="1"/>
                <a:t>Vector DB</a:t>
              </a:r>
            </a:p>
          </p:txBody>
        </p:sp>
      </p:grpSp>
      <p:sp>
        <p:nvSpPr>
          <p:cNvPr id="184" name="Rectangle: Rounded Corners 183">
            <a:extLst>
              <a:ext uri="{FF2B5EF4-FFF2-40B4-BE49-F238E27FC236}">
                <a16:creationId xmlns:a16="http://schemas.microsoft.com/office/drawing/2014/main" id="{D78E09CD-7BAA-B2D8-C4F0-A07E696A3CB4}"/>
              </a:ext>
            </a:extLst>
          </p:cNvPr>
          <p:cNvSpPr/>
          <p:nvPr/>
        </p:nvSpPr>
        <p:spPr>
          <a:xfrm rot="16200000">
            <a:off x="-1511216" y="2610261"/>
            <a:ext cx="3675950" cy="433232"/>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Knowledge Model</a:t>
            </a:r>
            <a:endParaRPr lang="en-IN" sz="1200" b="1"/>
          </a:p>
        </p:txBody>
      </p:sp>
      <p:sp>
        <p:nvSpPr>
          <p:cNvPr id="243" name="Rectangle: Rounded Corners 242">
            <a:extLst>
              <a:ext uri="{FF2B5EF4-FFF2-40B4-BE49-F238E27FC236}">
                <a16:creationId xmlns:a16="http://schemas.microsoft.com/office/drawing/2014/main" id="{40C38A9F-7CF0-67D3-D7FC-1CBEB8A31640}"/>
              </a:ext>
            </a:extLst>
          </p:cNvPr>
          <p:cNvSpPr/>
          <p:nvPr/>
        </p:nvSpPr>
        <p:spPr>
          <a:xfrm>
            <a:off x="5861397" y="5296763"/>
            <a:ext cx="1535039" cy="858709"/>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Metadata Builder</a:t>
            </a:r>
          </a:p>
          <a:p>
            <a:pPr algn="ctr"/>
            <a:r>
              <a:rPr lang="en-US" sz="1000"/>
              <a:t>Document, Entity, Knowledge Profile &amp; Semantic Metadata</a:t>
            </a:r>
          </a:p>
        </p:txBody>
      </p:sp>
      <p:sp>
        <p:nvSpPr>
          <p:cNvPr id="245" name="Rectangle: Rounded Corners 244">
            <a:extLst>
              <a:ext uri="{FF2B5EF4-FFF2-40B4-BE49-F238E27FC236}">
                <a16:creationId xmlns:a16="http://schemas.microsoft.com/office/drawing/2014/main" id="{F2F6DF24-0AF6-DB69-A3DB-1744FA8DAEE8}"/>
              </a:ext>
            </a:extLst>
          </p:cNvPr>
          <p:cNvSpPr/>
          <p:nvPr/>
        </p:nvSpPr>
        <p:spPr>
          <a:xfrm>
            <a:off x="9129807" y="5589812"/>
            <a:ext cx="1676657" cy="858709"/>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Indexing</a:t>
            </a:r>
          </a:p>
          <a:p>
            <a:pPr algn="ctr"/>
            <a:r>
              <a:rPr lang="en-US" sz="900"/>
              <a:t>Metadata -&gt; Metadata Index </a:t>
            </a:r>
          </a:p>
          <a:p>
            <a:pPr algn="ctr"/>
            <a:r>
              <a:rPr lang="en-US" sz="900"/>
              <a:t>Entity &amp; Relationships -&gt; Knowledge Graph</a:t>
            </a:r>
          </a:p>
          <a:p>
            <a:pPr algn="ctr"/>
            <a:r>
              <a:rPr lang="en-US" sz="900"/>
              <a:t>Embeddings -&gt; Vector DB</a:t>
            </a:r>
          </a:p>
        </p:txBody>
      </p:sp>
      <p:cxnSp>
        <p:nvCxnSpPr>
          <p:cNvPr id="248" name="Straight Arrow Connector 247">
            <a:extLst>
              <a:ext uri="{FF2B5EF4-FFF2-40B4-BE49-F238E27FC236}">
                <a16:creationId xmlns:a16="http://schemas.microsoft.com/office/drawing/2014/main" id="{4437E6FE-B4BE-E400-1934-52DB0F0C2016}"/>
              </a:ext>
            </a:extLst>
          </p:cNvPr>
          <p:cNvCxnSpPr>
            <a:cxnSpLocks/>
            <a:stCxn id="209" idx="3"/>
            <a:endCxn id="214" idx="1"/>
          </p:cNvCxnSpPr>
          <p:nvPr/>
        </p:nvCxnSpPr>
        <p:spPr bwMode="auto">
          <a:xfrm flipV="1">
            <a:off x="3933352" y="5725186"/>
            <a:ext cx="180738" cy="1865"/>
          </a:xfrm>
          <a:prstGeom prst="straightConnector1">
            <a:avLst/>
          </a:prstGeom>
          <a:noFill/>
          <a:ln w="28575" cap="flat" cmpd="sng" algn="ctr">
            <a:solidFill>
              <a:schemeClr val="accent3"/>
            </a:solidFill>
            <a:prstDash val="solid"/>
            <a:round/>
            <a:headEnd type="none" w="med" len="med"/>
            <a:tailEnd type="triangle"/>
          </a:ln>
          <a:effectLst/>
        </p:spPr>
      </p:cxnSp>
      <p:cxnSp>
        <p:nvCxnSpPr>
          <p:cNvPr id="251" name="Straight Arrow Connector 250">
            <a:extLst>
              <a:ext uri="{FF2B5EF4-FFF2-40B4-BE49-F238E27FC236}">
                <a16:creationId xmlns:a16="http://schemas.microsoft.com/office/drawing/2014/main" id="{16D7607F-984C-940F-5171-8C7A82749F40}"/>
              </a:ext>
            </a:extLst>
          </p:cNvPr>
          <p:cNvCxnSpPr>
            <a:cxnSpLocks/>
            <a:stCxn id="214" idx="3"/>
            <a:endCxn id="243" idx="1"/>
          </p:cNvCxnSpPr>
          <p:nvPr/>
        </p:nvCxnSpPr>
        <p:spPr bwMode="auto">
          <a:xfrm>
            <a:off x="5649129" y="5725186"/>
            <a:ext cx="212268" cy="932"/>
          </a:xfrm>
          <a:prstGeom prst="straightConnector1">
            <a:avLst/>
          </a:prstGeom>
          <a:noFill/>
          <a:ln w="28575" cap="flat" cmpd="sng" algn="ctr">
            <a:solidFill>
              <a:schemeClr val="accent3"/>
            </a:solidFill>
            <a:prstDash val="solid"/>
            <a:round/>
            <a:headEnd type="none" w="med" len="med"/>
            <a:tailEnd type="triangle"/>
          </a:ln>
          <a:effectLst/>
        </p:spPr>
      </p:cxnSp>
      <p:cxnSp>
        <p:nvCxnSpPr>
          <p:cNvPr id="255" name="Straight Arrow Connector 254">
            <a:extLst>
              <a:ext uri="{FF2B5EF4-FFF2-40B4-BE49-F238E27FC236}">
                <a16:creationId xmlns:a16="http://schemas.microsoft.com/office/drawing/2014/main" id="{36A692B4-E1D4-3C5F-F9EA-EEADD7D2844E}"/>
              </a:ext>
            </a:extLst>
          </p:cNvPr>
          <p:cNvCxnSpPr>
            <a:cxnSpLocks/>
            <a:stCxn id="243" idx="3"/>
            <a:endCxn id="216" idx="1"/>
          </p:cNvCxnSpPr>
          <p:nvPr/>
        </p:nvCxnSpPr>
        <p:spPr bwMode="auto">
          <a:xfrm flipV="1">
            <a:off x="7396436" y="5725186"/>
            <a:ext cx="233435" cy="932"/>
          </a:xfrm>
          <a:prstGeom prst="straightConnector1">
            <a:avLst/>
          </a:prstGeom>
          <a:noFill/>
          <a:ln w="28575" cap="flat" cmpd="sng" algn="ctr">
            <a:solidFill>
              <a:schemeClr val="accent3"/>
            </a:solidFill>
            <a:prstDash val="solid"/>
            <a:round/>
            <a:headEnd type="none" w="med" len="med"/>
            <a:tailEnd type="triangle"/>
          </a:ln>
          <a:effectLst/>
        </p:spPr>
      </p:cxnSp>
      <p:cxnSp>
        <p:nvCxnSpPr>
          <p:cNvPr id="259" name="Connector: Elbow 258">
            <a:extLst>
              <a:ext uri="{FF2B5EF4-FFF2-40B4-BE49-F238E27FC236}">
                <a16:creationId xmlns:a16="http://schemas.microsoft.com/office/drawing/2014/main" id="{1DDCAE03-A9E8-BE48-7FAF-B7F0FE55A1D7}"/>
              </a:ext>
            </a:extLst>
          </p:cNvPr>
          <p:cNvCxnSpPr>
            <a:cxnSpLocks/>
            <a:stCxn id="216" idx="3"/>
            <a:endCxn id="218" idx="1"/>
          </p:cNvCxnSpPr>
          <p:nvPr/>
        </p:nvCxnSpPr>
        <p:spPr bwMode="auto">
          <a:xfrm flipV="1">
            <a:off x="8702567" y="5067309"/>
            <a:ext cx="488406" cy="657877"/>
          </a:xfrm>
          <a:prstGeom prst="bentConnector3">
            <a:avLst>
              <a:gd name="adj1" fmla="val 50000"/>
            </a:avLst>
          </a:prstGeom>
          <a:noFill/>
          <a:ln w="28575" cap="flat" cmpd="sng" algn="ctr">
            <a:solidFill>
              <a:schemeClr val="accent3"/>
            </a:solidFill>
            <a:prstDash val="solid"/>
            <a:round/>
            <a:headEnd type="none" w="med" len="med"/>
            <a:tailEnd type="triangle"/>
          </a:ln>
          <a:effectLst/>
        </p:spPr>
      </p:cxnSp>
      <p:cxnSp>
        <p:nvCxnSpPr>
          <p:cNvPr id="265" name="Straight Arrow Connector 264">
            <a:extLst>
              <a:ext uri="{FF2B5EF4-FFF2-40B4-BE49-F238E27FC236}">
                <a16:creationId xmlns:a16="http://schemas.microsoft.com/office/drawing/2014/main" id="{167853BA-76D7-B316-5313-67E93045125F}"/>
              </a:ext>
            </a:extLst>
          </p:cNvPr>
          <p:cNvCxnSpPr>
            <a:cxnSpLocks/>
            <a:stCxn id="218" idx="2"/>
            <a:endCxn id="245" idx="0"/>
          </p:cNvCxnSpPr>
          <p:nvPr/>
        </p:nvCxnSpPr>
        <p:spPr bwMode="auto">
          <a:xfrm>
            <a:off x="9958493" y="5368461"/>
            <a:ext cx="9643" cy="221351"/>
          </a:xfrm>
          <a:prstGeom prst="straightConnector1">
            <a:avLst/>
          </a:prstGeom>
          <a:noFill/>
          <a:ln w="28575" cap="flat" cmpd="sng" algn="ctr">
            <a:solidFill>
              <a:schemeClr val="accent3"/>
            </a:solidFill>
            <a:prstDash val="solid"/>
            <a:round/>
            <a:headEnd type="none" w="med" len="med"/>
            <a:tailEnd type="triangle"/>
          </a:ln>
          <a:effectLst/>
        </p:spPr>
      </p:cxnSp>
      <p:cxnSp>
        <p:nvCxnSpPr>
          <p:cNvPr id="268" name="Straight Arrow Connector 267">
            <a:extLst>
              <a:ext uri="{FF2B5EF4-FFF2-40B4-BE49-F238E27FC236}">
                <a16:creationId xmlns:a16="http://schemas.microsoft.com/office/drawing/2014/main" id="{7A773ACB-03AC-7F34-0EDD-BFB4742E6297}"/>
              </a:ext>
            </a:extLst>
          </p:cNvPr>
          <p:cNvCxnSpPr>
            <a:cxnSpLocks/>
            <a:stCxn id="197" idx="2"/>
            <a:endCxn id="205" idx="0"/>
          </p:cNvCxnSpPr>
          <p:nvPr/>
        </p:nvCxnSpPr>
        <p:spPr bwMode="auto">
          <a:xfrm flipH="1">
            <a:off x="1352302" y="5301758"/>
            <a:ext cx="7332" cy="237673"/>
          </a:xfrm>
          <a:prstGeom prst="straightConnector1">
            <a:avLst/>
          </a:prstGeom>
          <a:noFill/>
          <a:ln w="28575" cap="flat" cmpd="sng" algn="ctr">
            <a:solidFill>
              <a:schemeClr val="accent3"/>
            </a:solidFill>
            <a:prstDash val="solid"/>
            <a:round/>
            <a:headEnd type="none" w="med" len="med"/>
            <a:tailEnd type="triangle"/>
          </a:ln>
          <a:effectLst/>
        </p:spPr>
      </p:cxnSp>
      <p:cxnSp>
        <p:nvCxnSpPr>
          <p:cNvPr id="273" name="Connector: Elbow 272">
            <a:extLst>
              <a:ext uri="{FF2B5EF4-FFF2-40B4-BE49-F238E27FC236}">
                <a16:creationId xmlns:a16="http://schemas.microsoft.com/office/drawing/2014/main" id="{51BE1FD7-91F0-1FC5-030F-971AC3A3954B}"/>
              </a:ext>
            </a:extLst>
          </p:cNvPr>
          <p:cNvCxnSpPr>
            <a:cxnSpLocks/>
            <a:stCxn id="205" idx="3"/>
            <a:endCxn id="209" idx="1"/>
          </p:cNvCxnSpPr>
          <p:nvPr/>
        </p:nvCxnSpPr>
        <p:spPr bwMode="auto">
          <a:xfrm flipV="1">
            <a:off x="2119821" y="5727051"/>
            <a:ext cx="278492" cy="241735"/>
          </a:xfrm>
          <a:prstGeom prst="bentConnector3">
            <a:avLst>
              <a:gd name="adj1" fmla="val 50000"/>
            </a:avLst>
          </a:prstGeom>
          <a:noFill/>
          <a:ln w="28575" cap="flat" cmpd="sng" algn="ctr">
            <a:solidFill>
              <a:schemeClr val="accent3"/>
            </a:solidFill>
            <a:prstDash val="solid"/>
            <a:round/>
            <a:headEnd type="none" w="med" len="med"/>
            <a:tailEnd type="triangle"/>
          </a:ln>
          <a:effectLst/>
        </p:spPr>
      </p:cxnSp>
      <p:cxnSp>
        <p:nvCxnSpPr>
          <p:cNvPr id="277" name="Connector: Elbow 276">
            <a:extLst>
              <a:ext uri="{FF2B5EF4-FFF2-40B4-BE49-F238E27FC236}">
                <a16:creationId xmlns:a16="http://schemas.microsoft.com/office/drawing/2014/main" id="{EAEA5A22-F498-5B5F-7D62-EFA623F0D083}"/>
              </a:ext>
            </a:extLst>
          </p:cNvPr>
          <p:cNvCxnSpPr>
            <a:cxnSpLocks/>
            <a:stCxn id="119" idx="3"/>
            <a:endCxn id="209" idx="0"/>
          </p:cNvCxnSpPr>
          <p:nvPr/>
        </p:nvCxnSpPr>
        <p:spPr bwMode="auto">
          <a:xfrm rot="5400000">
            <a:off x="3464199" y="4177584"/>
            <a:ext cx="821746" cy="1418478"/>
          </a:xfrm>
          <a:prstGeom prst="bentConnector3">
            <a:avLst>
              <a:gd name="adj1" fmla="val 50000"/>
            </a:avLst>
          </a:prstGeom>
          <a:noFill/>
          <a:ln w="28575" cap="flat" cmpd="sng" algn="ctr">
            <a:solidFill>
              <a:schemeClr val="accent4"/>
            </a:solidFill>
            <a:prstDash val="sysDash"/>
            <a:round/>
            <a:headEnd type="none" w="med" len="med"/>
            <a:tailEnd type="triangle"/>
          </a:ln>
          <a:effectLst/>
        </p:spPr>
      </p:cxnSp>
      <p:cxnSp>
        <p:nvCxnSpPr>
          <p:cNvPr id="280" name="Connector: Elbow 279">
            <a:extLst>
              <a:ext uri="{FF2B5EF4-FFF2-40B4-BE49-F238E27FC236}">
                <a16:creationId xmlns:a16="http://schemas.microsoft.com/office/drawing/2014/main" id="{7AB05744-7AB0-CFDF-5DAC-D4828A4B6596}"/>
              </a:ext>
            </a:extLst>
          </p:cNvPr>
          <p:cNvCxnSpPr>
            <a:cxnSpLocks/>
            <a:stCxn id="119" idx="3"/>
            <a:endCxn id="214" idx="0"/>
          </p:cNvCxnSpPr>
          <p:nvPr/>
        </p:nvCxnSpPr>
        <p:spPr bwMode="auto">
          <a:xfrm rot="16200000" flipH="1">
            <a:off x="4323020" y="4737240"/>
            <a:ext cx="819881" cy="297299"/>
          </a:xfrm>
          <a:prstGeom prst="bentConnector3">
            <a:avLst>
              <a:gd name="adj1" fmla="val 50000"/>
            </a:avLst>
          </a:prstGeom>
          <a:noFill/>
          <a:ln w="28575" cap="flat" cmpd="sng" algn="ctr">
            <a:solidFill>
              <a:schemeClr val="accent4"/>
            </a:solidFill>
            <a:prstDash val="sysDash"/>
            <a:round/>
            <a:headEnd type="none" w="med" len="med"/>
            <a:tailEnd type="triangle"/>
          </a:ln>
          <a:effectLst/>
        </p:spPr>
      </p:cxnSp>
      <p:cxnSp>
        <p:nvCxnSpPr>
          <p:cNvPr id="7" name="Connector: Elbow 6">
            <a:extLst>
              <a:ext uri="{FF2B5EF4-FFF2-40B4-BE49-F238E27FC236}">
                <a16:creationId xmlns:a16="http://schemas.microsoft.com/office/drawing/2014/main" id="{A74434B8-0A9E-A0B3-B2F5-745CA31AA51A}"/>
              </a:ext>
            </a:extLst>
          </p:cNvPr>
          <p:cNvCxnSpPr>
            <a:cxnSpLocks/>
            <a:stCxn id="245" idx="3"/>
            <a:endCxn id="224" idx="2"/>
          </p:cNvCxnSpPr>
          <p:nvPr/>
        </p:nvCxnSpPr>
        <p:spPr bwMode="auto">
          <a:xfrm flipV="1">
            <a:off x="10806464" y="5092487"/>
            <a:ext cx="361449" cy="926680"/>
          </a:xfrm>
          <a:prstGeom prst="bentConnector3">
            <a:avLst>
              <a:gd name="adj1" fmla="val 50000"/>
            </a:avLst>
          </a:prstGeom>
          <a:noFill/>
          <a:ln w="28575" cap="flat" cmpd="sng" algn="ctr">
            <a:solidFill>
              <a:schemeClr val="accent3"/>
            </a:solidFill>
            <a:prstDash val="solid"/>
            <a:round/>
            <a:headEnd type="none" w="med" len="med"/>
            <a:tailEnd type="triangle"/>
          </a:ln>
          <a:effectLst/>
        </p:spPr>
      </p:cxnSp>
      <p:cxnSp>
        <p:nvCxnSpPr>
          <p:cNvPr id="11" name="Connector: Elbow 10">
            <a:extLst>
              <a:ext uri="{FF2B5EF4-FFF2-40B4-BE49-F238E27FC236}">
                <a16:creationId xmlns:a16="http://schemas.microsoft.com/office/drawing/2014/main" id="{BB21D159-3BEF-7C7E-4208-D2BD414E04A1}"/>
              </a:ext>
            </a:extLst>
          </p:cNvPr>
          <p:cNvCxnSpPr>
            <a:cxnSpLocks/>
            <a:stCxn id="245" idx="3"/>
            <a:endCxn id="228" idx="2"/>
          </p:cNvCxnSpPr>
          <p:nvPr/>
        </p:nvCxnSpPr>
        <p:spPr bwMode="auto">
          <a:xfrm flipV="1">
            <a:off x="10806464" y="5685207"/>
            <a:ext cx="372300" cy="333960"/>
          </a:xfrm>
          <a:prstGeom prst="bentConnector3">
            <a:avLst>
              <a:gd name="adj1" fmla="val 50000"/>
            </a:avLst>
          </a:prstGeom>
          <a:noFill/>
          <a:ln w="28575" cap="flat" cmpd="sng" algn="ctr">
            <a:solidFill>
              <a:schemeClr val="accent3"/>
            </a:solidFill>
            <a:prstDash val="solid"/>
            <a:round/>
            <a:headEnd type="none" w="med" len="med"/>
            <a:tailEnd type="triangle"/>
          </a:ln>
          <a:effectLst/>
        </p:spPr>
      </p:cxnSp>
      <p:cxnSp>
        <p:nvCxnSpPr>
          <p:cNvPr id="14" name="Connector: Elbow 13">
            <a:extLst>
              <a:ext uri="{FF2B5EF4-FFF2-40B4-BE49-F238E27FC236}">
                <a16:creationId xmlns:a16="http://schemas.microsoft.com/office/drawing/2014/main" id="{953B6039-589B-D340-DE25-4DA15D23A9C9}"/>
              </a:ext>
            </a:extLst>
          </p:cNvPr>
          <p:cNvCxnSpPr>
            <a:cxnSpLocks/>
            <a:endCxn id="232" idx="2"/>
          </p:cNvCxnSpPr>
          <p:nvPr/>
        </p:nvCxnSpPr>
        <p:spPr bwMode="auto">
          <a:xfrm>
            <a:off x="10806464" y="6019167"/>
            <a:ext cx="377219" cy="257349"/>
          </a:xfrm>
          <a:prstGeom prst="bentConnector3">
            <a:avLst>
              <a:gd name="adj1" fmla="val 50000"/>
            </a:avLst>
          </a:prstGeom>
          <a:noFill/>
          <a:ln w="28575" cap="flat" cmpd="sng" algn="ctr">
            <a:solidFill>
              <a:schemeClr val="accent3"/>
            </a:solidFill>
            <a:prstDash val="solid"/>
            <a:round/>
            <a:headEnd type="none" w="med" len="med"/>
            <a:tailEnd type="triangle"/>
          </a:ln>
          <a:effectLst/>
        </p:spPr>
      </p:cxnSp>
      <p:sp>
        <p:nvSpPr>
          <p:cNvPr id="3" name="Rectangle: Rounded Corners 2">
            <a:extLst>
              <a:ext uri="{FF2B5EF4-FFF2-40B4-BE49-F238E27FC236}">
                <a16:creationId xmlns:a16="http://schemas.microsoft.com/office/drawing/2014/main" id="{863341A3-D851-9E37-7CEE-BB3CFB0336E3}"/>
              </a:ext>
            </a:extLst>
          </p:cNvPr>
          <p:cNvSpPr/>
          <p:nvPr/>
        </p:nvSpPr>
        <p:spPr>
          <a:xfrm>
            <a:off x="4911275" y="1876812"/>
            <a:ext cx="2002215" cy="522968"/>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900" b="1"/>
              <a:t>Entity vs Attribute – AI Scoring</a:t>
            </a:r>
          </a:p>
          <a:p>
            <a:pPr algn="ctr"/>
            <a:r>
              <a:rPr lang="en-US" sz="700"/>
              <a:t>Independent  Identity, Independent Lifecycle, Has Relationships, Has its own attributes, is it reused, Retrieval needs reason</a:t>
            </a:r>
            <a:endParaRPr lang="en-IN" sz="600"/>
          </a:p>
        </p:txBody>
      </p:sp>
    </p:spTree>
    <p:extLst>
      <p:ext uri="{BB962C8B-B14F-4D97-AF65-F5344CB8AC3E}">
        <p14:creationId xmlns:p14="http://schemas.microsoft.com/office/powerpoint/2010/main" val="3174134755"/>
      </p:ext>
    </p:extLst>
  </p:cSld>
  <p:clrMapOvr>
    <a:masterClrMapping/>
  </p:clrMapOvr>
  <p:transition spd="med"/>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D009F-520D-EF23-2ADC-0E0DCD1DDF80}"/>
            </a:ext>
          </a:extLst>
        </p:cNvPr>
        <p:cNvGrpSpPr/>
        <p:nvPr/>
      </p:nvGrpSpPr>
      <p:grpSpPr>
        <a:xfrm>
          <a:off x="0" y="0"/>
          <a:ext cx="0" cy="0"/>
          <a:chOff x="0" y="0"/>
          <a:chExt cx="0" cy="0"/>
        </a:xfrm>
      </p:grpSpPr>
      <p:sp>
        <p:nvSpPr>
          <p:cNvPr id="146" name="Rectangle: Rounded Corners 145">
            <a:extLst>
              <a:ext uri="{FF2B5EF4-FFF2-40B4-BE49-F238E27FC236}">
                <a16:creationId xmlns:a16="http://schemas.microsoft.com/office/drawing/2014/main" id="{41D05600-88BE-7360-A9A2-CB5247E4B32C}"/>
              </a:ext>
            </a:extLst>
          </p:cNvPr>
          <p:cNvSpPr/>
          <p:nvPr/>
        </p:nvSpPr>
        <p:spPr>
          <a:xfrm>
            <a:off x="533307" y="1817453"/>
            <a:ext cx="11543077" cy="2852415"/>
          </a:xfrm>
          <a:prstGeom prst="roundRect">
            <a:avLst>
              <a:gd name="adj" fmla="val 0"/>
            </a:avLst>
          </a:prstGeom>
          <a:solidFill>
            <a:schemeClr val="accent4">
              <a:lumMod val="20000"/>
              <a:lumOff val="80000"/>
            </a:schemeClr>
          </a:solidFill>
          <a:ln w="19050" cap="flat">
            <a:solidFill>
              <a:schemeClr val="accent1"/>
            </a:solidFill>
            <a:prstDash val="solid"/>
            <a:miter/>
          </a:ln>
          <a:effectLst/>
        </p:spPr>
        <p:txBody>
          <a:bodyPr rtlCol="0" anchor="ctr"/>
          <a:lstStyle/>
          <a:p>
            <a:pPr algn="ctr"/>
            <a:endParaRPr lang="en-US" sz="1200" b="1"/>
          </a:p>
        </p:txBody>
      </p:sp>
      <p:sp>
        <p:nvSpPr>
          <p:cNvPr id="6" name="Rectangle: Rounded Corners 5">
            <a:extLst>
              <a:ext uri="{FF2B5EF4-FFF2-40B4-BE49-F238E27FC236}">
                <a16:creationId xmlns:a16="http://schemas.microsoft.com/office/drawing/2014/main" id="{2504CD68-2385-2724-3ACD-816AFEB39D18}"/>
              </a:ext>
            </a:extLst>
          </p:cNvPr>
          <p:cNvSpPr/>
          <p:nvPr/>
        </p:nvSpPr>
        <p:spPr>
          <a:xfrm>
            <a:off x="607817" y="2365470"/>
            <a:ext cx="1043096" cy="490083"/>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600" b="1"/>
              <a:t>Profile Admins Ingest Knowledge Source for Knowledge Profile</a:t>
            </a:r>
          </a:p>
          <a:p>
            <a:pPr algn="ctr"/>
            <a:r>
              <a:rPr lang="en-US" sz="500" err="1"/>
              <a:t>Sharepoint</a:t>
            </a:r>
            <a:r>
              <a:rPr lang="en-US" sz="500"/>
              <a:t> folders, ADO, JIRA etc.</a:t>
            </a:r>
            <a:endParaRPr lang="en-IN" sz="500"/>
          </a:p>
        </p:txBody>
      </p:sp>
      <p:sp>
        <p:nvSpPr>
          <p:cNvPr id="10" name="Rectangle: Rounded Corners 9">
            <a:extLst>
              <a:ext uri="{FF2B5EF4-FFF2-40B4-BE49-F238E27FC236}">
                <a16:creationId xmlns:a16="http://schemas.microsoft.com/office/drawing/2014/main" id="{DD362D4F-1F96-E2C8-84BC-AB7344AA8E6F}"/>
              </a:ext>
            </a:extLst>
          </p:cNvPr>
          <p:cNvSpPr/>
          <p:nvPr/>
        </p:nvSpPr>
        <p:spPr>
          <a:xfrm>
            <a:off x="3914328" y="2099706"/>
            <a:ext cx="1127039" cy="427019"/>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600" b="1"/>
              <a:t>Entity &amp; Attribute Discovery</a:t>
            </a:r>
          </a:p>
          <a:p>
            <a:pPr algn="ctr"/>
            <a:r>
              <a:rPr lang="en-US" sz="600"/>
              <a:t>Extracts Qualified Entity &amp; Attributes</a:t>
            </a:r>
            <a:endParaRPr lang="en-IN" sz="600"/>
          </a:p>
        </p:txBody>
      </p:sp>
      <p:sp>
        <p:nvSpPr>
          <p:cNvPr id="21" name="Rectangle: Rounded Corners 20">
            <a:extLst>
              <a:ext uri="{FF2B5EF4-FFF2-40B4-BE49-F238E27FC236}">
                <a16:creationId xmlns:a16="http://schemas.microsoft.com/office/drawing/2014/main" id="{A85D119A-2366-513B-B076-CE1667D06470}"/>
              </a:ext>
            </a:extLst>
          </p:cNvPr>
          <p:cNvSpPr/>
          <p:nvPr/>
        </p:nvSpPr>
        <p:spPr>
          <a:xfrm>
            <a:off x="5365569" y="3672254"/>
            <a:ext cx="1471380" cy="726908"/>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700" b="1"/>
              <a:t>Admin Publishes Knowledge Model with version</a:t>
            </a:r>
          </a:p>
        </p:txBody>
      </p:sp>
      <p:sp>
        <p:nvSpPr>
          <p:cNvPr id="23" name="Rectangle: Rounded Corners 22">
            <a:extLst>
              <a:ext uri="{FF2B5EF4-FFF2-40B4-BE49-F238E27FC236}">
                <a16:creationId xmlns:a16="http://schemas.microsoft.com/office/drawing/2014/main" id="{9B6112E7-649A-013A-E78D-787EF6FB400A}"/>
              </a:ext>
            </a:extLst>
          </p:cNvPr>
          <p:cNvSpPr/>
          <p:nvPr/>
        </p:nvSpPr>
        <p:spPr>
          <a:xfrm>
            <a:off x="8072631" y="2428618"/>
            <a:ext cx="2248502" cy="877599"/>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700" b="1"/>
              <a:t>Entity Resolver</a:t>
            </a:r>
          </a:p>
          <a:p>
            <a:pPr algn="ctr"/>
            <a:r>
              <a:rPr lang="en-US" sz="700" b="1"/>
              <a:t>Canonical Entity / Synonyms, Aliases, Abbreviations, Renamed Concepts</a:t>
            </a:r>
            <a:endParaRPr lang="en-IN" sz="700" b="1"/>
          </a:p>
        </p:txBody>
      </p:sp>
      <p:sp>
        <p:nvSpPr>
          <p:cNvPr id="25" name="Rectangle: Rounded Corners 24">
            <a:extLst>
              <a:ext uri="{FF2B5EF4-FFF2-40B4-BE49-F238E27FC236}">
                <a16:creationId xmlns:a16="http://schemas.microsoft.com/office/drawing/2014/main" id="{28DA398C-1032-886E-E36D-1C631D1780C4}"/>
              </a:ext>
            </a:extLst>
          </p:cNvPr>
          <p:cNvSpPr/>
          <p:nvPr/>
        </p:nvSpPr>
        <p:spPr>
          <a:xfrm>
            <a:off x="7214732" y="3649818"/>
            <a:ext cx="2076338" cy="773391"/>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700" b="1"/>
              <a:t>Ontology Relationship Builder </a:t>
            </a:r>
          </a:p>
          <a:p>
            <a:pPr algn="ctr"/>
            <a:r>
              <a:rPr lang="en-US" sz="700" b="1"/>
              <a:t>Uploaded source based actual entity linkage</a:t>
            </a:r>
            <a:endParaRPr lang="en-IN" sz="700" b="1"/>
          </a:p>
        </p:txBody>
      </p:sp>
      <p:sp>
        <p:nvSpPr>
          <p:cNvPr id="27" name="Rectangle: Rounded Corners 26">
            <a:extLst>
              <a:ext uri="{FF2B5EF4-FFF2-40B4-BE49-F238E27FC236}">
                <a16:creationId xmlns:a16="http://schemas.microsoft.com/office/drawing/2014/main" id="{F488A4D8-2B4A-BB14-2B84-75AB6C92D45E}"/>
              </a:ext>
            </a:extLst>
          </p:cNvPr>
          <p:cNvSpPr/>
          <p:nvPr/>
        </p:nvSpPr>
        <p:spPr>
          <a:xfrm>
            <a:off x="644998" y="3522579"/>
            <a:ext cx="1825718" cy="1018916"/>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700" b="1"/>
              <a:t>Knowledge Evolution</a:t>
            </a:r>
          </a:p>
          <a:p>
            <a:pPr algn="ctr"/>
            <a:r>
              <a:rPr lang="en-US" sz="700" b="1"/>
              <a:t>Self learning based on repeated occurrence of missing relationships from multiple knowledge source</a:t>
            </a:r>
            <a:endParaRPr lang="en-IN" sz="700" b="1"/>
          </a:p>
        </p:txBody>
      </p:sp>
      <p:cxnSp>
        <p:nvCxnSpPr>
          <p:cNvPr id="28" name="Straight Arrow Connector 27">
            <a:extLst>
              <a:ext uri="{FF2B5EF4-FFF2-40B4-BE49-F238E27FC236}">
                <a16:creationId xmlns:a16="http://schemas.microsoft.com/office/drawing/2014/main" id="{8090A12D-DC3C-4711-2BD7-ACCB1E371EA4}"/>
              </a:ext>
            </a:extLst>
          </p:cNvPr>
          <p:cNvCxnSpPr>
            <a:cxnSpLocks/>
            <a:stCxn id="6" idx="3"/>
            <a:endCxn id="97" idx="1"/>
          </p:cNvCxnSpPr>
          <p:nvPr/>
        </p:nvCxnSpPr>
        <p:spPr bwMode="auto">
          <a:xfrm>
            <a:off x="1650913" y="2610512"/>
            <a:ext cx="228779" cy="3785"/>
          </a:xfrm>
          <a:prstGeom prst="straightConnector1">
            <a:avLst/>
          </a:prstGeom>
          <a:noFill/>
          <a:ln w="19050" cap="flat" cmpd="sng" algn="ctr">
            <a:solidFill>
              <a:schemeClr val="accent3"/>
            </a:solidFill>
            <a:prstDash val="solid"/>
            <a:round/>
            <a:headEnd type="none" w="med" len="med"/>
            <a:tailEnd type="triangle"/>
          </a:ln>
          <a:effectLst/>
        </p:spPr>
      </p:cxnSp>
      <p:cxnSp>
        <p:nvCxnSpPr>
          <p:cNvPr id="34" name="Straight Arrow Connector 33">
            <a:extLst>
              <a:ext uri="{FF2B5EF4-FFF2-40B4-BE49-F238E27FC236}">
                <a16:creationId xmlns:a16="http://schemas.microsoft.com/office/drawing/2014/main" id="{63B2BA9A-FCD6-FCD9-7B2C-3BE2B9BE666F}"/>
              </a:ext>
            </a:extLst>
          </p:cNvPr>
          <p:cNvCxnSpPr>
            <a:cxnSpLocks/>
            <a:stCxn id="23" idx="3"/>
            <a:endCxn id="62" idx="1"/>
          </p:cNvCxnSpPr>
          <p:nvPr/>
        </p:nvCxnSpPr>
        <p:spPr bwMode="auto">
          <a:xfrm flipV="1">
            <a:off x="10321133" y="2857300"/>
            <a:ext cx="369599" cy="10118"/>
          </a:xfrm>
          <a:prstGeom prst="straightConnector1">
            <a:avLst/>
          </a:prstGeom>
          <a:noFill/>
          <a:ln w="28575" cap="flat" cmpd="sng" algn="ctr">
            <a:solidFill>
              <a:schemeClr val="accent3"/>
            </a:solidFill>
            <a:prstDash val="solid"/>
            <a:round/>
            <a:headEnd type="none" w="med" len="med"/>
            <a:tailEnd type="triangle"/>
          </a:ln>
          <a:effectLst/>
        </p:spPr>
      </p:cxnSp>
      <p:cxnSp>
        <p:nvCxnSpPr>
          <p:cNvPr id="37" name="Connector: Elbow 36">
            <a:extLst>
              <a:ext uri="{FF2B5EF4-FFF2-40B4-BE49-F238E27FC236}">
                <a16:creationId xmlns:a16="http://schemas.microsoft.com/office/drawing/2014/main" id="{6A60FAFB-3029-AA44-CF56-96D5D37A75CC}"/>
              </a:ext>
            </a:extLst>
          </p:cNvPr>
          <p:cNvCxnSpPr>
            <a:cxnSpLocks/>
            <a:stCxn id="63" idx="3"/>
            <a:endCxn id="79" idx="3"/>
          </p:cNvCxnSpPr>
          <p:nvPr/>
        </p:nvCxnSpPr>
        <p:spPr bwMode="auto">
          <a:xfrm flipH="1">
            <a:off x="11733115" y="2846162"/>
            <a:ext cx="2511" cy="1190860"/>
          </a:xfrm>
          <a:prstGeom prst="bentConnector3">
            <a:avLst>
              <a:gd name="adj1" fmla="val -9103943"/>
            </a:avLst>
          </a:prstGeom>
          <a:noFill/>
          <a:ln w="28575" cap="flat" cmpd="sng" algn="ctr">
            <a:solidFill>
              <a:schemeClr val="accent3"/>
            </a:solidFill>
            <a:prstDash val="solid"/>
            <a:round/>
            <a:headEnd type="none" w="med" len="med"/>
            <a:tailEnd type="triangle"/>
          </a:ln>
          <a:effectLst/>
        </p:spPr>
      </p:cxnSp>
      <p:cxnSp>
        <p:nvCxnSpPr>
          <p:cNvPr id="40" name="Straight Arrow Connector 39">
            <a:extLst>
              <a:ext uri="{FF2B5EF4-FFF2-40B4-BE49-F238E27FC236}">
                <a16:creationId xmlns:a16="http://schemas.microsoft.com/office/drawing/2014/main" id="{DE0B32E6-FA4B-4768-F5BE-FC81A661B551}"/>
              </a:ext>
            </a:extLst>
          </p:cNvPr>
          <p:cNvCxnSpPr>
            <a:cxnSpLocks/>
            <a:stCxn id="25" idx="1"/>
            <a:endCxn id="21" idx="3"/>
          </p:cNvCxnSpPr>
          <p:nvPr/>
        </p:nvCxnSpPr>
        <p:spPr bwMode="auto">
          <a:xfrm flipH="1" flipV="1">
            <a:off x="6836949" y="4035708"/>
            <a:ext cx="377783" cy="806"/>
          </a:xfrm>
          <a:prstGeom prst="straightConnector1">
            <a:avLst/>
          </a:prstGeom>
          <a:noFill/>
          <a:ln w="28575" cap="flat" cmpd="sng" algn="ctr">
            <a:solidFill>
              <a:schemeClr val="accent3"/>
            </a:solidFill>
            <a:prstDash val="solid"/>
            <a:round/>
            <a:headEnd type="none" w="med" len="med"/>
            <a:tailEnd type="triangle"/>
          </a:ln>
          <a:effectLst/>
        </p:spPr>
      </p:cxnSp>
      <p:sp>
        <p:nvSpPr>
          <p:cNvPr id="41" name="Title 1">
            <a:extLst>
              <a:ext uri="{FF2B5EF4-FFF2-40B4-BE49-F238E27FC236}">
                <a16:creationId xmlns:a16="http://schemas.microsoft.com/office/drawing/2014/main" id="{7B9B66EA-8C5B-2935-D68E-F9CD052A37D1}"/>
              </a:ext>
            </a:extLst>
          </p:cNvPr>
          <p:cNvSpPr>
            <a:spLocks noGrp="1"/>
          </p:cNvSpPr>
          <p:nvPr>
            <p:ph type="title"/>
          </p:nvPr>
        </p:nvSpPr>
        <p:spPr>
          <a:xfrm>
            <a:off x="1044205" y="351138"/>
            <a:ext cx="10744985" cy="522579"/>
          </a:xfrm>
        </p:spPr>
        <p:txBody>
          <a:bodyPr/>
          <a:lstStyle/>
          <a:p>
            <a:r>
              <a:rPr lang="en-US"/>
              <a:t>Ingestion Layer Workflow</a:t>
            </a:r>
            <a:endParaRPr lang="en-IN"/>
          </a:p>
        </p:txBody>
      </p:sp>
      <p:grpSp>
        <p:nvGrpSpPr>
          <p:cNvPr id="51" name="Group 50">
            <a:extLst>
              <a:ext uri="{FF2B5EF4-FFF2-40B4-BE49-F238E27FC236}">
                <a16:creationId xmlns:a16="http://schemas.microsoft.com/office/drawing/2014/main" id="{9B323EDD-E72D-24BA-1AD2-33FC5ADB5AD3}"/>
              </a:ext>
            </a:extLst>
          </p:cNvPr>
          <p:cNvGrpSpPr/>
          <p:nvPr/>
        </p:nvGrpSpPr>
        <p:grpSpPr>
          <a:xfrm>
            <a:off x="6578712" y="2256608"/>
            <a:ext cx="1127039" cy="1233838"/>
            <a:chOff x="2572339" y="2353699"/>
            <a:chExt cx="1127039" cy="1233838"/>
          </a:xfrm>
          <a:solidFill>
            <a:srgbClr val="FFFFFF"/>
          </a:solidFill>
        </p:grpSpPr>
        <p:sp>
          <p:nvSpPr>
            <p:cNvPr id="52" name="Diamond 51">
              <a:extLst>
                <a:ext uri="{FF2B5EF4-FFF2-40B4-BE49-F238E27FC236}">
                  <a16:creationId xmlns:a16="http://schemas.microsoft.com/office/drawing/2014/main" id="{85D1C26E-B00D-9C25-3BA4-243EC979ECD8}"/>
                </a:ext>
              </a:extLst>
            </p:cNvPr>
            <p:cNvSpPr/>
            <p:nvPr/>
          </p:nvSpPr>
          <p:spPr>
            <a:xfrm>
              <a:off x="2572339" y="2353699"/>
              <a:ext cx="1127039" cy="1233838"/>
            </a:xfrm>
            <a:prstGeom prst="diamond">
              <a:avLst/>
            </a:prstGeom>
            <a:grpFill/>
            <a:ln w="19050" cap="flat">
              <a:solidFill>
                <a:schemeClr val="accent1"/>
              </a:solidFill>
              <a:prstDash val="solid"/>
              <a:miter/>
            </a:ln>
            <a:effectLst/>
          </p:spPr>
          <p:txBody>
            <a:bodyPr rtlCol="0" anchor="ctr"/>
            <a:lstStyle/>
            <a:p>
              <a:pPr algn="l"/>
              <a:endParaRPr lang="en-IN" sz="500"/>
            </a:p>
          </p:txBody>
        </p:sp>
        <p:sp>
          <p:nvSpPr>
            <p:cNvPr id="53" name="TextBox 52">
              <a:extLst>
                <a:ext uri="{FF2B5EF4-FFF2-40B4-BE49-F238E27FC236}">
                  <a16:creationId xmlns:a16="http://schemas.microsoft.com/office/drawing/2014/main" id="{45ACC0C0-6492-21C8-2EA9-02AA868E83B9}"/>
                </a:ext>
              </a:extLst>
            </p:cNvPr>
            <p:cNvSpPr txBox="1"/>
            <p:nvPr/>
          </p:nvSpPr>
          <p:spPr>
            <a:xfrm>
              <a:off x="2713879" y="2538494"/>
              <a:ext cx="830676" cy="738664"/>
            </a:xfrm>
            <a:prstGeom prst="rect">
              <a:avLst/>
            </a:prstGeom>
            <a:noFill/>
          </p:spPr>
          <p:txBody>
            <a:bodyPr wrap="none" rtlCol="0" anchor="t">
              <a:spAutoFit/>
            </a:bodyPr>
            <a:lstStyle/>
            <a:p>
              <a:pPr algn="ctr" defTabSz="914400">
                <a:buClr>
                  <a:schemeClr val="bg2"/>
                </a:buClr>
                <a:tabLst/>
              </a:pPr>
              <a:r>
                <a:rPr lang="en-US" sz="1050" kern="0">
                  <a:solidFill>
                    <a:schemeClr val="bg2"/>
                  </a:solidFill>
                </a:rPr>
                <a:t>Admin </a:t>
              </a:r>
            </a:p>
            <a:p>
              <a:pPr algn="ctr" defTabSz="914400">
                <a:buClr>
                  <a:schemeClr val="bg2"/>
                </a:buClr>
                <a:tabLst/>
              </a:pPr>
              <a:r>
                <a:rPr lang="en-US" sz="1050" kern="0">
                  <a:solidFill>
                    <a:schemeClr val="bg2"/>
                  </a:solidFill>
                </a:rPr>
                <a:t>Modifies / </a:t>
              </a:r>
            </a:p>
            <a:p>
              <a:pPr algn="ctr" defTabSz="914400">
                <a:buClr>
                  <a:schemeClr val="bg2"/>
                </a:buClr>
                <a:tabLst/>
              </a:pPr>
              <a:r>
                <a:rPr lang="en-US" sz="1050" kern="0">
                  <a:solidFill>
                    <a:schemeClr val="bg2"/>
                  </a:solidFill>
                </a:rPr>
                <a:t>Qualifies</a:t>
              </a:r>
            </a:p>
            <a:p>
              <a:pPr algn="ctr" defTabSz="914400">
                <a:buClr>
                  <a:schemeClr val="bg2"/>
                </a:buClr>
                <a:tabLst/>
              </a:pPr>
              <a:r>
                <a:rPr lang="en-US" sz="1050" kern="0">
                  <a:solidFill>
                    <a:schemeClr val="bg2"/>
                  </a:solidFill>
                </a:rPr>
                <a:t>Knowledge</a:t>
              </a:r>
            </a:p>
          </p:txBody>
        </p:sp>
      </p:grpSp>
      <p:cxnSp>
        <p:nvCxnSpPr>
          <p:cNvPr id="56" name="Straight Arrow Connector 55">
            <a:extLst>
              <a:ext uri="{FF2B5EF4-FFF2-40B4-BE49-F238E27FC236}">
                <a16:creationId xmlns:a16="http://schemas.microsoft.com/office/drawing/2014/main" id="{34C63597-D7F5-C5C9-CEB7-B3BC0612E0EA}"/>
              </a:ext>
            </a:extLst>
          </p:cNvPr>
          <p:cNvCxnSpPr>
            <a:cxnSpLocks/>
            <a:stCxn id="52" idx="3"/>
            <a:endCxn id="23" idx="1"/>
          </p:cNvCxnSpPr>
          <p:nvPr/>
        </p:nvCxnSpPr>
        <p:spPr bwMode="auto">
          <a:xfrm flipV="1">
            <a:off x="7705751" y="2867418"/>
            <a:ext cx="366880" cy="6109"/>
          </a:xfrm>
          <a:prstGeom prst="straightConnector1">
            <a:avLst/>
          </a:prstGeom>
          <a:noFill/>
          <a:ln w="28575" cap="flat" cmpd="sng" algn="ctr">
            <a:solidFill>
              <a:schemeClr val="accent3"/>
            </a:solidFill>
            <a:prstDash val="solid"/>
            <a:round/>
            <a:headEnd type="none" w="med" len="med"/>
            <a:tailEnd type="triangle"/>
          </a:ln>
          <a:effectLst/>
        </p:spPr>
      </p:cxnSp>
      <p:grpSp>
        <p:nvGrpSpPr>
          <p:cNvPr id="61" name="Group 60">
            <a:extLst>
              <a:ext uri="{FF2B5EF4-FFF2-40B4-BE49-F238E27FC236}">
                <a16:creationId xmlns:a16="http://schemas.microsoft.com/office/drawing/2014/main" id="{5D3ACD11-68D3-CCD8-EE8C-63D40CF10817}"/>
              </a:ext>
            </a:extLst>
          </p:cNvPr>
          <p:cNvGrpSpPr/>
          <p:nvPr/>
        </p:nvGrpSpPr>
        <p:grpSpPr>
          <a:xfrm>
            <a:off x="10656484" y="2345739"/>
            <a:ext cx="1079142" cy="1023121"/>
            <a:chOff x="2545199" y="2459314"/>
            <a:chExt cx="1079142" cy="1023121"/>
          </a:xfrm>
          <a:solidFill>
            <a:srgbClr val="FFFFFF"/>
          </a:solidFill>
        </p:grpSpPr>
        <p:sp>
          <p:nvSpPr>
            <p:cNvPr id="62" name="Diamond 61">
              <a:extLst>
                <a:ext uri="{FF2B5EF4-FFF2-40B4-BE49-F238E27FC236}">
                  <a16:creationId xmlns:a16="http://schemas.microsoft.com/office/drawing/2014/main" id="{77F6EA25-98CE-33DA-5A89-0EE8D7B73E59}"/>
                </a:ext>
              </a:extLst>
            </p:cNvPr>
            <p:cNvSpPr/>
            <p:nvPr/>
          </p:nvSpPr>
          <p:spPr>
            <a:xfrm>
              <a:off x="2579447" y="2459314"/>
              <a:ext cx="967959" cy="1023121"/>
            </a:xfrm>
            <a:prstGeom prst="diamond">
              <a:avLst/>
            </a:prstGeom>
            <a:grpFill/>
            <a:ln w="19050" cap="flat">
              <a:solidFill>
                <a:schemeClr val="accent1"/>
              </a:solidFill>
              <a:prstDash val="solid"/>
              <a:miter/>
            </a:ln>
            <a:effectLst/>
          </p:spPr>
          <p:txBody>
            <a:bodyPr rtlCol="0" anchor="ctr"/>
            <a:lstStyle/>
            <a:p>
              <a:pPr algn="l"/>
              <a:endParaRPr lang="en-IN" sz="500"/>
            </a:p>
          </p:txBody>
        </p:sp>
        <p:sp>
          <p:nvSpPr>
            <p:cNvPr id="63" name="TextBox 62">
              <a:extLst>
                <a:ext uri="{FF2B5EF4-FFF2-40B4-BE49-F238E27FC236}">
                  <a16:creationId xmlns:a16="http://schemas.microsoft.com/office/drawing/2014/main" id="{AC735EC2-00A4-8640-2C2D-553F8242AB0E}"/>
                </a:ext>
              </a:extLst>
            </p:cNvPr>
            <p:cNvSpPr txBox="1"/>
            <p:nvPr/>
          </p:nvSpPr>
          <p:spPr>
            <a:xfrm>
              <a:off x="2545199" y="2832779"/>
              <a:ext cx="1079142" cy="253916"/>
            </a:xfrm>
            <a:prstGeom prst="rect">
              <a:avLst/>
            </a:prstGeom>
            <a:noFill/>
          </p:spPr>
          <p:txBody>
            <a:bodyPr wrap="none" rtlCol="0" anchor="t">
              <a:spAutoFit/>
            </a:bodyPr>
            <a:lstStyle/>
            <a:p>
              <a:pPr algn="l" defTabSz="914400">
                <a:buClr>
                  <a:schemeClr val="bg2"/>
                </a:buClr>
                <a:tabLst/>
              </a:pPr>
              <a:r>
                <a:rPr lang="en-US" sz="1050" kern="0">
                  <a:solidFill>
                    <a:schemeClr val="bg2"/>
                  </a:solidFill>
                </a:rPr>
                <a:t>Admin Modifies</a:t>
              </a:r>
            </a:p>
          </p:txBody>
        </p:sp>
      </p:grpSp>
      <p:sp>
        <p:nvSpPr>
          <p:cNvPr id="79" name="Rectangle: Rounded Corners 78">
            <a:extLst>
              <a:ext uri="{FF2B5EF4-FFF2-40B4-BE49-F238E27FC236}">
                <a16:creationId xmlns:a16="http://schemas.microsoft.com/office/drawing/2014/main" id="{4FCB75E1-EBF9-5CD9-0758-A1F59F50A970}"/>
              </a:ext>
            </a:extLst>
          </p:cNvPr>
          <p:cNvSpPr/>
          <p:nvPr/>
        </p:nvSpPr>
        <p:spPr>
          <a:xfrm>
            <a:off x="9656777" y="3650326"/>
            <a:ext cx="2076338" cy="773391"/>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700" b="1"/>
              <a:t>Entity level policy (Optional)</a:t>
            </a:r>
          </a:p>
          <a:p>
            <a:pPr algn="ctr"/>
            <a:r>
              <a:rPr lang="en-US" sz="700" b="1"/>
              <a:t>Create Policies only for exceptional entities</a:t>
            </a:r>
            <a:endParaRPr lang="en-IN" sz="700" b="1"/>
          </a:p>
        </p:txBody>
      </p:sp>
      <p:cxnSp>
        <p:nvCxnSpPr>
          <p:cNvPr id="86" name="Straight Arrow Connector 85">
            <a:extLst>
              <a:ext uri="{FF2B5EF4-FFF2-40B4-BE49-F238E27FC236}">
                <a16:creationId xmlns:a16="http://schemas.microsoft.com/office/drawing/2014/main" id="{DBE61802-34B6-2502-8025-7A0E145283FB}"/>
              </a:ext>
            </a:extLst>
          </p:cNvPr>
          <p:cNvCxnSpPr>
            <a:cxnSpLocks/>
            <a:stCxn id="79" idx="1"/>
            <a:endCxn id="25" idx="3"/>
          </p:cNvCxnSpPr>
          <p:nvPr/>
        </p:nvCxnSpPr>
        <p:spPr bwMode="auto">
          <a:xfrm flipH="1" flipV="1">
            <a:off x="9291070" y="4036514"/>
            <a:ext cx="365707" cy="508"/>
          </a:xfrm>
          <a:prstGeom prst="straightConnector1">
            <a:avLst/>
          </a:prstGeom>
          <a:noFill/>
          <a:ln w="28575" cap="flat" cmpd="sng" algn="ctr">
            <a:solidFill>
              <a:schemeClr val="accent3"/>
            </a:solidFill>
            <a:prstDash val="solid"/>
            <a:round/>
            <a:headEnd type="none" w="med" len="med"/>
            <a:tailEnd type="triangle"/>
          </a:ln>
          <a:effectLst/>
        </p:spPr>
      </p:cxnSp>
      <p:sp>
        <p:nvSpPr>
          <p:cNvPr id="97" name="Rectangle: Rounded Corners 96">
            <a:extLst>
              <a:ext uri="{FF2B5EF4-FFF2-40B4-BE49-F238E27FC236}">
                <a16:creationId xmlns:a16="http://schemas.microsoft.com/office/drawing/2014/main" id="{ECC1A634-165E-023C-6C0C-C47E3FA180C3}"/>
              </a:ext>
            </a:extLst>
          </p:cNvPr>
          <p:cNvSpPr/>
          <p:nvPr/>
        </p:nvSpPr>
        <p:spPr>
          <a:xfrm>
            <a:off x="1879692" y="2420684"/>
            <a:ext cx="840431" cy="387226"/>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600" b="1"/>
              <a:t>Transformed data stored internally</a:t>
            </a:r>
          </a:p>
          <a:p>
            <a:pPr algn="ctr"/>
            <a:r>
              <a:rPr lang="en-US" sz="600"/>
              <a:t>Blob storage </a:t>
            </a:r>
            <a:r>
              <a:rPr lang="en-US" sz="600" err="1"/>
              <a:t>etc</a:t>
            </a:r>
            <a:endParaRPr lang="en-IN" sz="600"/>
          </a:p>
        </p:txBody>
      </p:sp>
      <p:sp>
        <p:nvSpPr>
          <p:cNvPr id="119" name="Cylinder 118">
            <a:extLst>
              <a:ext uri="{FF2B5EF4-FFF2-40B4-BE49-F238E27FC236}">
                <a16:creationId xmlns:a16="http://schemas.microsoft.com/office/drawing/2014/main" id="{77A7B813-BEE9-C5BE-2C37-424F9D7C59B4}"/>
              </a:ext>
            </a:extLst>
          </p:cNvPr>
          <p:cNvSpPr/>
          <p:nvPr/>
        </p:nvSpPr>
        <p:spPr>
          <a:xfrm>
            <a:off x="4200704" y="3606660"/>
            <a:ext cx="767213" cy="869290"/>
          </a:xfrm>
          <a:prstGeom prst="can">
            <a:avLst>
              <a:gd name="adj" fmla="val 24270"/>
            </a:avLst>
          </a:prstGeom>
          <a:solidFill>
            <a:srgbClr val="FFFFFF"/>
          </a:solidFill>
          <a:ln w="19050" cap="flat">
            <a:solidFill>
              <a:schemeClr val="tx2">
                <a:lumMod val="90000"/>
              </a:schemeClr>
            </a:solidFill>
            <a:prstDash val="solid"/>
            <a:miter/>
          </a:ln>
          <a:effectLst/>
        </p:spPr>
        <p:txBody>
          <a:bodyPr rtlCol="0" anchor="ctr"/>
          <a:lstStyle/>
          <a:p>
            <a:pPr algn="l"/>
            <a:endParaRPr lang="en-IN"/>
          </a:p>
        </p:txBody>
      </p:sp>
      <p:sp>
        <p:nvSpPr>
          <p:cNvPr id="123" name="TextBox 122">
            <a:extLst>
              <a:ext uri="{FF2B5EF4-FFF2-40B4-BE49-F238E27FC236}">
                <a16:creationId xmlns:a16="http://schemas.microsoft.com/office/drawing/2014/main" id="{DF0F6B57-E2FB-B6BD-1979-130493481B5E}"/>
              </a:ext>
            </a:extLst>
          </p:cNvPr>
          <p:cNvSpPr txBox="1"/>
          <p:nvPr/>
        </p:nvSpPr>
        <p:spPr>
          <a:xfrm>
            <a:off x="4167419" y="3935406"/>
            <a:ext cx="797983" cy="297395"/>
          </a:xfrm>
          <a:prstGeom prst="rect">
            <a:avLst/>
          </a:prstGeom>
          <a:noFill/>
          <a:ln w="19050" cap="flat">
            <a:noFill/>
            <a:prstDash val="solid"/>
            <a:miter/>
          </a:ln>
          <a:effectLst/>
        </p:spPr>
        <p:txBody>
          <a:bodyPr rtlCol="0" anchor="ctr"/>
          <a:lstStyle>
            <a:defPPr>
              <a:defRPr lang="en-US"/>
            </a:defPPr>
            <a:lvl1pPr algn="ctr">
              <a:defRPr sz="700" b="1"/>
            </a:lvl1pPr>
          </a:lstStyle>
          <a:p>
            <a:r>
              <a:rPr lang="en-US"/>
              <a:t>Knowledge Model Schema</a:t>
            </a:r>
            <a:endParaRPr lang="en-IN"/>
          </a:p>
        </p:txBody>
      </p:sp>
      <p:cxnSp>
        <p:nvCxnSpPr>
          <p:cNvPr id="125" name="Straight Arrow Connector 124">
            <a:extLst>
              <a:ext uri="{FF2B5EF4-FFF2-40B4-BE49-F238E27FC236}">
                <a16:creationId xmlns:a16="http://schemas.microsoft.com/office/drawing/2014/main" id="{65F05C9D-415E-0066-6EDD-4BE66BC4C04A}"/>
              </a:ext>
            </a:extLst>
          </p:cNvPr>
          <p:cNvCxnSpPr>
            <a:cxnSpLocks/>
            <a:stCxn id="21" idx="1"/>
            <a:endCxn id="119" idx="4"/>
          </p:cNvCxnSpPr>
          <p:nvPr/>
        </p:nvCxnSpPr>
        <p:spPr bwMode="auto">
          <a:xfrm flipH="1">
            <a:off x="4967917" y="4035708"/>
            <a:ext cx="397652" cy="5597"/>
          </a:xfrm>
          <a:prstGeom prst="straightConnector1">
            <a:avLst/>
          </a:prstGeom>
          <a:noFill/>
          <a:ln w="28575" cap="flat" cmpd="sng" algn="ctr">
            <a:solidFill>
              <a:schemeClr val="accent3"/>
            </a:solidFill>
            <a:prstDash val="solid"/>
            <a:round/>
            <a:headEnd type="none" w="med" len="med"/>
            <a:tailEnd type="triangle"/>
          </a:ln>
          <a:effectLst/>
        </p:spPr>
      </p:cxnSp>
      <p:cxnSp>
        <p:nvCxnSpPr>
          <p:cNvPr id="147" name="Straight Arrow Connector 146">
            <a:extLst>
              <a:ext uri="{FF2B5EF4-FFF2-40B4-BE49-F238E27FC236}">
                <a16:creationId xmlns:a16="http://schemas.microsoft.com/office/drawing/2014/main" id="{E8AFEDD5-2868-58ED-0D27-6D0F42153803}"/>
              </a:ext>
            </a:extLst>
          </p:cNvPr>
          <p:cNvCxnSpPr>
            <a:cxnSpLocks/>
            <a:stCxn id="27" idx="3"/>
            <a:endCxn id="150" idx="1"/>
          </p:cNvCxnSpPr>
          <p:nvPr/>
        </p:nvCxnSpPr>
        <p:spPr bwMode="auto">
          <a:xfrm>
            <a:off x="2470716" y="4032037"/>
            <a:ext cx="305029" cy="3917"/>
          </a:xfrm>
          <a:prstGeom prst="straightConnector1">
            <a:avLst/>
          </a:prstGeom>
          <a:noFill/>
          <a:ln w="28575" cap="flat" cmpd="sng" algn="ctr">
            <a:solidFill>
              <a:schemeClr val="accent3"/>
            </a:solidFill>
            <a:prstDash val="solid"/>
            <a:round/>
            <a:headEnd type="none" w="med" len="med"/>
            <a:tailEnd type="triangle"/>
          </a:ln>
          <a:effectLst/>
        </p:spPr>
      </p:cxnSp>
      <p:grpSp>
        <p:nvGrpSpPr>
          <p:cNvPr id="149" name="Group 148">
            <a:extLst>
              <a:ext uri="{FF2B5EF4-FFF2-40B4-BE49-F238E27FC236}">
                <a16:creationId xmlns:a16="http://schemas.microsoft.com/office/drawing/2014/main" id="{EFD646DA-DDF0-81A0-8EEF-6CF2D472051A}"/>
              </a:ext>
            </a:extLst>
          </p:cNvPr>
          <p:cNvGrpSpPr/>
          <p:nvPr/>
        </p:nvGrpSpPr>
        <p:grpSpPr>
          <a:xfrm>
            <a:off x="2775745" y="3524393"/>
            <a:ext cx="1109420" cy="1023121"/>
            <a:chOff x="2579447" y="2459314"/>
            <a:chExt cx="1109420" cy="1023121"/>
          </a:xfrm>
          <a:solidFill>
            <a:srgbClr val="FFFFFF"/>
          </a:solidFill>
        </p:grpSpPr>
        <p:sp>
          <p:nvSpPr>
            <p:cNvPr id="150" name="Diamond 149">
              <a:extLst>
                <a:ext uri="{FF2B5EF4-FFF2-40B4-BE49-F238E27FC236}">
                  <a16:creationId xmlns:a16="http://schemas.microsoft.com/office/drawing/2014/main" id="{C72B62C3-DC69-4C8A-B75D-306E5D0CA50B}"/>
                </a:ext>
              </a:extLst>
            </p:cNvPr>
            <p:cNvSpPr/>
            <p:nvPr/>
          </p:nvSpPr>
          <p:spPr>
            <a:xfrm>
              <a:off x="2579447" y="2459314"/>
              <a:ext cx="1109420" cy="1023121"/>
            </a:xfrm>
            <a:prstGeom prst="diamond">
              <a:avLst/>
            </a:prstGeom>
            <a:grpFill/>
            <a:ln w="19050" cap="flat">
              <a:solidFill>
                <a:schemeClr val="accent1"/>
              </a:solidFill>
              <a:prstDash val="solid"/>
              <a:miter/>
            </a:ln>
            <a:effectLst/>
          </p:spPr>
          <p:txBody>
            <a:bodyPr rtlCol="0" anchor="ctr"/>
            <a:lstStyle/>
            <a:p>
              <a:pPr algn="l"/>
              <a:endParaRPr lang="en-IN" sz="500"/>
            </a:p>
          </p:txBody>
        </p:sp>
        <p:sp>
          <p:nvSpPr>
            <p:cNvPr id="151" name="TextBox 150">
              <a:extLst>
                <a:ext uri="{FF2B5EF4-FFF2-40B4-BE49-F238E27FC236}">
                  <a16:creationId xmlns:a16="http://schemas.microsoft.com/office/drawing/2014/main" id="{DAE79FE8-1A9F-77BB-CF0D-0B7B14BBF1E7}"/>
                </a:ext>
              </a:extLst>
            </p:cNvPr>
            <p:cNvSpPr txBox="1"/>
            <p:nvPr/>
          </p:nvSpPr>
          <p:spPr>
            <a:xfrm>
              <a:off x="2587239" y="2801249"/>
              <a:ext cx="1083951" cy="415498"/>
            </a:xfrm>
            <a:prstGeom prst="rect">
              <a:avLst/>
            </a:prstGeom>
            <a:noFill/>
          </p:spPr>
          <p:txBody>
            <a:bodyPr wrap="none" rtlCol="0" anchor="t">
              <a:spAutoFit/>
            </a:bodyPr>
            <a:lstStyle/>
            <a:p>
              <a:pPr algn="ctr" defTabSz="914400">
                <a:buClr>
                  <a:schemeClr val="bg2"/>
                </a:buClr>
                <a:tabLst/>
              </a:pPr>
              <a:r>
                <a:rPr lang="en-US" sz="1050" kern="0">
                  <a:solidFill>
                    <a:schemeClr val="bg2"/>
                  </a:solidFill>
                </a:rPr>
                <a:t>Admin Qualifies</a:t>
              </a:r>
            </a:p>
            <a:p>
              <a:pPr algn="ctr" defTabSz="914400">
                <a:buClr>
                  <a:schemeClr val="bg2"/>
                </a:buClr>
                <a:tabLst/>
              </a:pPr>
              <a:r>
                <a:rPr lang="en-US" sz="1050" kern="0">
                  <a:solidFill>
                    <a:schemeClr val="bg2"/>
                  </a:solidFill>
                </a:rPr>
                <a:t>Suggestions</a:t>
              </a:r>
            </a:p>
          </p:txBody>
        </p:sp>
      </p:grpSp>
      <p:cxnSp>
        <p:nvCxnSpPr>
          <p:cNvPr id="166" name="Straight Arrow Connector 165">
            <a:extLst>
              <a:ext uri="{FF2B5EF4-FFF2-40B4-BE49-F238E27FC236}">
                <a16:creationId xmlns:a16="http://schemas.microsoft.com/office/drawing/2014/main" id="{F4FA7C37-8DB4-1368-BE06-DD3B15032C25}"/>
              </a:ext>
            </a:extLst>
          </p:cNvPr>
          <p:cNvCxnSpPr>
            <a:cxnSpLocks/>
            <a:stCxn id="150" idx="3"/>
            <a:endCxn id="119" idx="2"/>
          </p:cNvCxnSpPr>
          <p:nvPr/>
        </p:nvCxnSpPr>
        <p:spPr bwMode="auto">
          <a:xfrm>
            <a:off x="3885165" y="4035954"/>
            <a:ext cx="315539" cy="5351"/>
          </a:xfrm>
          <a:prstGeom prst="straightConnector1">
            <a:avLst/>
          </a:prstGeom>
          <a:noFill/>
          <a:ln w="28575" cap="flat" cmpd="sng" algn="ctr">
            <a:solidFill>
              <a:schemeClr val="accent3"/>
            </a:solidFill>
            <a:prstDash val="solid"/>
            <a:round/>
            <a:headEnd type="none" w="med" len="med"/>
            <a:tailEnd type="triangle"/>
          </a:ln>
          <a:effectLst/>
        </p:spPr>
      </p:cxnSp>
      <p:sp>
        <p:nvSpPr>
          <p:cNvPr id="176" name="Rectangle: Rounded Corners 175">
            <a:extLst>
              <a:ext uri="{FF2B5EF4-FFF2-40B4-BE49-F238E27FC236}">
                <a16:creationId xmlns:a16="http://schemas.microsoft.com/office/drawing/2014/main" id="{24CBD260-F80D-1FA1-63C3-419FE7DD0405}"/>
              </a:ext>
            </a:extLst>
          </p:cNvPr>
          <p:cNvSpPr/>
          <p:nvPr/>
        </p:nvSpPr>
        <p:spPr>
          <a:xfrm>
            <a:off x="533307" y="4664850"/>
            <a:ext cx="11543077" cy="1957705"/>
          </a:xfrm>
          <a:prstGeom prst="roundRect">
            <a:avLst>
              <a:gd name="adj" fmla="val 0"/>
            </a:avLst>
          </a:prstGeom>
          <a:solidFill>
            <a:schemeClr val="accent6">
              <a:lumMod val="20000"/>
              <a:lumOff val="80000"/>
            </a:schemeClr>
          </a:solidFill>
          <a:ln w="19050" cap="flat">
            <a:solidFill>
              <a:schemeClr val="accent6">
                <a:lumMod val="50000"/>
              </a:schemeClr>
            </a:solidFill>
            <a:prstDash val="solid"/>
            <a:miter/>
          </a:ln>
          <a:effectLst/>
        </p:spPr>
        <p:txBody>
          <a:bodyPr rtlCol="0" anchor="ctr"/>
          <a:lstStyle/>
          <a:p>
            <a:pPr algn="ctr"/>
            <a:endParaRPr lang="en-US" sz="1200" b="1"/>
          </a:p>
        </p:txBody>
      </p:sp>
      <p:sp>
        <p:nvSpPr>
          <p:cNvPr id="186" name="Rectangle: Rounded Corners 185">
            <a:extLst>
              <a:ext uri="{FF2B5EF4-FFF2-40B4-BE49-F238E27FC236}">
                <a16:creationId xmlns:a16="http://schemas.microsoft.com/office/drawing/2014/main" id="{4A329E61-E4A1-959B-45F5-28F7F0A07096}"/>
              </a:ext>
            </a:extLst>
          </p:cNvPr>
          <p:cNvSpPr/>
          <p:nvPr/>
        </p:nvSpPr>
        <p:spPr>
          <a:xfrm rot="16200000">
            <a:off x="-662972" y="5423260"/>
            <a:ext cx="1965362" cy="433230"/>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Knowledge Processing</a:t>
            </a:r>
            <a:endParaRPr lang="en-IN" sz="1200" b="1"/>
          </a:p>
        </p:txBody>
      </p:sp>
      <p:sp>
        <p:nvSpPr>
          <p:cNvPr id="129" name="Rectangle: Rounded Corners 128">
            <a:extLst>
              <a:ext uri="{FF2B5EF4-FFF2-40B4-BE49-F238E27FC236}">
                <a16:creationId xmlns:a16="http://schemas.microsoft.com/office/drawing/2014/main" id="{3FEBED92-0139-8889-BCAB-7AC2D3D7B48F}"/>
              </a:ext>
            </a:extLst>
          </p:cNvPr>
          <p:cNvSpPr/>
          <p:nvPr/>
        </p:nvSpPr>
        <p:spPr>
          <a:xfrm>
            <a:off x="533308" y="988902"/>
            <a:ext cx="11543077" cy="843206"/>
          </a:xfrm>
          <a:prstGeom prst="roundRect">
            <a:avLst>
              <a:gd name="adj" fmla="val 0"/>
            </a:avLst>
          </a:prstGeom>
          <a:solidFill>
            <a:schemeClr val="accent3">
              <a:lumMod val="20000"/>
              <a:lumOff val="80000"/>
            </a:schemeClr>
          </a:solidFill>
          <a:ln w="19050" cap="flat">
            <a:solidFill>
              <a:schemeClr val="accent2"/>
            </a:solidFill>
            <a:prstDash val="solid"/>
            <a:miter/>
          </a:ln>
          <a:effectLst/>
        </p:spPr>
        <p:txBody>
          <a:bodyPr rtlCol="0" anchor="ctr"/>
          <a:lstStyle/>
          <a:p>
            <a:pPr algn="ctr"/>
            <a:endParaRPr lang="en-US" sz="1200" b="1"/>
          </a:p>
        </p:txBody>
      </p:sp>
      <p:sp>
        <p:nvSpPr>
          <p:cNvPr id="67" name="Rectangle: Rounded Corners 66">
            <a:extLst>
              <a:ext uri="{FF2B5EF4-FFF2-40B4-BE49-F238E27FC236}">
                <a16:creationId xmlns:a16="http://schemas.microsoft.com/office/drawing/2014/main" id="{403AAF47-638E-F7C7-30AB-745326F11581}"/>
              </a:ext>
            </a:extLst>
          </p:cNvPr>
          <p:cNvSpPr/>
          <p:nvPr/>
        </p:nvSpPr>
        <p:spPr>
          <a:xfrm>
            <a:off x="1911641" y="1205087"/>
            <a:ext cx="1177607" cy="435362"/>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600" b="1" err="1"/>
              <a:t>KnowledgeAI</a:t>
            </a:r>
            <a:r>
              <a:rPr lang="en-US" sz="600" b="1"/>
              <a:t> Profile Admin Creates New Knowledge Profile</a:t>
            </a:r>
            <a:endParaRPr lang="en-IN" sz="600" b="1"/>
          </a:p>
        </p:txBody>
      </p:sp>
      <p:sp>
        <p:nvSpPr>
          <p:cNvPr id="69" name="Rectangle: Rounded Corners 68">
            <a:extLst>
              <a:ext uri="{FF2B5EF4-FFF2-40B4-BE49-F238E27FC236}">
                <a16:creationId xmlns:a16="http://schemas.microsoft.com/office/drawing/2014/main" id="{1F0B8911-09BC-EF22-208C-4BA5577B47E4}"/>
              </a:ext>
            </a:extLst>
          </p:cNvPr>
          <p:cNvSpPr/>
          <p:nvPr/>
        </p:nvSpPr>
        <p:spPr>
          <a:xfrm>
            <a:off x="3620816" y="1181904"/>
            <a:ext cx="1177607" cy="475606"/>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600" b="1"/>
              <a:t>Ontology Relation build between Profiles</a:t>
            </a:r>
            <a:endParaRPr lang="en-IN" sz="600" b="1"/>
          </a:p>
        </p:txBody>
      </p:sp>
      <p:sp>
        <p:nvSpPr>
          <p:cNvPr id="71" name="Rectangle: Rounded Corners 70">
            <a:extLst>
              <a:ext uri="{FF2B5EF4-FFF2-40B4-BE49-F238E27FC236}">
                <a16:creationId xmlns:a16="http://schemas.microsoft.com/office/drawing/2014/main" id="{511A22EA-D54F-B2BF-E1EB-E9DE39F0C4D4}"/>
              </a:ext>
            </a:extLst>
          </p:cNvPr>
          <p:cNvSpPr/>
          <p:nvPr/>
        </p:nvSpPr>
        <p:spPr>
          <a:xfrm>
            <a:off x="5437542" y="1154175"/>
            <a:ext cx="921175" cy="531064"/>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600" b="1"/>
              <a:t>Profile level Policy Guardrails</a:t>
            </a:r>
            <a:endParaRPr lang="en-IN" sz="600" b="1"/>
          </a:p>
        </p:txBody>
      </p:sp>
      <p:cxnSp>
        <p:nvCxnSpPr>
          <p:cNvPr id="130" name="Straight Arrow Connector 129">
            <a:extLst>
              <a:ext uri="{FF2B5EF4-FFF2-40B4-BE49-F238E27FC236}">
                <a16:creationId xmlns:a16="http://schemas.microsoft.com/office/drawing/2014/main" id="{9F1BB7F6-045A-CBCA-3CB3-634B0F18B159}"/>
              </a:ext>
            </a:extLst>
          </p:cNvPr>
          <p:cNvCxnSpPr>
            <a:cxnSpLocks/>
            <a:stCxn id="67" idx="3"/>
            <a:endCxn id="69" idx="1"/>
          </p:cNvCxnSpPr>
          <p:nvPr/>
        </p:nvCxnSpPr>
        <p:spPr bwMode="auto">
          <a:xfrm flipV="1">
            <a:off x="3089248" y="1419707"/>
            <a:ext cx="531568" cy="3061"/>
          </a:xfrm>
          <a:prstGeom prst="straightConnector1">
            <a:avLst/>
          </a:prstGeom>
          <a:noFill/>
          <a:ln w="19050" cap="flat" cmpd="sng" algn="ctr">
            <a:solidFill>
              <a:schemeClr val="accent3"/>
            </a:solidFill>
            <a:prstDash val="solid"/>
            <a:round/>
            <a:headEnd type="none" w="med" len="med"/>
            <a:tailEnd type="triangle"/>
          </a:ln>
          <a:effectLst/>
        </p:spPr>
      </p:cxnSp>
      <p:cxnSp>
        <p:nvCxnSpPr>
          <p:cNvPr id="133" name="Straight Arrow Connector 132">
            <a:extLst>
              <a:ext uri="{FF2B5EF4-FFF2-40B4-BE49-F238E27FC236}">
                <a16:creationId xmlns:a16="http://schemas.microsoft.com/office/drawing/2014/main" id="{8C7E2B47-E5CE-2F78-823D-52B5052B2D54}"/>
              </a:ext>
            </a:extLst>
          </p:cNvPr>
          <p:cNvCxnSpPr>
            <a:cxnSpLocks/>
            <a:stCxn id="69" idx="3"/>
            <a:endCxn id="71" idx="1"/>
          </p:cNvCxnSpPr>
          <p:nvPr/>
        </p:nvCxnSpPr>
        <p:spPr bwMode="auto">
          <a:xfrm>
            <a:off x="4798423" y="1419707"/>
            <a:ext cx="639119" cy="0"/>
          </a:xfrm>
          <a:prstGeom prst="straightConnector1">
            <a:avLst/>
          </a:prstGeom>
          <a:noFill/>
          <a:ln w="19050" cap="flat" cmpd="sng" algn="ctr">
            <a:solidFill>
              <a:schemeClr val="accent3"/>
            </a:solidFill>
            <a:prstDash val="solid"/>
            <a:round/>
            <a:headEnd type="none" w="med" len="med"/>
            <a:tailEnd type="triangle"/>
          </a:ln>
          <a:effectLst/>
        </p:spPr>
      </p:cxnSp>
      <p:cxnSp>
        <p:nvCxnSpPr>
          <p:cNvPr id="136" name="Straight Arrow Connector 135">
            <a:extLst>
              <a:ext uri="{FF2B5EF4-FFF2-40B4-BE49-F238E27FC236}">
                <a16:creationId xmlns:a16="http://schemas.microsoft.com/office/drawing/2014/main" id="{DAB4607E-773D-4863-CDCD-384A7AED43D4}"/>
              </a:ext>
            </a:extLst>
          </p:cNvPr>
          <p:cNvCxnSpPr>
            <a:cxnSpLocks/>
            <a:stCxn id="71" idx="3"/>
            <a:endCxn id="140" idx="2"/>
          </p:cNvCxnSpPr>
          <p:nvPr/>
        </p:nvCxnSpPr>
        <p:spPr bwMode="auto">
          <a:xfrm flipV="1">
            <a:off x="6358717" y="1416376"/>
            <a:ext cx="506857" cy="3331"/>
          </a:xfrm>
          <a:prstGeom prst="straightConnector1">
            <a:avLst/>
          </a:prstGeom>
          <a:noFill/>
          <a:ln w="19050" cap="flat" cmpd="sng" algn="ctr">
            <a:solidFill>
              <a:schemeClr val="accent3"/>
            </a:solidFill>
            <a:prstDash val="solid"/>
            <a:round/>
            <a:headEnd type="none" w="med" len="med"/>
            <a:tailEnd type="triangle"/>
          </a:ln>
          <a:effectLst/>
        </p:spPr>
      </p:cxnSp>
      <p:sp>
        <p:nvSpPr>
          <p:cNvPr id="140" name="Cylinder 139">
            <a:extLst>
              <a:ext uri="{FF2B5EF4-FFF2-40B4-BE49-F238E27FC236}">
                <a16:creationId xmlns:a16="http://schemas.microsoft.com/office/drawing/2014/main" id="{5491696B-74C9-53E9-0DE8-A87D9C484BCA}"/>
              </a:ext>
            </a:extLst>
          </p:cNvPr>
          <p:cNvSpPr/>
          <p:nvPr/>
        </p:nvSpPr>
        <p:spPr>
          <a:xfrm>
            <a:off x="6865574" y="1196744"/>
            <a:ext cx="553314" cy="439264"/>
          </a:xfrm>
          <a:prstGeom prst="can">
            <a:avLst>
              <a:gd name="adj" fmla="val 24270"/>
            </a:avLst>
          </a:prstGeom>
          <a:solidFill>
            <a:srgbClr val="FFFFFF"/>
          </a:solidFill>
          <a:ln w="19050" cap="flat">
            <a:solidFill>
              <a:schemeClr val="tx2">
                <a:lumMod val="90000"/>
              </a:schemeClr>
            </a:solidFill>
            <a:prstDash val="solid"/>
            <a:miter/>
          </a:ln>
          <a:effectLst/>
        </p:spPr>
        <p:txBody>
          <a:bodyPr rtlCol="0" anchor="ctr"/>
          <a:lstStyle/>
          <a:p>
            <a:pPr algn="l"/>
            <a:endParaRPr lang="en-IN"/>
          </a:p>
        </p:txBody>
      </p:sp>
      <p:sp>
        <p:nvSpPr>
          <p:cNvPr id="142" name="TextBox 141">
            <a:extLst>
              <a:ext uri="{FF2B5EF4-FFF2-40B4-BE49-F238E27FC236}">
                <a16:creationId xmlns:a16="http://schemas.microsoft.com/office/drawing/2014/main" id="{799E5A57-0823-673D-DDBD-35B66A19167A}"/>
              </a:ext>
            </a:extLst>
          </p:cNvPr>
          <p:cNvSpPr txBox="1"/>
          <p:nvPr/>
        </p:nvSpPr>
        <p:spPr>
          <a:xfrm>
            <a:off x="6774132" y="1305423"/>
            <a:ext cx="722916" cy="276999"/>
          </a:xfrm>
          <a:prstGeom prst="rect">
            <a:avLst/>
          </a:prstGeom>
        </p:spPr>
        <p:txBody>
          <a:bodyPr wrap="square" rtlCol="0" anchor="t">
            <a:spAutoFit/>
          </a:bodyPr>
          <a:lstStyle/>
          <a:p>
            <a:pPr algn="ctr"/>
            <a:r>
              <a:rPr lang="en-US" sz="600" b="1"/>
              <a:t>Knowledge Profile Created</a:t>
            </a:r>
            <a:endParaRPr lang="en-IN" sz="600" b="1"/>
          </a:p>
        </p:txBody>
      </p:sp>
      <p:sp>
        <p:nvSpPr>
          <p:cNvPr id="197" name="Rectangle: Rounded Corners 196">
            <a:extLst>
              <a:ext uri="{FF2B5EF4-FFF2-40B4-BE49-F238E27FC236}">
                <a16:creationId xmlns:a16="http://schemas.microsoft.com/office/drawing/2014/main" id="{D76F5EC4-E5B0-03C6-D6A8-4858D705FCD8}"/>
              </a:ext>
            </a:extLst>
          </p:cNvPr>
          <p:cNvSpPr/>
          <p:nvPr/>
        </p:nvSpPr>
        <p:spPr>
          <a:xfrm>
            <a:off x="656798" y="4795569"/>
            <a:ext cx="1405671" cy="506189"/>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900" b="1"/>
              <a:t>Starts Pipeline from Knowledge Source</a:t>
            </a:r>
          </a:p>
          <a:p>
            <a:pPr algn="ctr"/>
            <a:r>
              <a:rPr lang="en-US" sz="900"/>
              <a:t>Blob Storage</a:t>
            </a:r>
            <a:endParaRPr lang="en-IN" sz="900"/>
          </a:p>
        </p:txBody>
      </p:sp>
      <p:cxnSp>
        <p:nvCxnSpPr>
          <p:cNvPr id="200" name="Connector: Elbow 199">
            <a:extLst>
              <a:ext uri="{FF2B5EF4-FFF2-40B4-BE49-F238E27FC236}">
                <a16:creationId xmlns:a16="http://schemas.microsoft.com/office/drawing/2014/main" id="{3AA5434E-3DD1-FF31-8D5B-425CBA61C5F0}"/>
              </a:ext>
            </a:extLst>
          </p:cNvPr>
          <p:cNvCxnSpPr>
            <a:cxnSpLocks/>
            <a:stCxn id="21" idx="2"/>
            <a:endCxn id="197" idx="0"/>
          </p:cNvCxnSpPr>
          <p:nvPr/>
        </p:nvCxnSpPr>
        <p:spPr bwMode="auto">
          <a:xfrm rot="5400000">
            <a:off x="3532244" y="2226553"/>
            <a:ext cx="396407" cy="4741625"/>
          </a:xfrm>
          <a:prstGeom prst="bentConnector3">
            <a:avLst>
              <a:gd name="adj1" fmla="val 50000"/>
            </a:avLst>
          </a:prstGeom>
          <a:noFill/>
          <a:ln w="28575" cap="flat" cmpd="sng" algn="ctr">
            <a:solidFill>
              <a:schemeClr val="accent3"/>
            </a:solidFill>
            <a:prstDash val="solid"/>
            <a:round/>
            <a:headEnd type="none" w="med" len="med"/>
            <a:tailEnd type="triangle"/>
          </a:ln>
          <a:effectLst/>
        </p:spPr>
      </p:cxnSp>
      <p:sp>
        <p:nvSpPr>
          <p:cNvPr id="205" name="Rectangle: Rounded Corners 204">
            <a:extLst>
              <a:ext uri="{FF2B5EF4-FFF2-40B4-BE49-F238E27FC236}">
                <a16:creationId xmlns:a16="http://schemas.microsoft.com/office/drawing/2014/main" id="{56068C8D-DC94-996C-0013-79CD9F6C5084}"/>
              </a:ext>
            </a:extLst>
          </p:cNvPr>
          <p:cNvSpPr/>
          <p:nvPr/>
        </p:nvSpPr>
        <p:spPr>
          <a:xfrm>
            <a:off x="584782" y="5539431"/>
            <a:ext cx="1535039" cy="858709"/>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700" b="1"/>
              <a:t>Extractors</a:t>
            </a:r>
          </a:p>
          <a:p>
            <a:pPr algn="ctr"/>
            <a:r>
              <a:rPr lang="en-US" sz="700" b="1"/>
              <a:t>Processes the content from knowledge source</a:t>
            </a:r>
            <a:endParaRPr lang="en-IN" sz="700" b="1"/>
          </a:p>
        </p:txBody>
      </p:sp>
      <p:sp>
        <p:nvSpPr>
          <p:cNvPr id="209" name="Rectangle: Rounded Corners 208">
            <a:extLst>
              <a:ext uri="{FF2B5EF4-FFF2-40B4-BE49-F238E27FC236}">
                <a16:creationId xmlns:a16="http://schemas.microsoft.com/office/drawing/2014/main" id="{35BA9B39-E127-C54E-DDA9-5BE5767E5A68}"/>
              </a:ext>
            </a:extLst>
          </p:cNvPr>
          <p:cNvSpPr/>
          <p:nvPr/>
        </p:nvSpPr>
        <p:spPr>
          <a:xfrm>
            <a:off x="2398313" y="5297696"/>
            <a:ext cx="1535039" cy="858709"/>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700" b="1"/>
              <a:t>Entity Mapper</a:t>
            </a:r>
          </a:p>
          <a:p>
            <a:pPr algn="ctr"/>
            <a:r>
              <a:rPr lang="en-US" sz="700" b="1"/>
              <a:t>Maps extracted content with Entity IDs from Knowledge Model</a:t>
            </a:r>
          </a:p>
        </p:txBody>
      </p:sp>
      <p:sp>
        <p:nvSpPr>
          <p:cNvPr id="214" name="Rectangle: Rounded Corners 213">
            <a:extLst>
              <a:ext uri="{FF2B5EF4-FFF2-40B4-BE49-F238E27FC236}">
                <a16:creationId xmlns:a16="http://schemas.microsoft.com/office/drawing/2014/main" id="{3055A345-561A-8799-4FD9-F4A75808A3F0}"/>
              </a:ext>
            </a:extLst>
          </p:cNvPr>
          <p:cNvSpPr/>
          <p:nvPr/>
        </p:nvSpPr>
        <p:spPr>
          <a:xfrm>
            <a:off x="4114090" y="5295831"/>
            <a:ext cx="1535039" cy="858709"/>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700" b="1"/>
              <a:t>Relationship Builder</a:t>
            </a:r>
          </a:p>
          <a:p>
            <a:pPr algn="ctr"/>
            <a:r>
              <a:rPr lang="en-US" sz="700" b="1"/>
              <a:t>Create relationships between actuals as per Knowledge Model</a:t>
            </a:r>
          </a:p>
        </p:txBody>
      </p:sp>
      <p:sp>
        <p:nvSpPr>
          <p:cNvPr id="216" name="Rectangle: Rounded Corners 215">
            <a:extLst>
              <a:ext uri="{FF2B5EF4-FFF2-40B4-BE49-F238E27FC236}">
                <a16:creationId xmlns:a16="http://schemas.microsoft.com/office/drawing/2014/main" id="{E18996C5-5ADD-BEA3-AAD0-5F2087E2A0EA}"/>
              </a:ext>
            </a:extLst>
          </p:cNvPr>
          <p:cNvSpPr/>
          <p:nvPr/>
        </p:nvSpPr>
        <p:spPr>
          <a:xfrm>
            <a:off x="7629871" y="5295831"/>
            <a:ext cx="1072696" cy="858709"/>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700" b="1"/>
              <a:t>Knowledge Chunk Builder</a:t>
            </a:r>
          </a:p>
        </p:txBody>
      </p:sp>
      <p:sp>
        <p:nvSpPr>
          <p:cNvPr id="218" name="Rectangle: Rounded Corners 217">
            <a:extLst>
              <a:ext uri="{FF2B5EF4-FFF2-40B4-BE49-F238E27FC236}">
                <a16:creationId xmlns:a16="http://schemas.microsoft.com/office/drawing/2014/main" id="{8F12EDCD-C3BF-BD60-D068-B328F9FF7386}"/>
              </a:ext>
            </a:extLst>
          </p:cNvPr>
          <p:cNvSpPr/>
          <p:nvPr/>
        </p:nvSpPr>
        <p:spPr>
          <a:xfrm>
            <a:off x="9190973" y="4766156"/>
            <a:ext cx="1535039" cy="602305"/>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700" b="1"/>
              <a:t>Embedding</a:t>
            </a:r>
          </a:p>
        </p:txBody>
      </p:sp>
      <p:grpSp>
        <p:nvGrpSpPr>
          <p:cNvPr id="237" name="Group 236">
            <a:extLst>
              <a:ext uri="{FF2B5EF4-FFF2-40B4-BE49-F238E27FC236}">
                <a16:creationId xmlns:a16="http://schemas.microsoft.com/office/drawing/2014/main" id="{40D214BE-4E16-78DF-51CE-E0193BEA8BC7}"/>
              </a:ext>
            </a:extLst>
          </p:cNvPr>
          <p:cNvGrpSpPr/>
          <p:nvPr/>
        </p:nvGrpSpPr>
        <p:grpSpPr>
          <a:xfrm>
            <a:off x="11150863" y="4824793"/>
            <a:ext cx="790444" cy="535387"/>
            <a:chOff x="10771412" y="4824793"/>
            <a:chExt cx="790444" cy="535387"/>
          </a:xfrm>
        </p:grpSpPr>
        <p:sp>
          <p:nvSpPr>
            <p:cNvPr id="224" name="Cylinder 223">
              <a:extLst>
                <a:ext uri="{FF2B5EF4-FFF2-40B4-BE49-F238E27FC236}">
                  <a16:creationId xmlns:a16="http://schemas.microsoft.com/office/drawing/2014/main" id="{1D45AE26-6DC4-E53D-EEBB-924212029A27}"/>
                </a:ext>
              </a:extLst>
            </p:cNvPr>
            <p:cNvSpPr/>
            <p:nvPr/>
          </p:nvSpPr>
          <p:spPr>
            <a:xfrm>
              <a:off x="10788462" y="4824793"/>
              <a:ext cx="734643" cy="535387"/>
            </a:xfrm>
            <a:prstGeom prst="can">
              <a:avLst>
                <a:gd name="adj" fmla="val 24270"/>
              </a:avLst>
            </a:prstGeom>
            <a:solidFill>
              <a:srgbClr val="FFFFFF"/>
            </a:solidFill>
            <a:ln w="19050" cap="flat">
              <a:solidFill>
                <a:schemeClr val="tx2">
                  <a:lumMod val="90000"/>
                </a:schemeClr>
              </a:solidFill>
              <a:prstDash val="solid"/>
              <a:miter/>
            </a:ln>
            <a:effectLst/>
          </p:spPr>
          <p:txBody>
            <a:bodyPr rtlCol="0" anchor="ctr"/>
            <a:lstStyle/>
            <a:p>
              <a:pPr algn="l"/>
              <a:endParaRPr lang="en-IN"/>
            </a:p>
          </p:txBody>
        </p:sp>
        <p:sp>
          <p:nvSpPr>
            <p:cNvPr id="226" name="TextBox 225">
              <a:extLst>
                <a:ext uri="{FF2B5EF4-FFF2-40B4-BE49-F238E27FC236}">
                  <a16:creationId xmlns:a16="http://schemas.microsoft.com/office/drawing/2014/main" id="{341CBB9A-56FE-5A7F-C1FF-61F2E1FB9EF6}"/>
                </a:ext>
              </a:extLst>
            </p:cNvPr>
            <p:cNvSpPr txBox="1"/>
            <p:nvPr/>
          </p:nvSpPr>
          <p:spPr>
            <a:xfrm>
              <a:off x="10771412" y="4944682"/>
              <a:ext cx="790444" cy="415498"/>
            </a:xfrm>
            <a:prstGeom prst="rect">
              <a:avLst/>
            </a:prstGeom>
          </p:spPr>
          <p:txBody>
            <a:bodyPr wrap="square" rtlCol="0" anchor="t">
              <a:spAutoFit/>
            </a:bodyPr>
            <a:lstStyle/>
            <a:p>
              <a:pPr algn="ctr"/>
              <a:r>
                <a:rPr lang="en-US" sz="1050" b="1"/>
                <a:t>Metadata </a:t>
              </a:r>
              <a:r>
                <a:rPr lang="en-IN" sz="1050" b="1"/>
                <a:t>Index</a:t>
              </a:r>
              <a:endParaRPr lang="en-US" sz="1050" b="1"/>
            </a:p>
          </p:txBody>
        </p:sp>
      </p:grpSp>
      <p:grpSp>
        <p:nvGrpSpPr>
          <p:cNvPr id="236" name="Group 235">
            <a:extLst>
              <a:ext uri="{FF2B5EF4-FFF2-40B4-BE49-F238E27FC236}">
                <a16:creationId xmlns:a16="http://schemas.microsoft.com/office/drawing/2014/main" id="{DB550C8F-2880-A6A4-2456-FDB9B5A0F763}"/>
              </a:ext>
            </a:extLst>
          </p:cNvPr>
          <p:cNvGrpSpPr/>
          <p:nvPr/>
        </p:nvGrpSpPr>
        <p:grpSpPr>
          <a:xfrm>
            <a:off x="11098653" y="5417513"/>
            <a:ext cx="926405" cy="535387"/>
            <a:chOff x="10743649" y="5456660"/>
            <a:chExt cx="926405" cy="535387"/>
          </a:xfrm>
        </p:grpSpPr>
        <p:sp>
          <p:nvSpPr>
            <p:cNvPr id="228" name="Cylinder 227">
              <a:extLst>
                <a:ext uri="{FF2B5EF4-FFF2-40B4-BE49-F238E27FC236}">
                  <a16:creationId xmlns:a16="http://schemas.microsoft.com/office/drawing/2014/main" id="{83E69A98-5009-4B30-9908-F739B6ED6431}"/>
                </a:ext>
              </a:extLst>
            </p:cNvPr>
            <p:cNvSpPr/>
            <p:nvPr/>
          </p:nvSpPr>
          <p:spPr>
            <a:xfrm>
              <a:off x="10823760" y="5456660"/>
              <a:ext cx="734643" cy="535387"/>
            </a:xfrm>
            <a:prstGeom prst="can">
              <a:avLst>
                <a:gd name="adj" fmla="val 24270"/>
              </a:avLst>
            </a:prstGeom>
            <a:solidFill>
              <a:srgbClr val="FFFFFF"/>
            </a:solidFill>
            <a:ln w="19050" cap="flat">
              <a:solidFill>
                <a:schemeClr val="tx2">
                  <a:lumMod val="90000"/>
                </a:schemeClr>
              </a:solidFill>
              <a:prstDash val="solid"/>
              <a:miter/>
            </a:ln>
            <a:effectLst/>
          </p:spPr>
          <p:txBody>
            <a:bodyPr rtlCol="0" anchor="ctr"/>
            <a:lstStyle/>
            <a:p>
              <a:pPr algn="l"/>
              <a:endParaRPr lang="en-IN"/>
            </a:p>
          </p:txBody>
        </p:sp>
        <p:sp>
          <p:nvSpPr>
            <p:cNvPr id="230" name="TextBox 229">
              <a:extLst>
                <a:ext uri="{FF2B5EF4-FFF2-40B4-BE49-F238E27FC236}">
                  <a16:creationId xmlns:a16="http://schemas.microsoft.com/office/drawing/2014/main" id="{6EE050E7-A5B2-1F6C-86B2-1FB69798ED13}"/>
                </a:ext>
              </a:extLst>
            </p:cNvPr>
            <p:cNvSpPr txBox="1"/>
            <p:nvPr/>
          </p:nvSpPr>
          <p:spPr>
            <a:xfrm>
              <a:off x="10743649" y="5576549"/>
              <a:ext cx="926405" cy="415498"/>
            </a:xfrm>
            <a:prstGeom prst="rect">
              <a:avLst/>
            </a:prstGeom>
          </p:spPr>
          <p:txBody>
            <a:bodyPr wrap="square" rtlCol="0" anchor="t">
              <a:spAutoFit/>
            </a:bodyPr>
            <a:lstStyle/>
            <a:p>
              <a:pPr algn="ctr"/>
              <a:r>
                <a:rPr lang="en-US" sz="1050" b="1"/>
                <a:t>Knowledge Graph</a:t>
              </a:r>
            </a:p>
          </p:txBody>
        </p:sp>
      </p:grpSp>
      <p:grpSp>
        <p:nvGrpSpPr>
          <p:cNvPr id="235" name="Group 234">
            <a:extLst>
              <a:ext uri="{FF2B5EF4-FFF2-40B4-BE49-F238E27FC236}">
                <a16:creationId xmlns:a16="http://schemas.microsoft.com/office/drawing/2014/main" id="{5EC68BA3-0A1A-7200-F908-3CC0C11D2F34}"/>
              </a:ext>
            </a:extLst>
          </p:cNvPr>
          <p:cNvGrpSpPr/>
          <p:nvPr/>
        </p:nvGrpSpPr>
        <p:grpSpPr>
          <a:xfrm>
            <a:off x="11166633" y="6008822"/>
            <a:ext cx="790444" cy="535387"/>
            <a:chOff x="11123507" y="5902100"/>
            <a:chExt cx="790444" cy="535387"/>
          </a:xfrm>
        </p:grpSpPr>
        <p:sp>
          <p:nvSpPr>
            <p:cNvPr id="232" name="Cylinder 231">
              <a:extLst>
                <a:ext uri="{FF2B5EF4-FFF2-40B4-BE49-F238E27FC236}">
                  <a16:creationId xmlns:a16="http://schemas.microsoft.com/office/drawing/2014/main" id="{7C14D77E-B1DD-14BB-CBA5-FABCCCBF8B66}"/>
                </a:ext>
              </a:extLst>
            </p:cNvPr>
            <p:cNvSpPr/>
            <p:nvPr/>
          </p:nvSpPr>
          <p:spPr>
            <a:xfrm>
              <a:off x="11140557" y="5902100"/>
              <a:ext cx="734643" cy="535387"/>
            </a:xfrm>
            <a:prstGeom prst="can">
              <a:avLst>
                <a:gd name="adj" fmla="val 24270"/>
              </a:avLst>
            </a:prstGeom>
            <a:solidFill>
              <a:srgbClr val="FFFFFF"/>
            </a:solidFill>
            <a:ln w="19050" cap="flat">
              <a:solidFill>
                <a:schemeClr val="tx2">
                  <a:lumMod val="90000"/>
                </a:schemeClr>
              </a:solidFill>
              <a:prstDash val="solid"/>
              <a:miter/>
            </a:ln>
            <a:effectLst/>
          </p:spPr>
          <p:txBody>
            <a:bodyPr rtlCol="0" anchor="ctr"/>
            <a:lstStyle/>
            <a:p>
              <a:pPr algn="l"/>
              <a:endParaRPr lang="en-IN"/>
            </a:p>
          </p:txBody>
        </p:sp>
        <p:sp>
          <p:nvSpPr>
            <p:cNvPr id="234" name="TextBox 233">
              <a:extLst>
                <a:ext uri="{FF2B5EF4-FFF2-40B4-BE49-F238E27FC236}">
                  <a16:creationId xmlns:a16="http://schemas.microsoft.com/office/drawing/2014/main" id="{8823D417-C957-81A0-AAF1-9351E327B673}"/>
                </a:ext>
              </a:extLst>
            </p:cNvPr>
            <p:cNvSpPr txBox="1"/>
            <p:nvPr/>
          </p:nvSpPr>
          <p:spPr>
            <a:xfrm>
              <a:off x="11123507" y="6072789"/>
              <a:ext cx="790444" cy="253916"/>
            </a:xfrm>
            <a:prstGeom prst="rect">
              <a:avLst/>
            </a:prstGeom>
          </p:spPr>
          <p:txBody>
            <a:bodyPr wrap="square" rtlCol="0" anchor="t">
              <a:spAutoFit/>
            </a:bodyPr>
            <a:lstStyle/>
            <a:p>
              <a:pPr algn="ctr"/>
              <a:r>
                <a:rPr lang="en-US" sz="1050" b="1"/>
                <a:t>Vector DB</a:t>
              </a:r>
            </a:p>
          </p:txBody>
        </p:sp>
      </p:grpSp>
      <p:sp>
        <p:nvSpPr>
          <p:cNvPr id="184" name="Rectangle: Rounded Corners 183">
            <a:extLst>
              <a:ext uri="{FF2B5EF4-FFF2-40B4-BE49-F238E27FC236}">
                <a16:creationId xmlns:a16="http://schemas.microsoft.com/office/drawing/2014/main" id="{4F464D8F-D7C8-5149-9391-1E5869971422}"/>
              </a:ext>
            </a:extLst>
          </p:cNvPr>
          <p:cNvSpPr/>
          <p:nvPr/>
        </p:nvSpPr>
        <p:spPr>
          <a:xfrm rot="16200000">
            <a:off x="-1511216" y="2610261"/>
            <a:ext cx="3675950" cy="433232"/>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Knowledge Model</a:t>
            </a:r>
            <a:endParaRPr lang="en-IN" sz="1200" b="1"/>
          </a:p>
        </p:txBody>
      </p:sp>
      <p:sp>
        <p:nvSpPr>
          <p:cNvPr id="243" name="Rectangle: Rounded Corners 242">
            <a:extLst>
              <a:ext uri="{FF2B5EF4-FFF2-40B4-BE49-F238E27FC236}">
                <a16:creationId xmlns:a16="http://schemas.microsoft.com/office/drawing/2014/main" id="{4B5D2E44-37DF-E3D5-26A1-8B5CE70FEB2E}"/>
              </a:ext>
            </a:extLst>
          </p:cNvPr>
          <p:cNvSpPr/>
          <p:nvPr/>
        </p:nvSpPr>
        <p:spPr>
          <a:xfrm>
            <a:off x="5861397" y="5296763"/>
            <a:ext cx="1535039" cy="858709"/>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700" b="1"/>
              <a:t>Metadata Builder</a:t>
            </a:r>
          </a:p>
          <a:p>
            <a:pPr algn="ctr"/>
            <a:r>
              <a:rPr lang="en-US" sz="700" b="1"/>
              <a:t>Document, Entity, Knowledge Profile &amp; Semantic Metadata</a:t>
            </a:r>
          </a:p>
        </p:txBody>
      </p:sp>
      <p:sp>
        <p:nvSpPr>
          <p:cNvPr id="245" name="Rectangle: Rounded Corners 244">
            <a:extLst>
              <a:ext uri="{FF2B5EF4-FFF2-40B4-BE49-F238E27FC236}">
                <a16:creationId xmlns:a16="http://schemas.microsoft.com/office/drawing/2014/main" id="{B0EEAE25-5B2E-1CA6-F090-F7230D955CCD}"/>
              </a:ext>
            </a:extLst>
          </p:cNvPr>
          <p:cNvSpPr/>
          <p:nvPr/>
        </p:nvSpPr>
        <p:spPr>
          <a:xfrm>
            <a:off x="9129807" y="5589812"/>
            <a:ext cx="1676657" cy="858709"/>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700" b="1"/>
              <a:t>Indexing</a:t>
            </a:r>
          </a:p>
          <a:p>
            <a:pPr algn="ctr"/>
            <a:r>
              <a:rPr lang="en-US" sz="700" b="1"/>
              <a:t>Metadata -&gt; Metadata Index </a:t>
            </a:r>
          </a:p>
          <a:p>
            <a:pPr algn="ctr"/>
            <a:r>
              <a:rPr lang="en-US" sz="700" b="1"/>
              <a:t>Entity &amp; Relationships -&gt; Knowledge Graph</a:t>
            </a:r>
          </a:p>
          <a:p>
            <a:pPr algn="ctr"/>
            <a:r>
              <a:rPr lang="en-US" sz="700" b="1"/>
              <a:t>Embeddings -&gt; Vector DB</a:t>
            </a:r>
          </a:p>
        </p:txBody>
      </p:sp>
      <p:cxnSp>
        <p:nvCxnSpPr>
          <p:cNvPr id="248" name="Straight Arrow Connector 247">
            <a:extLst>
              <a:ext uri="{FF2B5EF4-FFF2-40B4-BE49-F238E27FC236}">
                <a16:creationId xmlns:a16="http://schemas.microsoft.com/office/drawing/2014/main" id="{68B45F8A-DFDA-7125-96C9-4AF852E3FECE}"/>
              </a:ext>
            </a:extLst>
          </p:cNvPr>
          <p:cNvCxnSpPr>
            <a:cxnSpLocks/>
            <a:stCxn id="209" idx="3"/>
            <a:endCxn id="214" idx="1"/>
          </p:cNvCxnSpPr>
          <p:nvPr/>
        </p:nvCxnSpPr>
        <p:spPr bwMode="auto">
          <a:xfrm flipV="1">
            <a:off x="3933352" y="5725186"/>
            <a:ext cx="180738" cy="1865"/>
          </a:xfrm>
          <a:prstGeom prst="straightConnector1">
            <a:avLst/>
          </a:prstGeom>
          <a:noFill/>
          <a:ln w="28575" cap="flat" cmpd="sng" algn="ctr">
            <a:solidFill>
              <a:schemeClr val="accent3"/>
            </a:solidFill>
            <a:prstDash val="solid"/>
            <a:round/>
            <a:headEnd type="none" w="med" len="med"/>
            <a:tailEnd type="triangle"/>
          </a:ln>
          <a:effectLst/>
        </p:spPr>
      </p:cxnSp>
      <p:cxnSp>
        <p:nvCxnSpPr>
          <p:cNvPr id="251" name="Straight Arrow Connector 250">
            <a:extLst>
              <a:ext uri="{FF2B5EF4-FFF2-40B4-BE49-F238E27FC236}">
                <a16:creationId xmlns:a16="http://schemas.microsoft.com/office/drawing/2014/main" id="{527D7E74-4D3F-8828-642C-B521A5946F84}"/>
              </a:ext>
            </a:extLst>
          </p:cNvPr>
          <p:cNvCxnSpPr>
            <a:cxnSpLocks/>
            <a:stCxn id="214" idx="3"/>
            <a:endCxn id="243" idx="1"/>
          </p:cNvCxnSpPr>
          <p:nvPr/>
        </p:nvCxnSpPr>
        <p:spPr bwMode="auto">
          <a:xfrm>
            <a:off x="5649129" y="5725186"/>
            <a:ext cx="212268" cy="932"/>
          </a:xfrm>
          <a:prstGeom prst="straightConnector1">
            <a:avLst/>
          </a:prstGeom>
          <a:noFill/>
          <a:ln w="28575" cap="flat" cmpd="sng" algn="ctr">
            <a:solidFill>
              <a:schemeClr val="accent3"/>
            </a:solidFill>
            <a:prstDash val="solid"/>
            <a:round/>
            <a:headEnd type="none" w="med" len="med"/>
            <a:tailEnd type="triangle"/>
          </a:ln>
          <a:effectLst/>
        </p:spPr>
      </p:cxnSp>
      <p:cxnSp>
        <p:nvCxnSpPr>
          <p:cNvPr id="255" name="Straight Arrow Connector 254">
            <a:extLst>
              <a:ext uri="{FF2B5EF4-FFF2-40B4-BE49-F238E27FC236}">
                <a16:creationId xmlns:a16="http://schemas.microsoft.com/office/drawing/2014/main" id="{B7F9EB12-D1CF-368B-9C9C-BA09132ADF93}"/>
              </a:ext>
            </a:extLst>
          </p:cNvPr>
          <p:cNvCxnSpPr>
            <a:cxnSpLocks/>
            <a:stCxn id="243" idx="3"/>
            <a:endCxn id="216" idx="1"/>
          </p:cNvCxnSpPr>
          <p:nvPr/>
        </p:nvCxnSpPr>
        <p:spPr bwMode="auto">
          <a:xfrm flipV="1">
            <a:off x="7396436" y="5725186"/>
            <a:ext cx="233435" cy="932"/>
          </a:xfrm>
          <a:prstGeom prst="straightConnector1">
            <a:avLst/>
          </a:prstGeom>
          <a:noFill/>
          <a:ln w="28575" cap="flat" cmpd="sng" algn="ctr">
            <a:solidFill>
              <a:schemeClr val="accent3"/>
            </a:solidFill>
            <a:prstDash val="solid"/>
            <a:round/>
            <a:headEnd type="none" w="med" len="med"/>
            <a:tailEnd type="triangle"/>
          </a:ln>
          <a:effectLst/>
        </p:spPr>
      </p:cxnSp>
      <p:cxnSp>
        <p:nvCxnSpPr>
          <p:cNvPr id="259" name="Connector: Elbow 258">
            <a:extLst>
              <a:ext uri="{FF2B5EF4-FFF2-40B4-BE49-F238E27FC236}">
                <a16:creationId xmlns:a16="http://schemas.microsoft.com/office/drawing/2014/main" id="{2ADBF491-D227-E19A-229A-DC56C0E65B23}"/>
              </a:ext>
            </a:extLst>
          </p:cNvPr>
          <p:cNvCxnSpPr>
            <a:cxnSpLocks/>
            <a:stCxn id="216" idx="3"/>
            <a:endCxn id="218" idx="1"/>
          </p:cNvCxnSpPr>
          <p:nvPr/>
        </p:nvCxnSpPr>
        <p:spPr bwMode="auto">
          <a:xfrm flipV="1">
            <a:off x="8702567" y="5067309"/>
            <a:ext cx="488406" cy="657877"/>
          </a:xfrm>
          <a:prstGeom prst="bentConnector3">
            <a:avLst>
              <a:gd name="adj1" fmla="val 50000"/>
            </a:avLst>
          </a:prstGeom>
          <a:noFill/>
          <a:ln w="28575" cap="flat" cmpd="sng" algn="ctr">
            <a:solidFill>
              <a:schemeClr val="accent3"/>
            </a:solidFill>
            <a:prstDash val="solid"/>
            <a:round/>
            <a:headEnd type="none" w="med" len="med"/>
            <a:tailEnd type="triangle"/>
          </a:ln>
          <a:effectLst/>
        </p:spPr>
      </p:cxnSp>
      <p:cxnSp>
        <p:nvCxnSpPr>
          <p:cNvPr id="265" name="Straight Arrow Connector 264">
            <a:extLst>
              <a:ext uri="{FF2B5EF4-FFF2-40B4-BE49-F238E27FC236}">
                <a16:creationId xmlns:a16="http://schemas.microsoft.com/office/drawing/2014/main" id="{50B4515D-86D6-E475-1E08-7D3BF0B89C2F}"/>
              </a:ext>
            </a:extLst>
          </p:cNvPr>
          <p:cNvCxnSpPr>
            <a:cxnSpLocks/>
            <a:stCxn id="218" idx="2"/>
            <a:endCxn id="245" idx="0"/>
          </p:cNvCxnSpPr>
          <p:nvPr/>
        </p:nvCxnSpPr>
        <p:spPr bwMode="auto">
          <a:xfrm>
            <a:off x="9958493" y="5368461"/>
            <a:ext cx="9643" cy="221351"/>
          </a:xfrm>
          <a:prstGeom prst="straightConnector1">
            <a:avLst/>
          </a:prstGeom>
          <a:noFill/>
          <a:ln w="28575" cap="flat" cmpd="sng" algn="ctr">
            <a:solidFill>
              <a:schemeClr val="accent3"/>
            </a:solidFill>
            <a:prstDash val="solid"/>
            <a:round/>
            <a:headEnd type="none" w="med" len="med"/>
            <a:tailEnd type="triangle"/>
          </a:ln>
          <a:effectLst/>
        </p:spPr>
      </p:cxnSp>
      <p:cxnSp>
        <p:nvCxnSpPr>
          <p:cNvPr id="268" name="Straight Arrow Connector 267">
            <a:extLst>
              <a:ext uri="{FF2B5EF4-FFF2-40B4-BE49-F238E27FC236}">
                <a16:creationId xmlns:a16="http://schemas.microsoft.com/office/drawing/2014/main" id="{3E32EB2E-BB0D-9EC2-5EDD-C9F21770EE18}"/>
              </a:ext>
            </a:extLst>
          </p:cNvPr>
          <p:cNvCxnSpPr>
            <a:cxnSpLocks/>
            <a:stCxn id="197" idx="2"/>
            <a:endCxn id="205" idx="0"/>
          </p:cNvCxnSpPr>
          <p:nvPr/>
        </p:nvCxnSpPr>
        <p:spPr bwMode="auto">
          <a:xfrm flipH="1">
            <a:off x="1352302" y="5301758"/>
            <a:ext cx="7332" cy="237673"/>
          </a:xfrm>
          <a:prstGeom prst="straightConnector1">
            <a:avLst/>
          </a:prstGeom>
          <a:noFill/>
          <a:ln w="28575" cap="flat" cmpd="sng" algn="ctr">
            <a:solidFill>
              <a:schemeClr val="accent3"/>
            </a:solidFill>
            <a:prstDash val="solid"/>
            <a:round/>
            <a:headEnd type="none" w="med" len="med"/>
            <a:tailEnd type="triangle"/>
          </a:ln>
          <a:effectLst/>
        </p:spPr>
      </p:cxnSp>
      <p:cxnSp>
        <p:nvCxnSpPr>
          <p:cNvPr id="273" name="Connector: Elbow 272">
            <a:extLst>
              <a:ext uri="{FF2B5EF4-FFF2-40B4-BE49-F238E27FC236}">
                <a16:creationId xmlns:a16="http://schemas.microsoft.com/office/drawing/2014/main" id="{FB018DA4-FA8A-1977-F68D-6A8319ED877F}"/>
              </a:ext>
            </a:extLst>
          </p:cNvPr>
          <p:cNvCxnSpPr>
            <a:cxnSpLocks/>
            <a:stCxn id="205" idx="3"/>
            <a:endCxn id="209" idx="1"/>
          </p:cNvCxnSpPr>
          <p:nvPr/>
        </p:nvCxnSpPr>
        <p:spPr bwMode="auto">
          <a:xfrm flipV="1">
            <a:off x="2119821" y="5727051"/>
            <a:ext cx="278492" cy="241735"/>
          </a:xfrm>
          <a:prstGeom prst="bentConnector3">
            <a:avLst>
              <a:gd name="adj1" fmla="val 50000"/>
            </a:avLst>
          </a:prstGeom>
          <a:noFill/>
          <a:ln w="28575" cap="flat" cmpd="sng" algn="ctr">
            <a:solidFill>
              <a:schemeClr val="accent3"/>
            </a:solidFill>
            <a:prstDash val="solid"/>
            <a:round/>
            <a:headEnd type="none" w="med" len="med"/>
            <a:tailEnd type="triangle"/>
          </a:ln>
          <a:effectLst/>
        </p:spPr>
      </p:cxnSp>
      <p:cxnSp>
        <p:nvCxnSpPr>
          <p:cNvPr id="277" name="Connector: Elbow 276">
            <a:extLst>
              <a:ext uri="{FF2B5EF4-FFF2-40B4-BE49-F238E27FC236}">
                <a16:creationId xmlns:a16="http://schemas.microsoft.com/office/drawing/2014/main" id="{7CAE23F1-2237-F868-7E54-E6239FEF972D}"/>
              </a:ext>
            </a:extLst>
          </p:cNvPr>
          <p:cNvCxnSpPr>
            <a:cxnSpLocks/>
            <a:stCxn id="119" idx="3"/>
            <a:endCxn id="209" idx="0"/>
          </p:cNvCxnSpPr>
          <p:nvPr/>
        </p:nvCxnSpPr>
        <p:spPr bwMode="auto">
          <a:xfrm rot="5400000">
            <a:off x="3464199" y="4177584"/>
            <a:ext cx="821746" cy="1418478"/>
          </a:xfrm>
          <a:prstGeom prst="bentConnector3">
            <a:avLst>
              <a:gd name="adj1" fmla="val 50000"/>
            </a:avLst>
          </a:prstGeom>
          <a:noFill/>
          <a:ln w="28575" cap="flat" cmpd="sng" algn="ctr">
            <a:solidFill>
              <a:schemeClr val="accent4"/>
            </a:solidFill>
            <a:prstDash val="sysDash"/>
            <a:round/>
            <a:headEnd type="none" w="med" len="med"/>
            <a:tailEnd type="triangle"/>
          </a:ln>
          <a:effectLst/>
        </p:spPr>
      </p:cxnSp>
      <p:cxnSp>
        <p:nvCxnSpPr>
          <p:cNvPr id="280" name="Connector: Elbow 279">
            <a:extLst>
              <a:ext uri="{FF2B5EF4-FFF2-40B4-BE49-F238E27FC236}">
                <a16:creationId xmlns:a16="http://schemas.microsoft.com/office/drawing/2014/main" id="{356EFBA4-0526-1598-358A-DC6B88E7C012}"/>
              </a:ext>
            </a:extLst>
          </p:cNvPr>
          <p:cNvCxnSpPr>
            <a:cxnSpLocks/>
            <a:stCxn id="119" idx="3"/>
            <a:endCxn id="214" idx="0"/>
          </p:cNvCxnSpPr>
          <p:nvPr/>
        </p:nvCxnSpPr>
        <p:spPr bwMode="auto">
          <a:xfrm rot="16200000" flipH="1">
            <a:off x="4323020" y="4737240"/>
            <a:ext cx="819881" cy="297299"/>
          </a:xfrm>
          <a:prstGeom prst="bentConnector3">
            <a:avLst>
              <a:gd name="adj1" fmla="val 50000"/>
            </a:avLst>
          </a:prstGeom>
          <a:noFill/>
          <a:ln w="28575" cap="flat" cmpd="sng" algn="ctr">
            <a:solidFill>
              <a:schemeClr val="accent4"/>
            </a:solidFill>
            <a:prstDash val="sysDash"/>
            <a:round/>
            <a:headEnd type="none" w="med" len="med"/>
            <a:tailEnd type="triangle"/>
          </a:ln>
          <a:effectLst/>
        </p:spPr>
      </p:cxnSp>
      <p:cxnSp>
        <p:nvCxnSpPr>
          <p:cNvPr id="7" name="Connector: Elbow 6">
            <a:extLst>
              <a:ext uri="{FF2B5EF4-FFF2-40B4-BE49-F238E27FC236}">
                <a16:creationId xmlns:a16="http://schemas.microsoft.com/office/drawing/2014/main" id="{6BF9ECA5-A17D-BAEB-529E-B0C1714F1404}"/>
              </a:ext>
            </a:extLst>
          </p:cNvPr>
          <p:cNvCxnSpPr>
            <a:cxnSpLocks/>
            <a:stCxn id="245" idx="3"/>
            <a:endCxn id="224" idx="2"/>
          </p:cNvCxnSpPr>
          <p:nvPr/>
        </p:nvCxnSpPr>
        <p:spPr bwMode="auto">
          <a:xfrm flipV="1">
            <a:off x="10806464" y="5092487"/>
            <a:ext cx="361449" cy="926680"/>
          </a:xfrm>
          <a:prstGeom prst="bentConnector3">
            <a:avLst>
              <a:gd name="adj1" fmla="val 50000"/>
            </a:avLst>
          </a:prstGeom>
          <a:noFill/>
          <a:ln w="28575" cap="flat" cmpd="sng" algn="ctr">
            <a:solidFill>
              <a:schemeClr val="accent3"/>
            </a:solidFill>
            <a:prstDash val="solid"/>
            <a:round/>
            <a:headEnd type="none" w="med" len="med"/>
            <a:tailEnd type="triangle"/>
          </a:ln>
          <a:effectLst/>
        </p:spPr>
      </p:cxnSp>
      <p:cxnSp>
        <p:nvCxnSpPr>
          <p:cNvPr id="11" name="Connector: Elbow 10">
            <a:extLst>
              <a:ext uri="{FF2B5EF4-FFF2-40B4-BE49-F238E27FC236}">
                <a16:creationId xmlns:a16="http://schemas.microsoft.com/office/drawing/2014/main" id="{D847E336-BE88-5526-2BB1-FD6423D3C2D2}"/>
              </a:ext>
            </a:extLst>
          </p:cNvPr>
          <p:cNvCxnSpPr>
            <a:cxnSpLocks/>
            <a:stCxn id="245" idx="3"/>
            <a:endCxn id="228" idx="2"/>
          </p:cNvCxnSpPr>
          <p:nvPr/>
        </p:nvCxnSpPr>
        <p:spPr bwMode="auto">
          <a:xfrm flipV="1">
            <a:off x="10806464" y="5685207"/>
            <a:ext cx="372300" cy="333960"/>
          </a:xfrm>
          <a:prstGeom prst="bentConnector3">
            <a:avLst>
              <a:gd name="adj1" fmla="val 50000"/>
            </a:avLst>
          </a:prstGeom>
          <a:noFill/>
          <a:ln w="28575" cap="flat" cmpd="sng" algn="ctr">
            <a:solidFill>
              <a:schemeClr val="accent3"/>
            </a:solidFill>
            <a:prstDash val="solid"/>
            <a:round/>
            <a:headEnd type="none" w="med" len="med"/>
            <a:tailEnd type="triangle"/>
          </a:ln>
          <a:effectLst/>
        </p:spPr>
      </p:cxnSp>
      <p:cxnSp>
        <p:nvCxnSpPr>
          <p:cNvPr id="14" name="Connector: Elbow 13">
            <a:extLst>
              <a:ext uri="{FF2B5EF4-FFF2-40B4-BE49-F238E27FC236}">
                <a16:creationId xmlns:a16="http://schemas.microsoft.com/office/drawing/2014/main" id="{725EFA5A-88A5-4C86-44FC-6906AE80443F}"/>
              </a:ext>
            </a:extLst>
          </p:cNvPr>
          <p:cNvCxnSpPr>
            <a:cxnSpLocks/>
            <a:endCxn id="232" idx="2"/>
          </p:cNvCxnSpPr>
          <p:nvPr/>
        </p:nvCxnSpPr>
        <p:spPr bwMode="auto">
          <a:xfrm>
            <a:off x="10806464" y="6019167"/>
            <a:ext cx="377219" cy="257349"/>
          </a:xfrm>
          <a:prstGeom prst="bentConnector3">
            <a:avLst>
              <a:gd name="adj1" fmla="val 50000"/>
            </a:avLst>
          </a:prstGeom>
          <a:noFill/>
          <a:ln w="28575" cap="flat" cmpd="sng" algn="ctr">
            <a:solidFill>
              <a:schemeClr val="accent3"/>
            </a:solidFill>
            <a:prstDash val="solid"/>
            <a:round/>
            <a:headEnd type="none" w="med" len="med"/>
            <a:tailEnd type="triangle"/>
          </a:ln>
          <a:effectLst/>
        </p:spPr>
      </p:cxnSp>
      <p:sp>
        <p:nvSpPr>
          <p:cNvPr id="3" name="Rectangle: Rounded Corners 2">
            <a:extLst>
              <a:ext uri="{FF2B5EF4-FFF2-40B4-BE49-F238E27FC236}">
                <a16:creationId xmlns:a16="http://schemas.microsoft.com/office/drawing/2014/main" id="{7D681D9C-E775-B663-872F-5923A8BC35B4}"/>
              </a:ext>
            </a:extLst>
          </p:cNvPr>
          <p:cNvSpPr/>
          <p:nvPr/>
        </p:nvSpPr>
        <p:spPr>
          <a:xfrm>
            <a:off x="5443145" y="2355452"/>
            <a:ext cx="1279669" cy="522968"/>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600" b="1"/>
              <a:t>Entity vs Attribute – AI Scoring</a:t>
            </a:r>
          </a:p>
          <a:p>
            <a:pPr algn="ctr"/>
            <a:r>
              <a:rPr lang="en-US" sz="500"/>
              <a:t>Independent  Identity, Independent Lifecycle, Has Relationships, Has its own attributes, is it reused, Retrieval needs reason</a:t>
            </a:r>
            <a:endParaRPr lang="en-IN" sz="500"/>
          </a:p>
        </p:txBody>
      </p:sp>
      <p:cxnSp>
        <p:nvCxnSpPr>
          <p:cNvPr id="22" name="Connector: Elbow 21">
            <a:extLst>
              <a:ext uri="{FF2B5EF4-FFF2-40B4-BE49-F238E27FC236}">
                <a16:creationId xmlns:a16="http://schemas.microsoft.com/office/drawing/2014/main" id="{8F686D6F-1ADA-D0A6-AC5B-571E57A56385}"/>
              </a:ext>
            </a:extLst>
          </p:cNvPr>
          <p:cNvCxnSpPr>
            <a:cxnSpLocks/>
            <a:stCxn id="94" idx="3"/>
            <a:endCxn id="10" idx="1"/>
          </p:cNvCxnSpPr>
          <p:nvPr/>
        </p:nvCxnSpPr>
        <p:spPr bwMode="auto">
          <a:xfrm flipV="1">
            <a:off x="3366807" y="2313216"/>
            <a:ext cx="547521" cy="300843"/>
          </a:xfrm>
          <a:prstGeom prst="bentConnector3">
            <a:avLst>
              <a:gd name="adj1" fmla="val 50000"/>
            </a:avLst>
          </a:prstGeom>
          <a:noFill/>
          <a:ln w="19050" cap="flat" cmpd="sng" algn="ctr">
            <a:solidFill>
              <a:schemeClr val="accent3"/>
            </a:solidFill>
            <a:prstDash val="solid"/>
            <a:round/>
            <a:headEnd type="none" w="med" len="med"/>
            <a:tailEnd type="triangle"/>
          </a:ln>
          <a:effectLst/>
        </p:spPr>
      </p:cxnSp>
      <p:sp>
        <p:nvSpPr>
          <p:cNvPr id="32" name="TextBox 31">
            <a:extLst>
              <a:ext uri="{FF2B5EF4-FFF2-40B4-BE49-F238E27FC236}">
                <a16:creationId xmlns:a16="http://schemas.microsoft.com/office/drawing/2014/main" id="{4F79486E-0870-5444-9561-1B6356CF44C8}"/>
              </a:ext>
            </a:extLst>
          </p:cNvPr>
          <p:cNvSpPr txBox="1"/>
          <p:nvPr/>
        </p:nvSpPr>
        <p:spPr>
          <a:xfrm>
            <a:off x="3356413" y="2119603"/>
            <a:ext cx="583814" cy="184666"/>
          </a:xfrm>
          <a:prstGeom prst="rect">
            <a:avLst/>
          </a:prstGeom>
          <a:noFill/>
        </p:spPr>
        <p:txBody>
          <a:bodyPr wrap="none" rtlCol="0" anchor="t">
            <a:spAutoFit/>
          </a:bodyPr>
          <a:lstStyle/>
          <a:p>
            <a:pPr algn="ctr" defTabSz="914400">
              <a:buClr>
                <a:schemeClr val="bg2"/>
              </a:buClr>
              <a:tabLst/>
            </a:pPr>
            <a:r>
              <a:rPr lang="en-US" sz="600" b="1" kern="0">
                <a:solidFill>
                  <a:schemeClr val="bg2"/>
                </a:solidFill>
              </a:rPr>
              <a:t>New Profile</a:t>
            </a:r>
          </a:p>
        </p:txBody>
      </p:sp>
      <p:sp>
        <p:nvSpPr>
          <p:cNvPr id="35" name="TextBox 34">
            <a:extLst>
              <a:ext uri="{FF2B5EF4-FFF2-40B4-BE49-F238E27FC236}">
                <a16:creationId xmlns:a16="http://schemas.microsoft.com/office/drawing/2014/main" id="{1DC5D685-C9E6-440C-9644-AB435B73CC5D}"/>
              </a:ext>
            </a:extLst>
          </p:cNvPr>
          <p:cNvSpPr txBox="1"/>
          <p:nvPr/>
        </p:nvSpPr>
        <p:spPr>
          <a:xfrm>
            <a:off x="3101641" y="2923601"/>
            <a:ext cx="881973" cy="276999"/>
          </a:xfrm>
          <a:prstGeom prst="rect">
            <a:avLst/>
          </a:prstGeom>
          <a:noFill/>
        </p:spPr>
        <p:txBody>
          <a:bodyPr wrap="none" rtlCol="0" anchor="t">
            <a:spAutoFit/>
          </a:bodyPr>
          <a:lstStyle/>
          <a:p>
            <a:pPr algn="ctr" defTabSz="914400">
              <a:buClr>
                <a:schemeClr val="bg2"/>
              </a:buClr>
              <a:tabLst/>
            </a:pPr>
            <a:r>
              <a:rPr lang="en-US" sz="600" b="1" kern="0">
                <a:solidFill>
                  <a:schemeClr val="bg2"/>
                </a:solidFill>
              </a:rPr>
              <a:t>Existing Profile</a:t>
            </a:r>
          </a:p>
          <a:p>
            <a:pPr algn="ctr" defTabSz="914400">
              <a:buClr>
                <a:schemeClr val="bg2"/>
              </a:buClr>
              <a:tabLst/>
            </a:pPr>
            <a:r>
              <a:rPr lang="en-US" sz="600" b="1" kern="0">
                <a:solidFill>
                  <a:schemeClr val="bg2"/>
                </a:solidFill>
              </a:rPr>
              <a:t>New/Modify Version</a:t>
            </a:r>
          </a:p>
        </p:txBody>
      </p:sp>
      <p:sp>
        <p:nvSpPr>
          <p:cNvPr id="85" name="Rectangle: Rounded Corners 84">
            <a:extLst>
              <a:ext uri="{FF2B5EF4-FFF2-40B4-BE49-F238E27FC236}">
                <a16:creationId xmlns:a16="http://schemas.microsoft.com/office/drawing/2014/main" id="{C2AEBEBD-D159-890E-17D3-CEBB2C5CD677}"/>
              </a:ext>
            </a:extLst>
          </p:cNvPr>
          <p:cNvSpPr/>
          <p:nvPr/>
        </p:nvSpPr>
        <p:spPr>
          <a:xfrm>
            <a:off x="3899415" y="2696638"/>
            <a:ext cx="1127039" cy="427019"/>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600" b="1"/>
              <a:t>Entity &amp; Attribute Discovery</a:t>
            </a:r>
          </a:p>
          <a:p>
            <a:pPr algn="ctr"/>
            <a:r>
              <a:rPr lang="en-US" sz="600"/>
              <a:t>Compares existing Entity</a:t>
            </a:r>
            <a:endParaRPr lang="en-IN" sz="600"/>
          </a:p>
        </p:txBody>
      </p:sp>
      <p:cxnSp>
        <p:nvCxnSpPr>
          <p:cNvPr id="87" name="Connector: Elbow 86">
            <a:extLst>
              <a:ext uri="{FF2B5EF4-FFF2-40B4-BE49-F238E27FC236}">
                <a16:creationId xmlns:a16="http://schemas.microsoft.com/office/drawing/2014/main" id="{93C1E7A4-712B-E6E7-9370-2966291E130D}"/>
              </a:ext>
            </a:extLst>
          </p:cNvPr>
          <p:cNvCxnSpPr>
            <a:cxnSpLocks/>
            <a:stCxn id="94" idx="3"/>
            <a:endCxn id="85" idx="1"/>
          </p:cNvCxnSpPr>
          <p:nvPr/>
        </p:nvCxnSpPr>
        <p:spPr bwMode="auto">
          <a:xfrm>
            <a:off x="3366807" y="2614059"/>
            <a:ext cx="532608" cy="296089"/>
          </a:xfrm>
          <a:prstGeom prst="bentConnector3">
            <a:avLst>
              <a:gd name="adj1" fmla="val 50000"/>
            </a:avLst>
          </a:prstGeom>
          <a:noFill/>
          <a:ln w="19050" cap="flat" cmpd="sng" algn="ctr">
            <a:solidFill>
              <a:schemeClr val="accent3"/>
            </a:solidFill>
            <a:prstDash val="solid"/>
            <a:round/>
            <a:headEnd type="none" w="med" len="med"/>
            <a:tailEnd type="triangle"/>
          </a:ln>
          <a:effectLst/>
        </p:spPr>
      </p:cxnSp>
      <p:sp>
        <p:nvSpPr>
          <p:cNvPr id="94" name="Diamond 93">
            <a:extLst>
              <a:ext uri="{FF2B5EF4-FFF2-40B4-BE49-F238E27FC236}">
                <a16:creationId xmlns:a16="http://schemas.microsoft.com/office/drawing/2014/main" id="{79E8130E-D8B7-DF55-BF02-47D7D700D493}"/>
              </a:ext>
            </a:extLst>
          </p:cNvPr>
          <p:cNvSpPr/>
          <p:nvPr/>
        </p:nvSpPr>
        <p:spPr>
          <a:xfrm>
            <a:off x="2933573" y="2365330"/>
            <a:ext cx="433234" cy="497458"/>
          </a:xfrm>
          <a:prstGeom prst="diamond">
            <a:avLst/>
          </a:prstGeom>
          <a:solidFill>
            <a:srgbClr val="FFFFFF"/>
          </a:solidFill>
          <a:ln w="19050" cap="flat">
            <a:solidFill>
              <a:schemeClr val="accent1"/>
            </a:solidFill>
            <a:prstDash val="solid"/>
            <a:miter/>
          </a:ln>
          <a:effectLst/>
        </p:spPr>
        <p:txBody>
          <a:bodyPr rtlCol="0" anchor="ctr"/>
          <a:lstStyle/>
          <a:p>
            <a:pPr algn="l"/>
            <a:endParaRPr lang="en-IN" sz="500"/>
          </a:p>
        </p:txBody>
      </p:sp>
      <p:sp>
        <p:nvSpPr>
          <p:cNvPr id="96" name="TextBox 95">
            <a:extLst>
              <a:ext uri="{FF2B5EF4-FFF2-40B4-BE49-F238E27FC236}">
                <a16:creationId xmlns:a16="http://schemas.microsoft.com/office/drawing/2014/main" id="{84A049CC-02EC-00D0-C914-F907F4F539A2}"/>
              </a:ext>
            </a:extLst>
          </p:cNvPr>
          <p:cNvSpPr txBox="1"/>
          <p:nvPr/>
        </p:nvSpPr>
        <p:spPr>
          <a:xfrm>
            <a:off x="2896953" y="2458269"/>
            <a:ext cx="518091" cy="276999"/>
          </a:xfrm>
          <a:prstGeom prst="rect">
            <a:avLst/>
          </a:prstGeom>
          <a:noFill/>
        </p:spPr>
        <p:txBody>
          <a:bodyPr wrap="none" rtlCol="0" anchor="t">
            <a:spAutoFit/>
          </a:bodyPr>
          <a:lstStyle/>
          <a:p>
            <a:pPr algn="ctr" defTabSz="914400">
              <a:buClr>
                <a:schemeClr val="bg2"/>
              </a:buClr>
              <a:tabLst/>
            </a:pPr>
            <a:r>
              <a:rPr lang="en-US" sz="600" kern="0">
                <a:solidFill>
                  <a:schemeClr val="bg2"/>
                </a:solidFill>
              </a:rPr>
              <a:t>Profile</a:t>
            </a:r>
          </a:p>
          <a:p>
            <a:pPr algn="ctr" defTabSz="914400">
              <a:buClr>
                <a:schemeClr val="bg2"/>
              </a:buClr>
              <a:tabLst/>
            </a:pPr>
            <a:r>
              <a:rPr lang="en-US" sz="600" kern="0">
                <a:solidFill>
                  <a:schemeClr val="bg2"/>
                </a:solidFill>
              </a:rPr>
              <a:t>Validation</a:t>
            </a:r>
          </a:p>
        </p:txBody>
      </p:sp>
      <p:cxnSp>
        <p:nvCxnSpPr>
          <p:cNvPr id="98" name="Straight Arrow Connector 97">
            <a:extLst>
              <a:ext uri="{FF2B5EF4-FFF2-40B4-BE49-F238E27FC236}">
                <a16:creationId xmlns:a16="http://schemas.microsoft.com/office/drawing/2014/main" id="{465D69AC-A478-18ED-8511-DDA43BC38782}"/>
              </a:ext>
            </a:extLst>
          </p:cNvPr>
          <p:cNvCxnSpPr>
            <a:cxnSpLocks/>
            <a:stCxn id="97" idx="3"/>
            <a:endCxn id="94" idx="1"/>
          </p:cNvCxnSpPr>
          <p:nvPr/>
        </p:nvCxnSpPr>
        <p:spPr bwMode="auto">
          <a:xfrm flipV="1">
            <a:off x="2720123" y="2614059"/>
            <a:ext cx="213450" cy="238"/>
          </a:xfrm>
          <a:prstGeom prst="straightConnector1">
            <a:avLst/>
          </a:prstGeom>
          <a:noFill/>
          <a:ln w="19050" cap="flat" cmpd="sng" algn="ctr">
            <a:solidFill>
              <a:schemeClr val="accent3"/>
            </a:solidFill>
            <a:prstDash val="solid"/>
            <a:round/>
            <a:headEnd type="none" w="med" len="med"/>
            <a:tailEnd type="triangle"/>
          </a:ln>
          <a:effectLst/>
        </p:spPr>
      </p:cxnSp>
    </p:spTree>
    <p:extLst>
      <p:ext uri="{BB962C8B-B14F-4D97-AF65-F5344CB8AC3E}">
        <p14:creationId xmlns:p14="http://schemas.microsoft.com/office/powerpoint/2010/main" val="35164785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36EB0-04D1-9ACF-DECA-F9C80DE05F19}"/>
            </a:ext>
          </a:extLst>
        </p:cNvPr>
        <p:cNvGrpSpPr/>
        <p:nvPr/>
      </p:nvGrpSpPr>
      <p:grpSpPr>
        <a:xfrm>
          <a:off x="0" y="0"/>
          <a:ext cx="0" cy="0"/>
          <a:chOff x="0" y="0"/>
          <a:chExt cx="0" cy="0"/>
        </a:xfrm>
      </p:grpSpPr>
      <p:sp>
        <p:nvSpPr>
          <p:cNvPr id="159" name="Rectangle: Rounded Corners 158">
            <a:extLst>
              <a:ext uri="{FF2B5EF4-FFF2-40B4-BE49-F238E27FC236}">
                <a16:creationId xmlns:a16="http://schemas.microsoft.com/office/drawing/2014/main" id="{128FA8BD-AEF7-D1A8-BE7D-B4B6DDF6E9E8}"/>
              </a:ext>
            </a:extLst>
          </p:cNvPr>
          <p:cNvSpPr/>
          <p:nvPr/>
        </p:nvSpPr>
        <p:spPr>
          <a:xfrm>
            <a:off x="504737" y="2953531"/>
            <a:ext cx="1747690" cy="1665716"/>
          </a:xfrm>
          <a:prstGeom prst="roundRect">
            <a:avLst>
              <a:gd name="adj" fmla="val 0"/>
            </a:avLst>
          </a:prstGeom>
          <a:solidFill>
            <a:schemeClr val="accent1">
              <a:lumMod val="20000"/>
              <a:lumOff val="80000"/>
            </a:schemeClr>
          </a:solidFill>
          <a:ln w="19050" cap="flat">
            <a:solidFill>
              <a:schemeClr val="accent6">
                <a:lumMod val="50000"/>
              </a:schemeClr>
            </a:solidFill>
            <a:prstDash val="solid"/>
            <a:miter/>
          </a:ln>
          <a:effectLst/>
        </p:spPr>
        <p:txBody>
          <a:bodyPr rtlCol="0" anchor="ctr"/>
          <a:lstStyle/>
          <a:p>
            <a:pPr algn="ctr"/>
            <a:endParaRPr lang="en-US" sz="1200" b="1"/>
          </a:p>
        </p:txBody>
      </p:sp>
      <p:sp>
        <p:nvSpPr>
          <p:cNvPr id="157" name="Rectangle: Rounded Corners 156">
            <a:extLst>
              <a:ext uri="{FF2B5EF4-FFF2-40B4-BE49-F238E27FC236}">
                <a16:creationId xmlns:a16="http://schemas.microsoft.com/office/drawing/2014/main" id="{FF303DC1-6E51-F019-AFFC-CE708468E9BE}"/>
              </a:ext>
            </a:extLst>
          </p:cNvPr>
          <p:cNvSpPr/>
          <p:nvPr/>
        </p:nvSpPr>
        <p:spPr>
          <a:xfrm>
            <a:off x="503064" y="4619246"/>
            <a:ext cx="1747690" cy="1815533"/>
          </a:xfrm>
          <a:prstGeom prst="roundRect">
            <a:avLst>
              <a:gd name="adj" fmla="val 0"/>
            </a:avLst>
          </a:prstGeom>
          <a:solidFill>
            <a:schemeClr val="accent1">
              <a:lumMod val="20000"/>
              <a:lumOff val="80000"/>
            </a:schemeClr>
          </a:solidFill>
          <a:ln w="19050" cap="flat">
            <a:solidFill>
              <a:schemeClr val="accent6">
                <a:lumMod val="50000"/>
              </a:schemeClr>
            </a:solidFill>
            <a:prstDash val="solid"/>
            <a:miter/>
          </a:ln>
          <a:effectLst/>
        </p:spPr>
        <p:txBody>
          <a:bodyPr rtlCol="0" anchor="ctr"/>
          <a:lstStyle/>
          <a:p>
            <a:pPr algn="ctr"/>
            <a:endParaRPr lang="en-US" sz="1200" b="1"/>
          </a:p>
        </p:txBody>
      </p:sp>
      <p:sp>
        <p:nvSpPr>
          <p:cNvPr id="148" name="Rectangle: Rounded Corners 147">
            <a:extLst>
              <a:ext uri="{FF2B5EF4-FFF2-40B4-BE49-F238E27FC236}">
                <a16:creationId xmlns:a16="http://schemas.microsoft.com/office/drawing/2014/main" id="{5F117C72-351F-8D5E-E5B8-18E102C9B183}"/>
              </a:ext>
            </a:extLst>
          </p:cNvPr>
          <p:cNvSpPr/>
          <p:nvPr/>
        </p:nvSpPr>
        <p:spPr>
          <a:xfrm>
            <a:off x="2252426" y="4613956"/>
            <a:ext cx="9333069" cy="1815533"/>
          </a:xfrm>
          <a:prstGeom prst="roundRect">
            <a:avLst>
              <a:gd name="adj" fmla="val 0"/>
            </a:avLst>
          </a:prstGeom>
          <a:solidFill>
            <a:schemeClr val="accent4">
              <a:lumMod val="20000"/>
              <a:lumOff val="80000"/>
            </a:schemeClr>
          </a:solidFill>
          <a:ln w="19050" cap="flat">
            <a:solidFill>
              <a:schemeClr val="accent6">
                <a:lumMod val="50000"/>
              </a:schemeClr>
            </a:solidFill>
            <a:prstDash val="solid"/>
            <a:miter/>
          </a:ln>
          <a:effectLst/>
        </p:spPr>
        <p:txBody>
          <a:bodyPr rtlCol="0" anchor="ctr"/>
          <a:lstStyle/>
          <a:p>
            <a:pPr algn="ctr"/>
            <a:endParaRPr lang="en-US" sz="1200" b="1"/>
          </a:p>
        </p:txBody>
      </p:sp>
      <p:sp>
        <p:nvSpPr>
          <p:cNvPr id="144" name="Rectangle: Rounded Corners 143">
            <a:extLst>
              <a:ext uri="{FF2B5EF4-FFF2-40B4-BE49-F238E27FC236}">
                <a16:creationId xmlns:a16="http://schemas.microsoft.com/office/drawing/2014/main" id="{A8E7507E-D9FB-403D-0EE8-CF84F182F0BF}"/>
              </a:ext>
            </a:extLst>
          </p:cNvPr>
          <p:cNvSpPr/>
          <p:nvPr/>
        </p:nvSpPr>
        <p:spPr>
          <a:xfrm>
            <a:off x="503063" y="1137997"/>
            <a:ext cx="11082433" cy="1815533"/>
          </a:xfrm>
          <a:prstGeom prst="roundRect">
            <a:avLst>
              <a:gd name="adj" fmla="val 0"/>
            </a:avLst>
          </a:prstGeom>
          <a:solidFill>
            <a:schemeClr val="accent4">
              <a:lumMod val="20000"/>
              <a:lumOff val="80000"/>
            </a:schemeClr>
          </a:solidFill>
          <a:ln w="19050" cap="flat">
            <a:solidFill>
              <a:schemeClr val="accent6">
                <a:lumMod val="50000"/>
              </a:schemeClr>
            </a:solidFill>
            <a:prstDash val="solid"/>
            <a:miter/>
          </a:ln>
          <a:effectLst/>
        </p:spPr>
        <p:txBody>
          <a:bodyPr rtlCol="0" anchor="ctr"/>
          <a:lstStyle/>
          <a:p>
            <a:pPr algn="ctr"/>
            <a:endParaRPr lang="en-US" sz="1200" b="1"/>
          </a:p>
        </p:txBody>
      </p:sp>
      <p:sp>
        <p:nvSpPr>
          <p:cNvPr id="141" name="Rectangle: Rounded Corners 140">
            <a:extLst>
              <a:ext uri="{FF2B5EF4-FFF2-40B4-BE49-F238E27FC236}">
                <a16:creationId xmlns:a16="http://schemas.microsoft.com/office/drawing/2014/main" id="{C9F6EE03-3370-4574-45A0-361BE9FB11E5}"/>
              </a:ext>
            </a:extLst>
          </p:cNvPr>
          <p:cNvSpPr/>
          <p:nvPr/>
        </p:nvSpPr>
        <p:spPr>
          <a:xfrm>
            <a:off x="2254099" y="2954371"/>
            <a:ext cx="9333069" cy="1660335"/>
          </a:xfrm>
          <a:prstGeom prst="roundRect">
            <a:avLst>
              <a:gd name="adj" fmla="val 0"/>
            </a:avLst>
          </a:prstGeom>
          <a:solidFill>
            <a:schemeClr val="accent6">
              <a:lumMod val="20000"/>
              <a:lumOff val="80000"/>
            </a:schemeClr>
          </a:solidFill>
          <a:ln w="19050" cap="flat">
            <a:solidFill>
              <a:schemeClr val="accent6">
                <a:lumMod val="50000"/>
              </a:schemeClr>
            </a:solidFill>
            <a:prstDash val="solid"/>
            <a:miter/>
          </a:ln>
          <a:effectLst/>
        </p:spPr>
        <p:txBody>
          <a:bodyPr rtlCol="0" anchor="ctr"/>
          <a:lstStyle/>
          <a:p>
            <a:pPr algn="ctr"/>
            <a:endParaRPr lang="en-US" sz="1200" b="1"/>
          </a:p>
        </p:txBody>
      </p:sp>
      <p:sp>
        <p:nvSpPr>
          <p:cNvPr id="23" name="Rectangle: Rounded Corners 22">
            <a:extLst>
              <a:ext uri="{FF2B5EF4-FFF2-40B4-BE49-F238E27FC236}">
                <a16:creationId xmlns:a16="http://schemas.microsoft.com/office/drawing/2014/main" id="{815D1A66-63E6-9A3D-BDAA-7EFE9C311142}"/>
              </a:ext>
            </a:extLst>
          </p:cNvPr>
          <p:cNvSpPr/>
          <p:nvPr/>
        </p:nvSpPr>
        <p:spPr>
          <a:xfrm>
            <a:off x="9103559" y="5056303"/>
            <a:ext cx="2248502" cy="877599"/>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Knowledge Fusion</a:t>
            </a:r>
          </a:p>
          <a:p>
            <a:pPr algn="ctr"/>
            <a:r>
              <a:rPr lang="en-US" sz="1000"/>
              <a:t>Combining the results retrieved from all the Knowledge stores</a:t>
            </a:r>
          </a:p>
        </p:txBody>
      </p:sp>
      <p:cxnSp>
        <p:nvCxnSpPr>
          <p:cNvPr id="34" name="Straight Arrow Connector 33">
            <a:extLst>
              <a:ext uri="{FF2B5EF4-FFF2-40B4-BE49-F238E27FC236}">
                <a16:creationId xmlns:a16="http://schemas.microsoft.com/office/drawing/2014/main" id="{2D9043B2-9ED3-EB1D-BA66-B6290944E65C}"/>
              </a:ext>
            </a:extLst>
          </p:cNvPr>
          <p:cNvCxnSpPr>
            <a:cxnSpLocks/>
            <a:stCxn id="23" idx="1"/>
            <a:endCxn id="11" idx="3"/>
          </p:cNvCxnSpPr>
          <p:nvPr/>
        </p:nvCxnSpPr>
        <p:spPr bwMode="auto">
          <a:xfrm flipH="1" flipV="1">
            <a:off x="8230675" y="5495102"/>
            <a:ext cx="872884" cy="1"/>
          </a:xfrm>
          <a:prstGeom prst="straightConnector1">
            <a:avLst/>
          </a:prstGeom>
          <a:noFill/>
          <a:ln w="28575" cap="flat" cmpd="sng" algn="ctr">
            <a:solidFill>
              <a:schemeClr val="accent3"/>
            </a:solidFill>
            <a:prstDash val="solid"/>
            <a:round/>
            <a:headEnd type="none" w="med" len="med"/>
            <a:tailEnd type="triangle"/>
          </a:ln>
          <a:effectLst/>
        </p:spPr>
      </p:cxnSp>
      <p:sp>
        <p:nvSpPr>
          <p:cNvPr id="41" name="Title 1">
            <a:extLst>
              <a:ext uri="{FF2B5EF4-FFF2-40B4-BE49-F238E27FC236}">
                <a16:creationId xmlns:a16="http://schemas.microsoft.com/office/drawing/2014/main" id="{F3D01352-B676-AEF6-FA2B-DDC4736F94AA}"/>
              </a:ext>
            </a:extLst>
          </p:cNvPr>
          <p:cNvSpPr>
            <a:spLocks noGrp="1"/>
          </p:cNvSpPr>
          <p:nvPr>
            <p:ph type="title"/>
          </p:nvPr>
        </p:nvSpPr>
        <p:spPr>
          <a:xfrm>
            <a:off x="1044205" y="351138"/>
            <a:ext cx="10744985" cy="522579"/>
          </a:xfrm>
        </p:spPr>
        <p:txBody>
          <a:bodyPr/>
          <a:lstStyle/>
          <a:p>
            <a:r>
              <a:rPr lang="en-US"/>
              <a:t>Retrieval Layer Workflow</a:t>
            </a:r>
            <a:endParaRPr lang="en-IN"/>
          </a:p>
        </p:txBody>
      </p:sp>
      <p:sp>
        <p:nvSpPr>
          <p:cNvPr id="67" name="Rectangle: Rounded Corners 66">
            <a:extLst>
              <a:ext uri="{FF2B5EF4-FFF2-40B4-BE49-F238E27FC236}">
                <a16:creationId xmlns:a16="http://schemas.microsoft.com/office/drawing/2014/main" id="{BB47CE90-C11E-8CA7-2872-E40EFCA40AAA}"/>
              </a:ext>
            </a:extLst>
          </p:cNvPr>
          <p:cNvSpPr/>
          <p:nvPr/>
        </p:nvSpPr>
        <p:spPr>
          <a:xfrm>
            <a:off x="1170194" y="1352060"/>
            <a:ext cx="3430749" cy="1341126"/>
          </a:xfrm>
          <a:prstGeom prst="roundRect">
            <a:avLst>
              <a:gd name="adj" fmla="val 7246"/>
            </a:avLst>
          </a:prstGeom>
          <a:solidFill>
            <a:srgbClr val="FFFFFF"/>
          </a:solidFill>
          <a:ln w="19050" cap="flat">
            <a:solidFill>
              <a:schemeClr val="tx2">
                <a:lumMod val="90000"/>
              </a:schemeClr>
            </a:solidFill>
            <a:prstDash val="sysDash"/>
            <a:miter/>
          </a:ln>
          <a:effectLst/>
        </p:spPr>
        <p:txBody>
          <a:bodyPr rtlCol="0" anchor="t"/>
          <a:lstStyle/>
          <a:p>
            <a:pPr algn="ctr"/>
            <a:r>
              <a:rPr lang="en-US" sz="1200" b="1"/>
              <a:t>Orchestrator</a:t>
            </a:r>
          </a:p>
        </p:txBody>
      </p:sp>
      <p:sp>
        <p:nvSpPr>
          <p:cNvPr id="71" name="Rectangle: Rounded Corners 70">
            <a:extLst>
              <a:ext uri="{FF2B5EF4-FFF2-40B4-BE49-F238E27FC236}">
                <a16:creationId xmlns:a16="http://schemas.microsoft.com/office/drawing/2014/main" id="{7DAC843A-2D2A-E3AF-C8C6-25569C3E21CE}"/>
              </a:ext>
            </a:extLst>
          </p:cNvPr>
          <p:cNvSpPr/>
          <p:nvPr/>
        </p:nvSpPr>
        <p:spPr>
          <a:xfrm>
            <a:off x="5304530" y="1638918"/>
            <a:ext cx="2096141" cy="764079"/>
          </a:xfrm>
          <a:prstGeom prst="roundRect">
            <a:avLst/>
          </a:prstGeom>
          <a:solidFill>
            <a:schemeClr val="accent5">
              <a:lumMod val="20000"/>
              <a:lumOff val="80000"/>
            </a:schemeClr>
          </a:solidFill>
          <a:ln w="19050" cap="flat">
            <a:solidFill>
              <a:schemeClr val="accent1"/>
            </a:solidFill>
            <a:prstDash val="solid"/>
            <a:miter/>
          </a:ln>
          <a:effectLst/>
        </p:spPr>
        <p:txBody>
          <a:bodyPr rtlCol="0" anchor="ctr"/>
          <a:lstStyle/>
          <a:p>
            <a:pPr algn="ctr"/>
            <a:r>
              <a:rPr lang="en-US" sz="1200" b="1"/>
              <a:t>Policy Engine – Read Time</a:t>
            </a:r>
          </a:p>
          <a:p>
            <a:pPr algn="ctr"/>
            <a:r>
              <a:rPr lang="en-US" sz="1000"/>
              <a:t>Retrieval Profile – removes unauthorized content</a:t>
            </a:r>
            <a:endParaRPr lang="en-IN" sz="1000"/>
          </a:p>
        </p:txBody>
      </p:sp>
      <p:cxnSp>
        <p:nvCxnSpPr>
          <p:cNvPr id="130" name="Straight Arrow Connector 129">
            <a:extLst>
              <a:ext uri="{FF2B5EF4-FFF2-40B4-BE49-F238E27FC236}">
                <a16:creationId xmlns:a16="http://schemas.microsoft.com/office/drawing/2014/main" id="{9606D6D0-5F58-65BA-28E3-908E598587CB}"/>
              </a:ext>
            </a:extLst>
          </p:cNvPr>
          <p:cNvCxnSpPr>
            <a:cxnSpLocks/>
            <a:stCxn id="67" idx="3"/>
            <a:endCxn id="71" idx="1"/>
          </p:cNvCxnSpPr>
          <p:nvPr/>
        </p:nvCxnSpPr>
        <p:spPr bwMode="auto">
          <a:xfrm flipV="1">
            <a:off x="4600943" y="2020958"/>
            <a:ext cx="703587" cy="1665"/>
          </a:xfrm>
          <a:prstGeom prst="straightConnector1">
            <a:avLst/>
          </a:prstGeom>
          <a:noFill/>
          <a:ln w="28575" cap="flat" cmpd="sng" algn="ctr">
            <a:solidFill>
              <a:schemeClr val="accent3"/>
            </a:solidFill>
            <a:prstDash val="solid"/>
            <a:round/>
            <a:headEnd type="none" w="med" len="med"/>
            <a:tailEnd type="triangle"/>
          </a:ln>
          <a:effectLst/>
        </p:spPr>
      </p:cxnSp>
      <p:cxnSp>
        <p:nvCxnSpPr>
          <p:cNvPr id="136" name="Straight Arrow Connector 135">
            <a:extLst>
              <a:ext uri="{FF2B5EF4-FFF2-40B4-BE49-F238E27FC236}">
                <a16:creationId xmlns:a16="http://schemas.microsoft.com/office/drawing/2014/main" id="{010C9F80-4905-8C9C-A265-A566C1576EFC}"/>
              </a:ext>
            </a:extLst>
          </p:cNvPr>
          <p:cNvCxnSpPr>
            <a:cxnSpLocks/>
            <a:stCxn id="71" idx="3"/>
            <a:endCxn id="3" idx="1"/>
          </p:cNvCxnSpPr>
          <p:nvPr/>
        </p:nvCxnSpPr>
        <p:spPr bwMode="auto">
          <a:xfrm flipV="1">
            <a:off x="7400671" y="2017494"/>
            <a:ext cx="964942" cy="3464"/>
          </a:xfrm>
          <a:prstGeom prst="straightConnector1">
            <a:avLst/>
          </a:prstGeom>
          <a:noFill/>
          <a:ln w="28575" cap="flat" cmpd="sng" algn="ctr">
            <a:solidFill>
              <a:schemeClr val="accent3"/>
            </a:solidFill>
            <a:prstDash val="solid"/>
            <a:round/>
            <a:headEnd type="none" w="med" len="med"/>
            <a:tailEnd type="triangle"/>
          </a:ln>
          <a:effectLst/>
        </p:spPr>
      </p:cxnSp>
      <p:grpSp>
        <p:nvGrpSpPr>
          <p:cNvPr id="16" name="Group 15">
            <a:extLst>
              <a:ext uri="{FF2B5EF4-FFF2-40B4-BE49-F238E27FC236}">
                <a16:creationId xmlns:a16="http://schemas.microsoft.com/office/drawing/2014/main" id="{B894B1F5-0630-DDF7-BBCF-43F91AB53E59}"/>
              </a:ext>
            </a:extLst>
          </p:cNvPr>
          <p:cNvGrpSpPr/>
          <p:nvPr/>
        </p:nvGrpSpPr>
        <p:grpSpPr>
          <a:xfrm>
            <a:off x="3050895" y="3286085"/>
            <a:ext cx="1001977" cy="955214"/>
            <a:chOff x="10367235" y="459876"/>
            <a:chExt cx="1001977" cy="955214"/>
          </a:xfrm>
        </p:grpSpPr>
        <p:sp>
          <p:nvSpPr>
            <p:cNvPr id="140" name="Cylinder 139">
              <a:extLst>
                <a:ext uri="{FF2B5EF4-FFF2-40B4-BE49-F238E27FC236}">
                  <a16:creationId xmlns:a16="http://schemas.microsoft.com/office/drawing/2014/main" id="{1CCC750E-D921-3692-5BF4-FA5306A8512B}"/>
                </a:ext>
              </a:extLst>
            </p:cNvPr>
            <p:cNvSpPr/>
            <p:nvPr/>
          </p:nvSpPr>
          <p:spPr>
            <a:xfrm>
              <a:off x="10367235" y="459876"/>
              <a:ext cx="1001977" cy="955214"/>
            </a:xfrm>
            <a:prstGeom prst="can">
              <a:avLst>
                <a:gd name="adj" fmla="val 24270"/>
              </a:avLst>
            </a:prstGeom>
            <a:solidFill>
              <a:srgbClr val="FFFFFF"/>
            </a:solidFill>
            <a:ln w="19050" cap="flat">
              <a:solidFill>
                <a:schemeClr val="tx2">
                  <a:lumMod val="90000"/>
                </a:schemeClr>
              </a:solidFill>
              <a:prstDash val="solid"/>
              <a:miter/>
            </a:ln>
            <a:effectLst/>
          </p:spPr>
          <p:txBody>
            <a:bodyPr rtlCol="0" anchor="ctr"/>
            <a:lstStyle/>
            <a:p>
              <a:pPr algn="l"/>
              <a:endParaRPr lang="en-IN"/>
            </a:p>
          </p:txBody>
        </p:sp>
        <p:sp>
          <p:nvSpPr>
            <p:cNvPr id="142" name="TextBox 141">
              <a:extLst>
                <a:ext uri="{FF2B5EF4-FFF2-40B4-BE49-F238E27FC236}">
                  <a16:creationId xmlns:a16="http://schemas.microsoft.com/office/drawing/2014/main" id="{F454CB51-FD5E-8476-F6D3-2B72AC54E651}"/>
                </a:ext>
              </a:extLst>
            </p:cNvPr>
            <p:cNvSpPr txBox="1"/>
            <p:nvPr/>
          </p:nvSpPr>
          <p:spPr>
            <a:xfrm>
              <a:off x="10417238" y="754082"/>
              <a:ext cx="884287" cy="553998"/>
            </a:xfrm>
            <a:prstGeom prst="rect">
              <a:avLst/>
            </a:prstGeom>
          </p:spPr>
          <p:txBody>
            <a:bodyPr wrap="square" rtlCol="0" anchor="t">
              <a:spAutoFit/>
            </a:bodyPr>
            <a:lstStyle/>
            <a:p>
              <a:pPr algn="ctr"/>
              <a:r>
                <a:rPr lang="en-US" sz="1000" b="1"/>
                <a:t>Knowledge Model Repository</a:t>
              </a:r>
              <a:endParaRPr lang="en-IN" sz="1000" b="1"/>
            </a:p>
          </p:txBody>
        </p:sp>
      </p:grpSp>
      <p:sp>
        <p:nvSpPr>
          <p:cNvPr id="3" name="Rectangle: Rounded Corners 2">
            <a:extLst>
              <a:ext uri="{FF2B5EF4-FFF2-40B4-BE49-F238E27FC236}">
                <a16:creationId xmlns:a16="http://schemas.microsoft.com/office/drawing/2014/main" id="{929C5F50-A655-8BB3-0FA9-ECAF1BCCED4F}"/>
              </a:ext>
            </a:extLst>
          </p:cNvPr>
          <p:cNvSpPr/>
          <p:nvPr/>
        </p:nvSpPr>
        <p:spPr>
          <a:xfrm>
            <a:off x="8365613" y="1639348"/>
            <a:ext cx="1614424" cy="756291"/>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Retrieval Strategy Planner</a:t>
            </a:r>
          </a:p>
          <a:p>
            <a:pPr algn="ctr"/>
            <a:r>
              <a:rPr lang="en-US" sz="900"/>
              <a:t>Choosing required stores to respond to the query</a:t>
            </a:r>
            <a:endParaRPr lang="en-IN" sz="900"/>
          </a:p>
        </p:txBody>
      </p:sp>
      <p:sp>
        <p:nvSpPr>
          <p:cNvPr id="11" name="Rectangle: Rounded Corners 10">
            <a:extLst>
              <a:ext uri="{FF2B5EF4-FFF2-40B4-BE49-F238E27FC236}">
                <a16:creationId xmlns:a16="http://schemas.microsoft.com/office/drawing/2014/main" id="{1B36B0A8-50A5-9D62-AF02-7EB46064C347}"/>
              </a:ext>
            </a:extLst>
          </p:cNvPr>
          <p:cNvSpPr/>
          <p:nvPr/>
        </p:nvSpPr>
        <p:spPr>
          <a:xfrm>
            <a:off x="5782844" y="4919688"/>
            <a:ext cx="2447831" cy="1150827"/>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Ranking &amp; Re-ranking</a:t>
            </a:r>
          </a:p>
          <a:p>
            <a:pPr algn="ctr"/>
            <a:r>
              <a:rPr lang="en-US" sz="1000"/>
              <a:t>Retrieved Source Scoring based on matches from Metadata, Graph, Profile, Version, Confidence score etc.</a:t>
            </a:r>
          </a:p>
        </p:txBody>
      </p:sp>
      <p:sp>
        <p:nvSpPr>
          <p:cNvPr id="29" name="Rectangle: Rounded Corners 28">
            <a:extLst>
              <a:ext uri="{FF2B5EF4-FFF2-40B4-BE49-F238E27FC236}">
                <a16:creationId xmlns:a16="http://schemas.microsoft.com/office/drawing/2014/main" id="{B144D7DD-1801-A7BA-29E6-A406F0D0755A}"/>
              </a:ext>
            </a:extLst>
          </p:cNvPr>
          <p:cNvSpPr/>
          <p:nvPr/>
        </p:nvSpPr>
        <p:spPr>
          <a:xfrm>
            <a:off x="3023795" y="1708861"/>
            <a:ext cx="1468491" cy="767777"/>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Identity &amp; Context</a:t>
            </a:r>
          </a:p>
          <a:p>
            <a:pPr algn="ctr"/>
            <a:r>
              <a:rPr lang="en-US" sz="800"/>
              <a:t>Identifying Who is asking, which Project, Platform version </a:t>
            </a:r>
            <a:r>
              <a:rPr lang="en-US" sz="800" err="1"/>
              <a:t>etc</a:t>
            </a:r>
            <a:endParaRPr lang="en-US" sz="1050"/>
          </a:p>
        </p:txBody>
      </p:sp>
      <p:sp>
        <p:nvSpPr>
          <p:cNvPr id="32" name="Rectangle: Rounded Corners 31">
            <a:extLst>
              <a:ext uri="{FF2B5EF4-FFF2-40B4-BE49-F238E27FC236}">
                <a16:creationId xmlns:a16="http://schemas.microsoft.com/office/drawing/2014/main" id="{FAFB46E3-AE9E-C38C-E769-C7B0729D742B}"/>
              </a:ext>
            </a:extLst>
          </p:cNvPr>
          <p:cNvSpPr/>
          <p:nvPr/>
        </p:nvSpPr>
        <p:spPr>
          <a:xfrm>
            <a:off x="1272093" y="1698415"/>
            <a:ext cx="1640773" cy="767777"/>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Query understanding</a:t>
            </a:r>
          </a:p>
          <a:p>
            <a:pPr algn="ctr"/>
            <a:r>
              <a:rPr lang="en-US" sz="800"/>
              <a:t>Retrieving relevant Entity with canonical maps &amp; Relationship from Knowledge Model</a:t>
            </a:r>
          </a:p>
        </p:txBody>
      </p:sp>
      <p:cxnSp>
        <p:nvCxnSpPr>
          <p:cNvPr id="36" name="Connector: Elbow 35">
            <a:extLst>
              <a:ext uri="{FF2B5EF4-FFF2-40B4-BE49-F238E27FC236}">
                <a16:creationId xmlns:a16="http://schemas.microsoft.com/office/drawing/2014/main" id="{DE1F2D0B-5A24-7AC8-62C3-452FF31E3D68}"/>
              </a:ext>
            </a:extLst>
          </p:cNvPr>
          <p:cNvCxnSpPr>
            <a:cxnSpLocks/>
            <a:stCxn id="140" idx="1"/>
            <a:endCxn id="32" idx="2"/>
          </p:cNvCxnSpPr>
          <p:nvPr/>
        </p:nvCxnSpPr>
        <p:spPr bwMode="auto">
          <a:xfrm rot="16200000" flipV="1">
            <a:off x="2412236" y="2146437"/>
            <a:ext cx="819893" cy="1459404"/>
          </a:xfrm>
          <a:prstGeom prst="bentConnector3">
            <a:avLst>
              <a:gd name="adj1" fmla="val 50000"/>
            </a:avLst>
          </a:prstGeom>
          <a:noFill/>
          <a:ln w="28575" cap="flat" cmpd="sng" algn="ctr">
            <a:solidFill>
              <a:schemeClr val="accent4"/>
            </a:solidFill>
            <a:prstDash val="sysDash"/>
            <a:round/>
            <a:headEnd type="none" w="med" len="med"/>
            <a:tailEnd type="triangle"/>
          </a:ln>
          <a:effectLst/>
        </p:spPr>
      </p:cxnSp>
      <p:cxnSp>
        <p:nvCxnSpPr>
          <p:cNvPr id="42" name="Connector: Elbow 41">
            <a:extLst>
              <a:ext uri="{FF2B5EF4-FFF2-40B4-BE49-F238E27FC236}">
                <a16:creationId xmlns:a16="http://schemas.microsoft.com/office/drawing/2014/main" id="{DBE4C5A6-99DF-A544-8038-AB0C65749C00}"/>
              </a:ext>
            </a:extLst>
          </p:cNvPr>
          <p:cNvCxnSpPr>
            <a:cxnSpLocks/>
            <a:stCxn id="140" idx="1"/>
            <a:endCxn id="71" idx="2"/>
          </p:cNvCxnSpPr>
          <p:nvPr/>
        </p:nvCxnSpPr>
        <p:spPr bwMode="auto">
          <a:xfrm rot="5400000" flipH="1" flipV="1">
            <a:off x="4510698" y="1444183"/>
            <a:ext cx="883088" cy="2800717"/>
          </a:xfrm>
          <a:prstGeom prst="bentConnector3">
            <a:avLst>
              <a:gd name="adj1" fmla="val 50000"/>
            </a:avLst>
          </a:prstGeom>
          <a:noFill/>
          <a:ln w="28575" cap="flat" cmpd="sng" algn="ctr">
            <a:solidFill>
              <a:schemeClr val="accent4"/>
            </a:solidFill>
            <a:prstDash val="sysDash"/>
            <a:round/>
            <a:headEnd type="none" w="med" len="med"/>
            <a:tailEnd type="triangle"/>
          </a:ln>
          <a:effectLst/>
        </p:spPr>
      </p:cxnSp>
      <p:grpSp>
        <p:nvGrpSpPr>
          <p:cNvPr id="81" name="Group 80">
            <a:extLst>
              <a:ext uri="{FF2B5EF4-FFF2-40B4-BE49-F238E27FC236}">
                <a16:creationId xmlns:a16="http://schemas.microsoft.com/office/drawing/2014/main" id="{5302F210-0CE0-D849-181D-75C761A1D29C}"/>
              </a:ext>
            </a:extLst>
          </p:cNvPr>
          <p:cNvGrpSpPr/>
          <p:nvPr/>
        </p:nvGrpSpPr>
        <p:grpSpPr>
          <a:xfrm>
            <a:off x="5007776" y="3286085"/>
            <a:ext cx="1001977" cy="955214"/>
            <a:chOff x="10367235" y="459876"/>
            <a:chExt cx="1001977" cy="955214"/>
          </a:xfrm>
        </p:grpSpPr>
        <p:sp>
          <p:nvSpPr>
            <p:cNvPr id="82" name="Cylinder 81">
              <a:extLst>
                <a:ext uri="{FF2B5EF4-FFF2-40B4-BE49-F238E27FC236}">
                  <a16:creationId xmlns:a16="http://schemas.microsoft.com/office/drawing/2014/main" id="{41BCD3FC-0104-F7F9-2894-BAD02DBF157A}"/>
                </a:ext>
              </a:extLst>
            </p:cNvPr>
            <p:cNvSpPr/>
            <p:nvPr/>
          </p:nvSpPr>
          <p:spPr>
            <a:xfrm>
              <a:off x="10367235" y="459876"/>
              <a:ext cx="1001977" cy="955214"/>
            </a:xfrm>
            <a:prstGeom prst="can">
              <a:avLst>
                <a:gd name="adj" fmla="val 24270"/>
              </a:avLst>
            </a:prstGeom>
            <a:solidFill>
              <a:srgbClr val="FFFFFF"/>
            </a:solidFill>
            <a:ln w="19050" cap="flat">
              <a:solidFill>
                <a:schemeClr val="tx2">
                  <a:lumMod val="90000"/>
                </a:schemeClr>
              </a:solidFill>
              <a:prstDash val="solid"/>
              <a:miter/>
            </a:ln>
            <a:effectLst/>
          </p:spPr>
          <p:txBody>
            <a:bodyPr rtlCol="0" anchor="ctr"/>
            <a:lstStyle/>
            <a:p>
              <a:pPr algn="l"/>
              <a:endParaRPr lang="en-IN"/>
            </a:p>
          </p:txBody>
        </p:sp>
        <p:sp>
          <p:nvSpPr>
            <p:cNvPr id="83" name="TextBox 82">
              <a:extLst>
                <a:ext uri="{FF2B5EF4-FFF2-40B4-BE49-F238E27FC236}">
                  <a16:creationId xmlns:a16="http://schemas.microsoft.com/office/drawing/2014/main" id="{D5BFFE82-68E9-1099-82A1-F0A3F3775632}"/>
                </a:ext>
              </a:extLst>
            </p:cNvPr>
            <p:cNvSpPr txBox="1"/>
            <p:nvPr/>
          </p:nvSpPr>
          <p:spPr>
            <a:xfrm>
              <a:off x="10417238" y="827652"/>
              <a:ext cx="884287" cy="400110"/>
            </a:xfrm>
            <a:prstGeom prst="rect">
              <a:avLst/>
            </a:prstGeom>
          </p:spPr>
          <p:txBody>
            <a:bodyPr wrap="square" rtlCol="0" anchor="t">
              <a:spAutoFit/>
            </a:bodyPr>
            <a:lstStyle/>
            <a:p>
              <a:pPr algn="ctr"/>
              <a:r>
                <a:rPr lang="en-US" sz="1000" b="1"/>
                <a:t>Metadata</a:t>
              </a:r>
            </a:p>
            <a:p>
              <a:pPr algn="ctr"/>
              <a:r>
                <a:rPr lang="en-US" sz="1000" b="1"/>
                <a:t>Index</a:t>
              </a:r>
              <a:endParaRPr lang="en-IN" sz="1000" b="1"/>
            </a:p>
          </p:txBody>
        </p:sp>
      </p:grpSp>
      <p:grpSp>
        <p:nvGrpSpPr>
          <p:cNvPr id="84" name="Group 83">
            <a:extLst>
              <a:ext uri="{FF2B5EF4-FFF2-40B4-BE49-F238E27FC236}">
                <a16:creationId xmlns:a16="http://schemas.microsoft.com/office/drawing/2014/main" id="{2DC15C05-50D5-4285-212D-7B7AA398B189}"/>
              </a:ext>
            </a:extLst>
          </p:cNvPr>
          <p:cNvGrpSpPr/>
          <p:nvPr/>
        </p:nvGrpSpPr>
        <p:grpSpPr>
          <a:xfrm>
            <a:off x="6964657" y="3286085"/>
            <a:ext cx="1001977" cy="955214"/>
            <a:chOff x="10367235" y="459876"/>
            <a:chExt cx="1001977" cy="955214"/>
          </a:xfrm>
        </p:grpSpPr>
        <p:sp>
          <p:nvSpPr>
            <p:cNvPr id="85" name="Cylinder 84">
              <a:extLst>
                <a:ext uri="{FF2B5EF4-FFF2-40B4-BE49-F238E27FC236}">
                  <a16:creationId xmlns:a16="http://schemas.microsoft.com/office/drawing/2014/main" id="{FC949B2E-2B88-A8E4-3E32-A54289BE914E}"/>
                </a:ext>
              </a:extLst>
            </p:cNvPr>
            <p:cNvSpPr/>
            <p:nvPr/>
          </p:nvSpPr>
          <p:spPr>
            <a:xfrm>
              <a:off x="10367235" y="459876"/>
              <a:ext cx="1001977" cy="955214"/>
            </a:xfrm>
            <a:prstGeom prst="can">
              <a:avLst>
                <a:gd name="adj" fmla="val 24270"/>
              </a:avLst>
            </a:prstGeom>
            <a:solidFill>
              <a:srgbClr val="FFFFFF"/>
            </a:solidFill>
            <a:ln w="19050" cap="flat">
              <a:solidFill>
                <a:schemeClr val="tx2">
                  <a:lumMod val="90000"/>
                </a:schemeClr>
              </a:solidFill>
              <a:prstDash val="solid"/>
              <a:miter/>
            </a:ln>
            <a:effectLst/>
          </p:spPr>
          <p:txBody>
            <a:bodyPr rtlCol="0" anchor="ctr"/>
            <a:lstStyle/>
            <a:p>
              <a:pPr algn="l"/>
              <a:endParaRPr lang="en-IN"/>
            </a:p>
          </p:txBody>
        </p:sp>
        <p:sp>
          <p:nvSpPr>
            <p:cNvPr id="87" name="TextBox 86">
              <a:extLst>
                <a:ext uri="{FF2B5EF4-FFF2-40B4-BE49-F238E27FC236}">
                  <a16:creationId xmlns:a16="http://schemas.microsoft.com/office/drawing/2014/main" id="{6D17AE77-A22E-D6B2-5B0C-85CF72A28764}"/>
                </a:ext>
              </a:extLst>
            </p:cNvPr>
            <p:cNvSpPr txBox="1"/>
            <p:nvPr/>
          </p:nvSpPr>
          <p:spPr>
            <a:xfrm>
              <a:off x="10417238" y="827652"/>
              <a:ext cx="884287" cy="400110"/>
            </a:xfrm>
            <a:prstGeom prst="rect">
              <a:avLst/>
            </a:prstGeom>
          </p:spPr>
          <p:txBody>
            <a:bodyPr wrap="square" rtlCol="0" anchor="t">
              <a:spAutoFit/>
            </a:bodyPr>
            <a:lstStyle/>
            <a:p>
              <a:pPr algn="ctr"/>
              <a:r>
                <a:rPr lang="en-US" sz="1000" b="1"/>
                <a:t>Knowledge</a:t>
              </a:r>
            </a:p>
            <a:p>
              <a:pPr algn="ctr"/>
              <a:r>
                <a:rPr lang="en-US" sz="1000" b="1"/>
                <a:t>Graph</a:t>
              </a:r>
              <a:endParaRPr lang="en-IN" sz="1000" b="1"/>
            </a:p>
          </p:txBody>
        </p:sp>
      </p:grpSp>
      <p:grpSp>
        <p:nvGrpSpPr>
          <p:cNvPr id="88" name="Group 87">
            <a:extLst>
              <a:ext uri="{FF2B5EF4-FFF2-40B4-BE49-F238E27FC236}">
                <a16:creationId xmlns:a16="http://schemas.microsoft.com/office/drawing/2014/main" id="{5F5BA8DF-5E13-6BEB-4048-ED760C820DBE}"/>
              </a:ext>
            </a:extLst>
          </p:cNvPr>
          <p:cNvGrpSpPr/>
          <p:nvPr/>
        </p:nvGrpSpPr>
        <p:grpSpPr>
          <a:xfrm>
            <a:off x="8921537" y="3280742"/>
            <a:ext cx="1001977" cy="955214"/>
            <a:chOff x="10367235" y="459876"/>
            <a:chExt cx="1001977" cy="955214"/>
          </a:xfrm>
        </p:grpSpPr>
        <p:sp>
          <p:nvSpPr>
            <p:cNvPr id="89" name="Cylinder 88">
              <a:extLst>
                <a:ext uri="{FF2B5EF4-FFF2-40B4-BE49-F238E27FC236}">
                  <a16:creationId xmlns:a16="http://schemas.microsoft.com/office/drawing/2014/main" id="{AE9F02FB-5EA5-D82C-EBD6-D47E4A052FB2}"/>
                </a:ext>
              </a:extLst>
            </p:cNvPr>
            <p:cNvSpPr/>
            <p:nvPr/>
          </p:nvSpPr>
          <p:spPr>
            <a:xfrm>
              <a:off x="10367235" y="459876"/>
              <a:ext cx="1001977" cy="955214"/>
            </a:xfrm>
            <a:prstGeom prst="can">
              <a:avLst>
                <a:gd name="adj" fmla="val 24270"/>
              </a:avLst>
            </a:prstGeom>
            <a:solidFill>
              <a:srgbClr val="FFFFFF"/>
            </a:solidFill>
            <a:ln w="19050" cap="flat">
              <a:solidFill>
                <a:schemeClr val="tx2">
                  <a:lumMod val="90000"/>
                </a:schemeClr>
              </a:solidFill>
              <a:prstDash val="solid"/>
              <a:miter/>
            </a:ln>
            <a:effectLst/>
          </p:spPr>
          <p:txBody>
            <a:bodyPr rtlCol="0" anchor="ctr"/>
            <a:lstStyle/>
            <a:p>
              <a:pPr algn="l"/>
              <a:endParaRPr lang="en-IN"/>
            </a:p>
          </p:txBody>
        </p:sp>
        <p:sp>
          <p:nvSpPr>
            <p:cNvPr id="90" name="TextBox 89">
              <a:extLst>
                <a:ext uri="{FF2B5EF4-FFF2-40B4-BE49-F238E27FC236}">
                  <a16:creationId xmlns:a16="http://schemas.microsoft.com/office/drawing/2014/main" id="{9CDA026F-1189-8B56-6D99-4822B417E5B0}"/>
                </a:ext>
              </a:extLst>
            </p:cNvPr>
            <p:cNvSpPr txBox="1"/>
            <p:nvPr/>
          </p:nvSpPr>
          <p:spPr>
            <a:xfrm>
              <a:off x="10417238" y="827652"/>
              <a:ext cx="884287" cy="400110"/>
            </a:xfrm>
            <a:prstGeom prst="rect">
              <a:avLst/>
            </a:prstGeom>
          </p:spPr>
          <p:txBody>
            <a:bodyPr wrap="square" rtlCol="0" anchor="t">
              <a:spAutoFit/>
            </a:bodyPr>
            <a:lstStyle/>
            <a:p>
              <a:pPr algn="ctr"/>
              <a:r>
                <a:rPr lang="en-US" sz="1000" b="1"/>
                <a:t>Vector</a:t>
              </a:r>
            </a:p>
            <a:p>
              <a:pPr algn="ctr"/>
              <a:r>
                <a:rPr lang="en-US" sz="1000" b="1"/>
                <a:t>DB</a:t>
              </a:r>
              <a:endParaRPr lang="en-IN" sz="1000" b="1"/>
            </a:p>
          </p:txBody>
        </p:sp>
      </p:grpSp>
      <p:cxnSp>
        <p:nvCxnSpPr>
          <p:cNvPr id="98" name="Connector: Elbow 97">
            <a:extLst>
              <a:ext uri="{FF2B5EF4-FFF2-40B4-BE49-F238E27FC236}">
                <a16:creationId xmlns:a16="http://schemas.microsoft.com/office/drawing/2014/main" id="{C580A716-1F07-7540-70A5-753CE342E0CF}"/>
              </a:ext>
            </a:extLst>
          </p:cNvPr>
          <p:cNvCxnSpPr>
            <a:cxnSpLocks/>
            <a:stCxn id="3" idx="2"/>
            <a:endCxn id="82" idx="1"/>
          </p:cNvCxnSpPr>
          <p:nvPr/>
        </p:nvCxnSpPr>
        <p:spPr bwMode="auto">
          <a:xfrm rot="5400000">
            <a:off x="6895572" y="1008832"/>
            <a:ext cx="890446" cy="3664060"/>
          </a:xfrm>
          <a:prstGeom prst="bentConnector3">
            <a:avLst>
              <a:gd name="adj1" fmla="val 50000"/>
            </a:avLst>
          </a:prstGeom>
          <a:noFill/>
          <a:ln w="28575" cap="flat" cmpd="sng" algn="ctr">
            <a:solidFill>
              <a:schemeClr val="accent4"/>
            </a:solidFill>
            <a:prstDash val="sysDash"/>
            <a:round/>
            <a:headEnd type="none" w="med" len="med"/>
            <a:tailEnd type="triangle"/>
          </a:ln>
          <a:effectLst/>
        </p:spPr>
      </p:cxnSp>
      <p:cxnSp>
        <p:nvCxnSpPr>
          <p:cNvPr id="102" name="Connector: Elbow 101">
            <a:extLst>
              <a:ext uri="{FF2B5EF4-FFF2-40B4-BE49-F238E27FC236}">
                <a16:creationId xmlns:a16="http://schemas.microsoft.com/office/drawing/2014/main" id="{9FB3C3B3-996E-FD6C-4138-D2076C28851B}"/>
              </a:ext>
            </a:extLst>
          </p:cNvPr>
          <p:cNvCxnSpPr>
            <a:cxnSpLocks/>
            <a:stCxn id="3" idx="2"/>
            <a:endCxn id="85" idx="1"/>
          </p:cNvCxnSpPr>
          <p:nvPr/>
        </p:nvCxnSpPr>
        <p:spPr bwMode="auto">
          <a:xfrm rot="5400000">
            <a:off x="7874013" y="1987273"/>
            <a:ext cx="890446" cy="1707179"/>
          </a:xfrm>
          <a:prstGeom prst="bentConnector3">
            <a:avLst>
              <a:gd name="adj1" fmla="val 50000"/>
            </a:avLst>
          </a:prstGeom>
          <a:noFill/>
          <a:ln w="28575" cap="flat" cmpd="sng" algn="ctr">
            <a:solidFill>
              <a:schemeClr val="accent4"/>
            </a:solidFill>
            <a:prstDash val="sysDash"/>
            <a:round/>
            <a:headEnd type="none" w="med" len="med"/>
            <a:tailEnd type="triangle"/>
          </a:ln>
          <a:effectLst/>
        </p:spPr>
      </p:cxnSp>
      <p:cxnSp>
        <p:nvCxnSpPr>
          <p:cNvPr id="105" name="Connector: Elbow 104">
            <a:extLst>
              <a:ext uri="{FF2B5EF4-FFF2-40B4-BE49-F238E27FC236}">
                <a16:creationId xmlns:a16="http://schemas.microsoft.com/office/drawing/2014/main" id="{7FB688A1-86D6-4B3F-EFC5-4882B9D711E8}"/>
              </a:ext>
            </a:extLst>
          </p:cNvPr>
          <p:cNvCxnSpPr>
            <a:cxnSpLocks/>
            <a:stCxn id="3" idx="2"/>
            <a:endCxn id="89" idx="1"/>
          </p:cNvCxnSpPr>
          <p:nvPr/>
        </p:nvCxnSpPr>
        <p:spPr bwMode="auto">
          <a:xfrm rot="16200000" flipH="1">
            <a:off x="8855124" y="2713339"/>
            <a:ext cx="885103" cy="249701"/>
          </a:xfrm>
          <a:prstGeom prst="bentConnector3">
            <a:avLst>
              <a:gd name="adj1" fmla="val 50000"/>
            </a:avLst>
          </a:prstGeom>
          <a:noFill/>
          <a:ln w="28575" cap="flat" cmpd="sng" algn="ctr">
            <a:solidFill>
              <a:schemeClr val="accent4"/>
            </a:solidFill>
            <a:prstDash val="sysDash"/>
            <a:round/>
            <a:headEnd type="triangle" w="med" len="med"/>
            <a:tailEnd type="triangle"/>
          </a:ln>
          <a:effectLst/>
        </p:spPr>
      </p:cxnSp>
      <p:cxnSp>
        <p:nvCxnSpPr>
          <p:cNvPr id="108" name="Connector: Elbow 107">
            <a:extLst>
              <a:ext uri="{FF2B5EF4-FFF2-40B4-BE49-F238E27FC236}">
                <a16:creationId xmlns:a16="http://schemas.microsoft.com/office/drawing/2014/main" id="{D40E9C2B-A339-BB95-8035-C125EC84F578}"/>
              </a:ext>
            </a:extLst>
          </p:cNvPr>
          <p:cNvCxnSpPr>
            <a:cxnSpLocks/>
            <a:stCxn id="3" idx="3"/>
            <a:endCxn id="23" idx="0"/>
          </p:cNvCxnSpPr>
          <p:nvPr/>
        </p:nvCxnSpPr>
        <p:spPr bwMode="auto">
          <a:xfrm>
            <a:off x="9980037" y="2017494"/>
            <a:ext cx="247773" cy="3038809"/>
          </a:xfrm>
          <a:prstGeom prst="bentConnector2">
            <a:avLst/>
          </a:prstGeom>
          <a:noFill/>
          <a:ln w="28575" cap="flat" cmpd="sng" algn="ctr">
            <a:solidFill>
              <a:schemeClr val="accent3"/>
            </a:solidFill>
            <a:prstDash val="solid"/>
            <a:round/>
            <a:headEnd type="none" w="med" len="med"/>
            <a:tailEnd type="triangle"/>
          </a:ln>
          <a:effectLst/>
        </p:spPr>
      </p:cxnSp>
      <p:sp>
        <p:nvSpPr>
          <p:cNvPr id="128" name="Rectangle: Rounded Corners 127">
            <a:extLst>
              <a:ext uri="{FF2B5EF4-FFF2-40B4-BE49-F238E27FC236}">
                <a16:creationId xmlns:a16="http://schemas.microsoft.com/office/drawing/2014/main" id="{40B88411-37BC-9BE9-CF34-7AB55E7BA4E4}"/>
              </a:ext>
            </a:extLst>
          </p:cNvPr>
          <p:cNvSpPr/>
          <p:nvPr/>
        </p:nvSpPr>
        <p:spPr>
          <a:xfrm>
            <a:off x="2859505" y="5056303"/>
            <a:ext cx="2248502" cy="877599"/>
          </a:xfrm>
          <a:prstGeom prst="roundRect">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Response Packaging</a:t>
            </a:r>
          </a:p>
          <a:p>
            <a:pPr algn="ctr"/>
            <a:r>
              <a:rPr lang="en-US" sz="1000"/>
              <a:t>Packaging based on Ontology from Knowledge Model</a:t>
            </a:r>
          </a:p>
        </p:txBody>
      </p:sp>
      <p:cxnSp>
        <p:nvCxnSpPr>
          <p:cNvPr id="131" name="Straight Arrow Connector 130">
            <a:extLst>
              <a:ext uri="{FF2B5EF4-FFF2-40B4-BE49-F238E27FC236}">
                <a16:creationId xmlns:a16="http://schemas.microsoft.com/office/drawing/2014/main" id="{1B9286AE-3FAE-42B2-4DAF-E1F8AB47BE8B}"/>
              </a:ext>
            </a:extLst>
          </p:cNvPr>
          <p:cNvCxnSpPr>
            <a:cxnSpLocks/>
            <a:stCxn id="11" idx="1"/>
            <a:endCxn id="128" idx="3"/>
          </p:cNvCxnSpPr>
          <p:nvPr/>
        </p:nvCxnSpPr>
        <p:spPr bwMode="auto">
          <a:xfrm flipH="1">
            <a:off x="5108007" y="5495102"/>
            <a:ext cx="674837" cy="1"/>
          </a:xfrm>
          <a:prstGeom prst="straightConnector1">
            <a:avLst/>
          </a:prstGeom>
          <a:noFill/>
          <a:ln w="28575" cap="flat" cmpd="sng" algn="ctr">
            <a:solidFill>
              <a:schemeClr val="accent3"/>
            </a:solidFill>
            <a:prstDash val="solid"/>
            <a:round/>
            <a:headEnd type="none" w="med" len="med"/>
            <a:tailEnd type="triangle"/>
          </a:ln>
          <a:effectLst/>
        </p:spPr>
      </p:cxnSp>
      <p:sp>
        <p:nvSpPr>
          <p:cNvPr id="153" name="Rectangle: Rounded Corners 152">
            <a:extLst>
              <a:ext uri="{FF2B5EF4-FFF2-40B4-BE49-F238E27FC236}">
                <a16:creationId xmlns:a16="http://schemas.microsoft.com/office/drawing/2014/main" id="{13C89EA3-4852-3343-8DE2-210236FD2806}"/>
              </a:ext>
            </a:extLst>
          </p:cNvPr>
          <p:cNvSpPr/>
          <p:nvPr/>
        </p:nvSpPr>
        <p:spPr>
          <a:xfrm>
            <a:off x="691334" y="4803248"/>
            <a:ext cx="1401145" cy="569907"/>
          </a:xfrm>
          <a:prstGeom prst="roundRect">
            <a:avLst>
              <a:gd name="adj" fmla="val 25016"/>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SDK</a:t>
            </a:r>
          </a:p>
          <a:p>
            <a:pPr algn="ctr"/>
            <a:r>
              <a:rPr lang="en-US" sz="1200" b="1"/>
              <a:t>Integration Layer</a:t>
            </a:r>
            <a:endParaRPr lang="en-IN" sz="1200" b="1"/>
          </a:p>
        </p:txBody>
      </p:sp>
      <p:sp>
        <p:nvSpPr>
          <p:cNvPr id="155" name="Rectangle: Rounded Corners 154">
            <a:extLst>
              <a:ext uri="{FF2B5EF4-FFF2-40B4-BE49-F238E27FC236}">
                <a16:creationId xmlns:a16="http://schemas.microsoft.com/office/drawing/2014/main" id="{75FAE140-0AA7-75F2-36B4-52AAAA593839}"/>
              </a:ext>
            </a:extLst>
          </p:cNvPr>
          <p:cNvSpPr/>
          <p:nvPr/>
        </p:nvSpPr>
        <p:spPr>
          <a:xfrm>
            <a:off x="653809" y="3317532"/>
            <a:ext cx="1401145" cy="891479"/>
          </a:xfrm>
          <a:prstGeom prst="roundRect">
            <a:avLst>
              <a:gd name="adj" fmla="val 25016"/>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Ingestion</a:t>
            </a:r>
          </a:p>
          <a:p>
            <a:pPr algn="ctr"/>
            <a:r>
              <a:rPr lang="en-US" sz="1200" b="1"/>
              <a:t>Layer</a:t>
            </a:r>
            <a:endParaRPr lang="en-IN" sz="1200" b="1"/>
          </a:p>
        </p:txBody>
      </p:sp>
      <p:cxnSp>
        <p:nvCxnSpPr>
          <p:cNvPr id="160" name="Straight Arrow Connector 159">
            <a:extLst>
              <a:ext uri="{FF2B5EF4-FFF2-40B4-BE49-F238E27FC236}">
                <a16:creationId xmlns:a16="http://schemas.microsoft.com/office/drawing/2014/main" id="{963A2301-086F-2580-A02F-0FEA1F979AEC}"/>
              </a:ext>
            </a:extLst>
          </p:cNvPr>
          <p:cNvCxnSpPr>
            <a:cxnSpLocks/>
            <a:stCxn id="155" idx="3"/>
            <a:endCxn id="140" idx="2"/>
          </p:cNvCxnSpPr>
          <p:nvPr/>
        </p:nvCxnSpPr>
        <p:spPr bwMode="auto">
          <a:xfrm>
            <a:off x="2054954" y="3763272"/>
            <a:ext cx="995941" cy="420"/>
          </a:xfrm>
          <a:prstGeom prst="straightConnector1">
            <a:avLst/>
          </a:prstGeom>
          <a:noFill/>
          <a:ln w="28575" cap="flat" cmpd="sng" algn="ctr">
            <a:solidFill>
              <a:schemeClr val="accent2"/>
            </a:solidFill>
            <a:prstDash val="solid"/>
            <a:round/>
            <a:headEnd type="none" w="med" len="med"/>
            <a:tailEnd type="triangle"/>
          </a:ln>
          <a:effectLst/>
        </p:spPr>
      </p:cxnSp>
      <p:cxnSp>
        <p:nvCxnSpPr>
          <p:cNvPr id="173" name="Connector: Elbow 172">
            <a:extLst>
              <a:ext uri="{FF2B5EF4-FFF2-40B4-BE49-F238E27FC236}">
                <a16:creationId xmlns:a16="http://schemas.microsoft.com/office/drawing/2014/main" id="{79C09304-4EDD-B3E4-06B9-7CBB50C26897}"/>
              </a:ext>
            </a:extLst>
          </p:cNvPr>
          <p:cNvCxnSpPr>
            <a:cxnSpLocks/>
            <a:stCxn id="155" idx="3"/>
            <a:endCxn id="82" idx="3"/>
          </p:cNvCxnSpPr>
          <p:nvPr/>
        </p:nvCxnSpPr>
        <p:spPr bwMode="auto">
          <a:xfrm>
            <a:off x="2054954" y="3763272"/>
            <a:ext cx="3453811" cy="478027"/>
          </a:xfrm>
          <a:prstGeom prst="bentConnector4">
            <a:avLst>
              <a:gd name="adj1" fmla="val 15348"/>
              <a:gd name="adj2" fmla="val 147822"/>
            </a:avLst>
          </a:prstGeom>
          <a:noFill/>
          <a:ln w="28575" cap="flat" cmpd="sng" algn="ctr">
            <a:solidFill>
              <a:schemeClr val="accent2"/>
            </a:solidFill>
            <a:prstDash val="solid"/>
            <a:round/>
            <a:headEnd type="none" w="med" len="med"/>
            <a:tailEnd type="triangle"/>
          </a:ln>
          <a:effectLst/>
        </p:spPr>
      </p:cxnSp>
      <p:cxnSp>
        <p:nvCxnSpPr>
          <p:cNvPr id="178" name="Connector: Elbow 177">
            <a:extLst>
              <a:ext uri="{FF2B5EF4-FFF2-40B4-BE49-F238E27FC236}">
                <a16:creationId xmlns:a16="http://schemas.microsoft.com/office/drawing/2014/main" id="{0773A7BC-FF8C-A7BB-4369-BC0BCD39B911}"/>
              </a:ext>
            </a:extLst>
          </p:cNvPr>
          <p:cNvCxnSpPr>
            <a:cxnSpLocks/>
            <a:stCxn id="155" idx="3"/>
            <a:endCxn id="85" idx="3"/>
          </p:cNvCxnSpPr>
          <p:nvPr/>
        </p:nvCxnSpPr>
        <p:spPr bwMode="auto">
          <a:xfrm>
            <a:off x="2054954" y="3763272"/>
            <a:ext cx="5410692" cy="478027"/>
          </a:xfrm>
          <a:prstGeom prst="bentConnector4">
            <a:avLst>
              <a:gd name="adj1" fmla="val 9998"/>
              <a:gd name="adj2" fmla="val 147822"/>
            </a:avLst>
          </a:prstGeom>
          <a:noFill/>
          <a:ln w="28575" cap="flat" cmpd="sng" algn="ctr">
            <a:solidFill>
              <a:schemeClr val="accent2"/>
            </a:solidFill>
            <a:prstDash val="solid"/>
            <a:round/>
            <a:headEnd type="none" w="med" len="med"/>
            <a:tailEnd type="triangle"/>
          </a:ln>
          <a:effectLst/>
        </p:spPr>
      </p:cxnSp>
      <p:cxnSp>
        <p:nvCxnSpPr>
          <p:cNvPr id="182" name="Connector: Elbow 181">
            <a:extLst>
              <a:ext uri="{FF2B5EF4-FFF2-40B4-BE49-F238E27FC236}">
                <a16:creationId xmlns:a16="http://schemas.microsoft.com/office/drawing/2014/main" id="{3B40FFC1-E9AE-C61D-CF2F-0A8ED82663B9}"/>
              </a:ext>
            </a:extLst>
          </p:cNvPr>
          <p:cNvCxnSpPr>
            <a:cxnSpLocks/>
            <a:stCxn id="155" idx="3"/>
            <a:endCxn id="89" idx="3"/>
          </p:cNvCxnSpPr>
          <p:nvPr/>
        </p:nvCxnSpPr>
        <p:spPr bwMode="auto">
          <a:xfrm>
            <a:off x="2054954" y="3763272"/>
            <a:ext cx="7367572" cy="472684"/>
          </a:xfrm>
          <a:prstGeom prst="bentConnector4">
            <a:avLst>
              <a:gd name="adj1" fmla="val 7202"/>
              <a:gd name="adj2" fmla="val 148362"/>
            </a:avLst>
          </a:prstGeom>
          <a:noFill/>
          <a:ln w="28575" cap="flat" cmpd="sng" algn="ctr">
            <a:solidFill>
              <a:schemeClr val="accent2"/>
            </a:solidFill>
            <a:prstDash val="solid"/>
            <a:round/>
            <a:headEnd type="none" w="med" len="med"/>
            <a:tailEnd type="triangle"/>
          </a:ln>
          <a:effectLst/>
        </p:spPr>
      </p:cxnSp>
      <p:cxnSp>
        <p:nvCxnSpPr>
          <p:cNvPr id="191" name="Connector: Elbow 190">
            <a:extLst>
              <a:ext uri="{FF2B5EF4-FFF2-40B4-BE49-F238E27FC236}">
                <a16:creationId xmlns:a16="http://schemas.microsoft.com/office/drawing/2014/main" id="{D98AE5C7-365C-86A9-4695-A082EEEE0429}"/>
              </a:ext>
            </a:extLst>
          </p:cNvPr>
          <p:cNvCxnSpPr>
            <a:cxnSpLocks/>
            <a:stCxn id="153" idx="0"/>
            <a:endCxn id="67" idx="1"/>
          </p:cNvCxnSpPr>
          <p:nvPr/>
        </p:nvCxnSpPr>
        <p:spPr bwMode="auto">
          <a:xfrm rot="16200000" flipV="1">
            <a:off x="-109261" y="3302079"/>
            <a:ext cx="2780625" cy="221713"/>
          </a:xfrm>
          <a:prstGeom prst="bentConnector4">
            <a:avLst>
              <a:gd name="adj1" fmla="val 2381"/>
              <a:gd name="adj2" fmla="val 481431"/>
            </a:avLst>
          </a:prstGeom>
          <a:noFill/>
          <a:ln w="28575" cap="flat" cmpd="sng" algn="ctr">
            <a:solidFill>
              <a:schemeClr val="accent3"/>
            </a:solidFill>
            <a:prstDash val="solid"/>
            <a:round/>
            <a:headEnd type="none" w="med" len="med"/>
            <a:tailEnd type="triangle"/>
          </a:ln>
          <a:effectLst/>
        </p:spPr>
      </p:cxnSp>
      <p:sp>
        <p:nvSpPr>
          <p:cNvPr id="211" name="Rectangle: Rounded Corners 210">
            <a:extLst>
              <a:ext uri="{FF2B5EF4-FFF2-40B4-BE49-F238E27FC236}">
                <a16:creationId xmlns:a16="http://schemas.microsoft.com/office/drawing/2014/main" id="{2C50C46F-E44E-D185-A8A7-2228F51C634C}"/>
              </a:ext>
            </a:extLst>
          </p:cNvPr>
          <p:cNvSpPr/>
          <p:nvPr/>
        </p:nvSpPr>
        <p:spPr>
          <a:xfrm>
            <a:off x="698739" y="5677495"/>
            <a:ext cx="1401145" cy="569907"/>
          </a:xfrm>
          <a:prstGeom prst="roundRect">
            <a:avLst>
              <a:gd name="adj" fmla="val 25016"/>
            </a:avLst>
          </a:prstGeom>
          <a:solidFill>
            <a:srgbClr val="FFFFFF"/>
          </a:solidFill>
          <a:ln w="19050" cap="flat">
            <a:solidFill>
              <a:schemeClr val="tx2">
                <a:lumMod val="90000"/>
              </a:schemeClr>
            </a:solidFill>
            <a:prstDash val="solid"/>
            <a:miter/>
          </a:ln>
          <a:effectLst/>
        </p:spPr>
        <p:txBody>
          <a:bodyPr rtlCol="0" anchor="ctr"/>
          <a:lstStyle/>
          <a:p>
            <a:pPr algn="ctr"/>
            <a:r>
              <a:rPr lang="en-US" sz="1200" b="1"/>
              <a:t>Agent</a:t>
            </a:r>
            <a:endParaRPr lang="en-IN" sz="1200" b="1"/>
          </a:p>
        </p:txBody>
      </p:sp>
      <p:cxnSp>
        <p:nvCxnSpPr>
          <p:cNvPr id="215" name="Straight Arrow Connector 214">
            <a:extLst>
              <a:ext uri="{FF2B5EF4-FFF2-40B4-BE49-F238E27FC236}">
                <a16:creationId xmlns:a16="http://schemas.microsoft.com/office/drawing/2014/main" id="{DB1A8083-3948-8CB6-8DFC-A7C4BB796C39}"/>
              </a:ext>
            </a:extLst>
          </p:cNvPr>
          <p:cNvCxnSpPr>
            <a:cxnSpLocks/>
            <a:stCxn id="211" idx="0"/>
            <a:endCxn id="153" idx="2"/>
          </p:cNvCxnSpPr>
          <p:nvPr/>
        </p:nvCxnSpPr>
        <p:spPr bwMode="auto">
          <a:xfrm flipH="1" flipV="1">
            <a:off x="1391907" y="5373155"/>
            <a:ext cx="7405" cy="304340"/>
          </a:xfrm>
          <a:prstGeom prst="straightConnector1">
            <a:avLst/>
          </a:prstGeom>
          <a:noFill/>
          <a:ln w="28575" cap="flat" cmpd="sng" algn="ctr">
            <a:solidFill>
              <a:schemeClr val="accent3"/>
            </a:solidFill>
            <a:prstDash val="solid"/>
            <a:round/>
            <a:headEnd type="none" w="med" len="med"/>
            <a:tailEnd type="triangle"/>
          </a:ln>
          <a:effectLst/>
        </p:spPr>
      </p:cxnSp>
      <p:cxnSp>
        <p:nvCxnSpPr>
          <p:cNvPr id="220" name="Connector: Elbow 219">
            <a:extLst>
              <a:ext uri="{FF2B5EF4-FFF2-40B4-BE49-F238E27FC236}">
                <a16:creationId xmlns:a16="http://schemas.microsoft.com/office/drawing/2014/main" id="{1E569085-B4BF-2B44-9766-F539AA40BDD2}"/>
              </a:ext>
            </a:extLst>
          </p:cNvPr>
          <p:cNvCxnSpPr>
            <a:cxnSpLocks/>
            <a:stCxn id="128" idx="1"/>
            <a:endCxn id="153" idx="3"/>
          </p:cNvCxnSpPr>
          <p:nvPr/>
        </p:nvCxnSpPr>
        <p:spPr bwMode="auto">
          <a:xfrm rot="10800000">
            <a:off x="2092479" y="5088203"/>
            <a:ext cx="767026" cy="406901"/>
          </a:xfrm>
          <a:prstGeom prst="bentConnector3">
            <a:avLst>
              <a:gd name="adj1" fmla="val 50000"/>
            </a:avLst>
          </a:prstGeom>
          <a:noFill/>
          <a:ln w="28575" cap="flat" cmpd="sng" algn="ctr">
            <a:solidFill>
              <a:schemeClr val="accent6">
                <a:lumMod val="50000"/>
              </a:schemeClr>
            </a:solidFill>
            <a:prstDash val="solid"/>
            <a:round/>
            <a:headEnd type="none" w="med" len="med"/>
            <a:tailEnd type="triangle"/>
          </a:ln>
          <a:effectLst/>
        </p:spPr>
      </p:cxnSp>
      <p:cxnSp>
        <p:nvCxnSpPr>
          <p:cNvPr id="233" name="Straight Arrow Connector 232">
            <a:extLst>
              <a:ext uri="{FF2B5EF4-FFF2-40B4-BE49-F238E27FC236}">
                <a16:creationId xmlns:a16="http://schemas.microsoft.com/office/drawing/2014/main" id="{43B0B331-5502-4AA0-AD25-605E90FAD31E}"/>
              </a:ext>
            </a:extLst>
          </p:cNvPr>
          <p:cNvCxnSpPr>
            <a:cxnSpLocks/>
          </p:cNvCxnSpPr>
          <p:nvPr/>
        </p:nvCxnSpPr>
        <p:spPr bwMode="auto">
          <a:xfrm flipH="1" flipV="1">
            <a:off x="1629371" y="5334162"/>
            <a:ext cx="7405" cy="304340"/>
          </a:xfrm>
          <a:prstGeom prst="straightConnector1">
            <a:avLst/>
          </a:prstGeom>
          <a:noFill/>
          <a:ln w="28575" cap="flat" cmpd="sng" algn="ctr">
            <a:solidFill>
              <a:schemeClr val="accent6">
                <a:lumMod val="50000"/>
              </a:schemeClr>
            </a:solidFill>
            <a:prstDash val="solid"/>
            <a:round/>
            <a:headEnd type="triangle" w="med" len="med"/>
            <a:tailEnd type="none"/>
          </a:ln>
          <a:effectLst/>
        </p:spPr>
      </p:cxnSp>
    </p:spTree>
    <p:extLst>
      <p:ext uri="{BB962C8B-B14F-4D97-AF65-F5344CB8AC3E}">
        <p14:creationId xmlns:p14="http://schemas.microsoft.com/office/powerpoint/2010/main" val="259121249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C5DDD-8BCB-4D07-D4D2-FA875810B723}"/>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CF70CD37-DA56-2279-03BB-44EAB154AEAB}"/>
              </a:ext>
            </a:extLst>
          </p:cNvPr>
          <p:cNvSpPr>
            <a:spLocks noGrp="1"/>
          </p:cNvSpPr>
          <p:nvPr>
            <p:ph type="body" sz="quarter" idx="10"/>
          </p:nvPr>
        </p:nvSpPr>
        <p:spPr/>
        <p:txBody>
          <a:bodyPr/>
          <a:lstStyle/>
          <a:p>
            <a:endParaRPr lang="en-IN"/>
          </a:p>
        </p:txBody>
      </p:sp>
      <p:sp>
        <p:nvSpPr>
          <p:cNvPr id="4" name="Text Placeholder 3">
            <a:extLst>
              <a:ext uri="{FF2B5EF4-FFF2-40B4-BE49-F238E27FC236}">
                <a16:creationId xmlns:a16="http://schemas.microsoft.com/office/drawing/2014/main" id="{4ADDEDD1-5A0B-FC5C-6CB6-101195D0C60C}"/>
              </a:ext>
            </a:extLst>
          </p:cNvPr>
          <p:cNvSpPr>
            <a:spLocks noGrp="1"/>
          </p:cNvSpPr>
          <p:nvPr>
            <p:ph type="body" sz="quarter" idx="16"/>
          </p:nvPr>
        </p:nvSpPr>
        <p:spPr/>
        <p:txBody>
          <a:bodyPr/>
          <a:lstStyle/>
          <a:p>
            <a:endParaRPr lang="en-IN"/>
          </a:p>
        </p:txBody>
      </p:sp>
      <p:pic>
        <p:nvPicPr>
          <p:cNvPr id="6" name="Picture 5">
            <a:extLst>
              <a:ext uri="{FF2B5EF4-FFF2-40B4-BE49-F238E27FC236}">
                <a16:creationId xmlns:a16="http://schemas.microsoft.com/office/drawing/2014/main" id="{02F2D1B8-D148-F183-CBCA-F16A7985A3CA}"/>
              </a:ext>
            </a:extLst>
          </p:cNvPr>
          <p:cNvPicPr>
            <a:picLocks noChangeAspect="1"/>
          </p:cNvPicPr>
          <p:nvPr/>
        </p:nvPicPr>
        <p:blipFill>
          <a:blip r:embed="rId2"/>
          <a:stretch>
            <a:fillRect/>
          </a:stretch>
        </p:blipFill>
        <p:spPr>
          <a:xfrm>
            <a:off x="7062" y="0"/>
            <a:ext cx="12177876" cy="6858000"/>
          </a:xfrm>
          <a:prstGeom prst="rect">
            <a:avLst/>
          </a:prstGeom>
        </p:spPr>
      </p:pic>
    </p:spTree>
    <p:extLst>
      <p:ext uri="{BB962C8B-B14F-4D97-AF65-F5344CB8AC3E}">
        <p14:creationId xmlns:p14="http://schemas.microsoft.com/office/powerpoint/2010/main" val="6077729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2B3B727B-99BF-297C-F68F-DC818C99A08D}"/>
              </a:ext>
            </a:extLst>
          </p:cNvPr>
          <p:cNvSpPr/>
          <p:nvPr/>
        </p:nvSpPr>
        <p:spPr>
          <a:xfrm>
            <a:off x="542926" y="1092392"/>
            <a:ext cx="11087100" cy="5171883"/>
          </a:xfrm>
          <a:prstGeom prst="roundRect">
            <a:avLst>
              <a:gd name="adj" fmla="val 1005"/>
            </a:avLst>
          </a:prstGeom>
          <a:solidFill>
            <a:srgbClr val="FFFFFF"/>
          </a:solidFill>
          <a:ln w="19050" cap="flat">
            <a:solidFill>
              <a:schemeClr val="tx2">
                <a:lumMod val="90000"/>
              </a:schemeClr>
            </a:solidFill>
            <a:prstDash val="solid"/>
            <a:miter/>
          </a:ln>
          <a:effectLst/>
        </p:spPr>
        <p:txBody>
          <a:bodyPr rtlCol="0" anchor="t"/>
          <a:lstStyle/>
          <a:p>
            <a:pPr marL="355600" indent="-355600">
              <a:buFont typeface="+mj-lt"/>
              <a:buAutoNum type="arabicPeriod"/>
            </a:pPr>
            <a:r>
              <a:rPr lang="en-US" sz="2000"/>
              <a:t>Knowledge Profile Model configuration complexity</a:t>
            </a:r>
          </a:p>
          <a:p>
            <a:pPr marL="355600" indent="-355600">
              <a:buFont typeface="+mj-lt"/>
              <a:buAutoNum type="arabicPeriod"/>
            </a:pPr>
            <a:r>
              <a:rPr lang="en-US" sz="2000"/>
              <a:t>Workflow for Continuous Ingestion – ADO Sync, GIT commits etc.</a:t>
            </a:r>
          </a:p>
          <a:p>
            <a:pPr marL="355600" indent="-355600">
              <a:buFont typeface="+mj-lt"/>
              <a:buAutoNum type="arabicPeriod"/>
            </a:pPr>
            <a:r>
              <a:rPr lang="en-US" sz="2000"/>
              <a:t>Entity Definition criteria / rule</a:t>
            </a:r>
          </a:p>
          <a:p>
            <a:pPr marL="355600" indent="-355600">
              <a:buFont typeface="+mj-lt"/>
              <a:buAutoNum type="arabicPeriod"/>
            </a:pPr>
            <a:r>
              <a:rPr lang="en-US" sz="2000"/>
              <a:t>Entity modification – how to modify ontology, graph, embeddings, metadata when some entity got deleted or modified</a:t>
            </a:r>
          </a:p>
          <a:p>
            <a:pPr marL="355600" indent="-355600">
              <a:buFont typeface="+mj-lt"/>
              <a:buAutoNum type="arabicPeriod"/>
            </a:pPr>
            <a:r>
              <a:rPr lang="en-US" sz="2000"/>
              <a:t>Ontology Explosion – how to control relationship edges. Relationship importance, confidence, frequency &amp; lifetime to be identified</a:t>
            </a:r>
          </a:p>
          <a:p>
            <a:pPr marL="355600" indent="-355600">
              <a:buFont typeface="+mj-lt"/>
              <a:buAutoNum type="arabicPeriod"/>
            </a:pPr>
            <a:r>
              <a:rPr lang="en-US" sz="2000"/>
              <a:t>Metadata explosion – Every chunk will have metadata, how to normalize metadata</a:t>
            </a:r>
          </a:p>
          <a:p>
            <a:pPr marL="355600" indent="-355600">
              <a:buFont typeface="+mj-lt"/>
              <a:buAutoNum type="arabicPeriod"/>
            </a:pPr>
            <a:r>
              <a:rPr lang="en-US" sz="2000"/>
              <a:t>Versioning of all knowledge</a:t>
            </a:r>
          </a:p>
          <a:p>
            <a:pPr marL="355600" indent="-355600">
              <a:buFont typeface="+mj-lt"/>
              <a:buAutoNum type="arabicPeriod"/>
            </a:pPr>
            <a:r>
              <a:rPr lang="en-US" sz="2000"/>
              <a:t>Processing cost – impact on processing incremental knowledge</a:t>
            </a:r>
          </a:p>
          <a:p>
            <a:pPr marL="355600" indent="-355600">
              <a:buFont typeface="+mj-lt"/>
              <a:buAutoNum type="arabicPeriod"/>
            </a:pPr>
            <a:r>
              <a:rPr lang="en-US" sz="2000"/>
              <a:t>Graph consistency – Maintaining Graph confidence &amp; provenance</a:t>
            </a:r>
          </a:p>
          <a:p>
            <a:pPr marL="355600" indent="-355600">
              <a:buFont typeface="+mj-lt"/>
              <a:buAutoNum type="arabicPeriod"/>
            </a:pPr>
            <a:r>
              <a:rPr lang="en-US" sz="2000"/>
              <a:t>Multi tenant Isolation – Isolation between different projects belongs to same Apps\</a:t>
            </a:r>
          </a:p>
          <a:p>
            <a:pPr marL="355600" indent="-355600">
              <a:buFont typeface="+mj-lt"/>
              <a:buAutoNum type="arabicPeriod"/>
            </a:pPr>
            <a:r>
              <a:rPr lang="en-US" sz="2000"/>
              <a:t>Ingestion Observability – Rejected Entities, Duplicate rate, Embedding Failures, Policy violations, Processing time, Graph growth, Chunk count, Confidence distribution</a:t>
            </a:r>
          </a:p>
          <a:p>
            <a:pPr marL="180975" indent="-180975">
              <a:buFont typeface="+mj-lt"/>
              <a:buAutoNum type="arabicPeriod"/>
            </a:pPr>
            <a:endParaRPr lang="en-US" sz="2000"/>
          </a:p>
          <a:p>
            <a:pPr marL="180975" indent="-180975">
              <a:buFont typeface="+mj-lt"/>
              <a:buAutoNum type="arabicPeriod"/>
            </a:pPr>
            <a:endParaRPr lang="en-US" sz="2000"/>
          </a:p>
          <a:p>
            <a:pPr marL="180975" indent="-180975">
              <a:buFont typeface="+mj-lt"/>
              <a:buAutoNum type="arabicPeriod"/>
            </a:pPr>
            <a:endParaRPr lang="en-US" sz="2000"/>
          </a:p>
          <a:p>
            <a:pPr marL="180975" indent="-180975">
              <a:buFont typeface="+mj-lt"/>
              <a:buAutoNum type="arabicPeriod"/>
            </a:pPr>
            <a:endParaRPr lang="en-IN" sz="2000"/>
          </a:p>
        </p:txBody>
      </p:sp>
      <p:sp>
        <p:nvSpPr>
          <p:cNvPr id="2" name="Title 1">
            <a:extLst>
              <a:ext uri="{FF2B5EF4-FFF2-40B4-BE49-F238E27FC236}">
                <a16:creationId xmlns:a16="http://schemas.microsoft.com/office/drawing/2014/main" id="{1CE92697-5E5E-ADE3-8181-7EDF1BC83AD9}"/>
              </a:ext>
            </a:extLst>
          </p:cNvPr>
          <p:cNvSpPr>
            <a:spLocks noGrp="1"/>
          </p:cNvSpPr>
          <p:nvPr>
            <p:ph type="title"/>
          </p:nvPr>
        </p:nvSpPr>
        <p:spPr>
          <a:xfrm>
            <a:off x="1044205" y="351138"/>
            <a:ext cx="10744985" cy="522579"/>
          </a:xfrm>
        </p:spPr>
        <p:txBody>
          <a:bodyPr/>
          <a:lstStyle/>
          <a:p>
            <a:r>
              <a:rPr lang="en-US"/>
              <a:t>Challenges – Ingestion Layer</a:t>
            </a:r>
            <a:endParaRPr lang="en-IN"/>
          </a:p>
        </p:txBody>
      </p:sp>
    </p:spTree>
    <p:extLst>
      <p:ext uri="{BB962C8B-B14F-4D97-AF65-F5344CB8AC3E}">
        <p14:creationId xmlns:p14="http://schemas.microsoft.com/office/powerpoint/2010/main" val="352247750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B8746-3C55-38E7-FEA6-5E7F5E0C8364}"/>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8143F7E-4C8E-EFA6-5804-BA6468A2FC97}"/>
              </a:ext>
            </a:extLst>
          </p:cNvPr>
          <p:cNvSpPr/>
          <p:nvPr/>
        </p:nvSpPr>
        <p:spPr>
          <a:xfrm>
            <a:off x="2775425" y="2225435"/>
            <a:ext cx="6962228" cy="1138504"/>
          </a:xfrm>
          <a:prstGeom prst="roundRect">
            <a:avLst>
              <a:gd name="adj" fmla="val 7733"/>
            </a:avLst>
          </a:prstGeom>
          <a:solidFill>
            <a:srgbClr val="EAF1FB"/>
          </a:solidFill>
          <a:ln w="19050" cap="flat">
            <a:solidFill>
              <a:schemeClr val="accent2"/>
            </a:solidFill>
            <a:prstDash val="solid"/>
            <a:miter/>
          </a:ln>
          <a:effectLst/>
        </p:spPr>
        <p:txBody>
          <a:bodyPr rtlCol="0" anchor="t"/>
          <a:lstStyle/>
          <a:p>
            <a:endParaRPr lang="en-IN" sz="1200" b="1"/>
          </a:p>
        </p:txBody>
      </p:sp>
      <p:sp>
        <p:nvSpPr>
          <p:cNvPr id="8" name="Rectangle: Rounded Corners 7">
            <a:extLst>
              <a:ext uri="{FF2B5EF4-FFF2-40B4-BE49-F238E27FC236}">
                <a16:creationId xmlns:a16="http://schemas.microsoft.com/office/drawing/2014/main" id="{AC2A85E4-BF40-0D0D-2582-E7D0FDFD2670}"/>
              </a:ext>
            </a:extLst>
          </p:cNvPr>
          <p:cNvSpPr/>
          <p:nvPr/>
        </p:nvSpPr>
        <p:spPr>
          <a:xfrm>
            <a:off x="5261559" y="1954224"/>
            <a:ext cx="1594945" cy="275721"/>
          </a:xfrm>
          <a:prstGeom prst="roundRect">
            <a:avLst>
              <a:gd name="adj" fmla="val 7733"/>
            </a:avLst>
          </a:prstGeom>
          <a:solidFill>
            <a:schemeClr val="bg1"/>
          </a:solidFill>
          <a:ln w="19050" cap="flat">
            <a:solidFill>
              <a:schemeClr val="accent2"/>
            </a:solidFill>
            <a:prstDash val="solid"/>
            <a:miter/>
          </a:ln>
          <a:effectLst/>
        </p:spPr>
        <p:txBody>
          <a:bodyPr rtlCol="0" anchor="ctr"/>
          <a:lstStyle/>
          <a:p>
            <a:pPr algn="ctr"/>
            <a:r>
              <a:rPr lang="en-US" sz="800" b="1"/>
              <a:t>Knowledge Profiles &amp; Storage</a:t>
            </a:r>
            <a:endParaRPr lang="en-IN" sz="800" b="1"/>
          </a:p>
        </p:txBody>
      </p:sp>
      <p:sp>
        <p:nvSpPr>
          <p:cNvPr id="10" name="Rectangle: Rounded Corners 9">
            <a:extLst>
              <a:ext uri="{FF2B5EF4-FFF2-40B4-BE49-F238E27FC236}">
                <a16:creationId xmlns:a16="http://schemas.microsoft.com/office/drawing/2014/main" id="{EC02977B-618E-731B-7DF3-EC6CE2D66032}"/>
              </a:ext>
            </a:extLst>
          </p:cNvPr>
          <p:cNvSpPr/>
          <p:nvPr/>
        </p:nvSpPr>
        <p:spPr>
          <a:xfrm>
            <a:off x="2932642" y="2385746"/>
            <a:ext cx="746781" cy="288329"/>
          </a:xfrm>
          <a:prstGeom prst="roundRect">
            <a:avLst>
              <a:gd name="adj" fmla="val 7733"/>
            </a:avLst>
          </a:prstGeom>
          <a:solidFill>
            <a:schemeClr val="bg1"/>
          </a:solidFill>
          <a:ln w="12700" cap="flat">
            <a:solidFill>
              <a:schemeClr val="accent2"/>
            </a:solidFill>
            <a:prstDash val="solid"/>
            <a:miter/>
          </a:ln>
          <a:effectLst/>
        </p:spPr>
        <p:txBody>
          <a:bodyPr rtlCol="0" anchor="ctr"/>
          <a:lstStyle/>
          <a:p>
            <a:pPr algn="ctr"/>
            <a:r>
              <a:rPr lang="en-US" sz="900" b="1"/>
              <a:t>Platforms</a:t>
            </a:r>
            <a:endParaRPr lang="en-IN" sz="900" b="1"/>
          </a:p>
        </p:txBody>
      </p:sp>
      <p:sp>
        <p:nvSpPr>
          <p:cNvPr id="20" name="Rectangle: Rounded Corners 19">
            <a:extLst>
              <a:ext uri="{FF2B5EF4-FFF2-40B4-BE49-F238E27FC236}">
                <a16:creationId xmlns:a16="http://schemas.microsoft.com/office/drawing/2014/main" id="{EC9D0100-5D12-4A98-0FE8-BCD3FC146FFA}"/>
              </a:ext>
            </a:extLst>
          </p:cNvPr>
          <p:cNvSpPr/>
          <p:nvPr/>
        </p:nvSpPr>
        <p:spPr>
          <a:xfrm>
            <a:off x="2771592" y="2836044"/>
            <a:ext cx="6962228" cy="524991"/>
          </a:xfrm>
          <a:prstGeom prst="roundRect">
            <a:avLst>
              <a:gd name="adj" fmla="val 7733"/>
            </a:avLst>
          </a:prstGeom>
          <a:solidFill>
            <a:schemeClr val="accent5">
              <a:lumMod val="20000"/>
              <a:lumOff val="80000"/>
            </a:schemeClr>
          </a:solidFill>
          <a:ln w="19050" cap="flat">
            <a:solidFill>
              <a:schemeClr val="accent2"/>
            </a:solidFill>
            <a:prstDash val="solid"/>
            <a:miter/>
          </a:ln>
          <a:effectLst/>
        </p:spPr>
        <p:txBody>
          <a:bodyPr rtlCol="0" anchor="t"/>
          <a:lstStyle/>
          <a:p>
            <a:endParaRPr lang="en-IN" sz="1200" b="1"/>
          </a:p>
        </p:txBody>
      </p:sp>
      <p:sp>
        <p:nvSpPr>
          <p:cNvPr id="22" name="Rectangle: Rounded Corners 21">
            <a:extLst>
              <a:ext uri="{FF2B5EF4-FFF2-40B4-BE49-F238E27FC236}">
                <a16:creationId xmlns:a16="http://schemas.microsoft.com/office/drawing/2014/main" id="{912BB26D-FCF6-C93D-E395-18808F584069}"/>
              </a:ext>
            </a:extLst>
          </p:cNvPr>
          <p:cNvSpPr/>
          <p:nvPr/>
        </p:nvSpPr>
        <p:spPr>
          <a:xfrm>
            <a:off x="5821780" y="2939350"/>
            <a:ext cx="644106" cy="330249"/>
          </a:xfrm>
          <a:prstGeom prst="roundRect">
            <a:avLst>
              <a:gd name="adj" fmla="val 7733"/>
            </a:avLst>
          </a:prstGeom>
          <a:solidFill>
            <a:schemeClr val="bg1">
              <a:lumMod val="95000"/>
            </a:schemeClr>
          </a:solidFill>
          <a:ln w="12700" cap="flat">
            <a:solidFill>
              <a:schemeClr val="accent2"/>
            </a:solidFill>
            <a:prstDash val="solid"/>
            <a:miter/>
          </a:ln>
          <a:effectLst/>
        </p:spPr>
        <p:txBody>
          <a:bodyPr rtlCol="0" anchor="ctr"/>
          <a:lstStyle/>
          <a:p>
            <a:pPr algn="ctr"/>
            <a:r>
              <a:rPr lang="en-US" sz="800" b="1" err="1"/>
              <a:t>MongoDb</a:t>
            </a:r>
            <a:endParaRPr lang="en-IN" sz="800" b="1"/>
          </a:p>
        </p:txBody>
      </p:sp>
      <p:sp>
        <p:nvSpPr>
          <p:cNvPr id="24" name="Rectangle: Rounded Corners 23">
            <a:extLst>
              <a:ext uri="{FF2B5EF4-FFF2-40B4-BE49-F238E27FC236}">
                <a16:creationId xmlns:a16="http://schemas.microsoft.com/office/drawing/2014/main" id="{89342860-E351-0B0F-A1EF-2E3BDA37034E}"/>
              </a:ext>
            </a:extLst>
          </p:cNvPr>
          <p:cNvSpPr/>
          <p:nvPr/>
        </p:nvSpPr>
        <p:spPr>
          <a:xfrm>
            <a:off x="7024984" y="2939350"/>
            <a:ext cx="800802" cy="330249"/>
          </a:xfrm>
          <a:prstGeom prst="roundRect">
            <a:avLst>
              <a:gd name="adj" fmla="val 7733"/>
            </a:avLst>
          </a:prstGeom>
          <a:solidFill>
            <a:schemeClr val="bg1">
              <a:lumMod val="95000"/>
            </a:schemeClr>
          </a:solidFill>
          <a:ln w="12700" cap="flat">
            <a:solidFill>
              <a:schemeClr val="accent2"/>
            </a:solidFill>
            <a:prstDash val="solid"/>
            <a:miter/>
          </a:ln>
          <a:effectLst/>
        </p:spPr>
        <p:txBody>
          <a:bodyPr rtlCol="0" anchor="ctr"/>
          <a:lstStyle/>
          <a:p>
            <a:pPr algn="ctr"/>
            <a:r>
              <a:rPr lang="en-US" sz="800" b="1" err="1"/>
              <a:t>Qdrant</a:t>
            </a:r>
            <a:r>
              <a:rPr lang="en-US" sz="800" b="1"/>
              <a:t> / </a:t>
            </a:r>
            <a:r>
              <a:rPr lang="en-US" sz="800" b="1" err="1"/>
              <a:t>AISearch</a:t>
            </a:r>
            <a:endParaRPr lang="en-IN" sz="800" b="1"/>
          </a:p>
        </p:txBody>
      </p:sp>
      <p:sp>
        <p:nvSpPr>
          <p:cNvPr id="26" name="Rectangle: Rounded Corners 25">
            <a:extLst>
              <a:ext uri="{FF2B5EF4-FFF2-40B4-BE49-F238E27FC236}">
                <a16:creationId xmlns:a16="http://schemas.microsoft.com/office/drawing/2014/main" id="{8820D03E-B2FF-3A46-FBDF-499D5B0D7A3B}"/>
              </a:ext>
            </a:extLst>
          </p:cNvPr>
          <p:cNvSpPr/>
          <p:nvPr/>
        </p:nvSpPr>
        <p:spPr>
          <a:xfrm>
            <a:off x="8384882" y="2939350"/>
            <a:ext cx="800802" cy="330249"/>
          </a:xfrm>
          <a:prstGeom prst="roundRect">
            <a:avLst>
              <a:gd name="adj" fmla="val 7733"/>
            </a:avLst>
          </a:prstGeom>
          <a:solidFill>
            <a:schemeClr val="bg1">
              <a:lumMod val="95000"/>
            </a:schemeClr>
          </a:solidFill>
          <a:ln w="12700" cap="flat">
            <a:solidFill>
              <a:schemeClr val="accent2"/>
            </a:solidFill>
            <a:prstDash val="solid"/>
            <a:miter/>
          </a:ln>
          <a:effectLst/>
        </p:spPr>
        <p:txBody>
          <a:bodyPr rtlCol="0" anchor="ctr"/>
          <a:lstStyle/>
          <a:p>
            <a:pPr algn="ctr"/>
            <a:r>
              <a:rPr lang="en-US" sz="800" b="1" err="1"/>
              <a:t>CosmosDb</a:t>
            </a:r>
            <a:r>
              <a:rPr lang="en-US" sz="800" b="1"/>
              <a:t> / Neo4j</a:t>
            </a:r>
            <a:endParaRPr lang="en-IN" sz="800" b="1"/>
          </a:p>
        </p:txBody>
      </p:sp>
      <p:sp>
        <p:nvSpPr>
          <p:cNvPr id="32" name="Rectangle: Rounded Corners 31">
            <a:extLst>
              <a:ext uri="{FF2B5EF4-FFF2-40B4-BE49-F238E27FC236}">
                <a16:creationId xmlns:a16="http://schemas.microsoft.com/office/drawing/2014/main" id="{CD6C3AC4-863C-BB7D-7529-6488507AA53B}"/>
              </a:ext>
            </a:extLst>
          </p:cNvPr>
          <p:cNvSpPr/>
          <p:nvPr/>
        </p:nvSpPr>
        <p:spPr>
          <a:xfrm>
            <a:off x="3101980" y="2939350"/>
            <a:ext cx="800802" cy="330249"/>
          </a:xfrm>
          <a:prstGeom prst="roundRect">
            <a:avLst>
              <a:gd name="adj" fmla="val 7733"/>
            </a:avLst>
          </a:prstGeom>
          <a:solidFill>
            <a:schemeClr val="bg1">
              <a:lumMod val="95000"/>
            </a:schemeClr>
          </a:solidFill>
          <a:ln w="12700" cap="flat">
            <a:solidFill>
              <a:schemeClr val="accent2"/>
            </a:solidFill>
            <a:prstDash val="solid"/>
            <a:miter/>
          </a:ln>
          <a:effectLst/>
        </p:spPr>
        <p:txBody>
          <a:bodyPr rtlCol="0" anchor="ctr"/>
          <a:lstStyle/>
          <a:p>
            <a:pPr algn="ctr"/>
            <a:r>
              <a:rPr lang="en-US" sz="800" b="1"/>
              <a:t>Blob storage</a:t>
            </a:r>
            <a:endParaRPr lang="en-IN" sz="800" b="1"/>
          </a:p>
        </p:txBody>
      </p:sp>
      <p:sp>
        <p:nvSpPr>
          <p:cNvPr id="34" name="Rectangle: Rounded Corners 33">
            <a:extLst>
              <a:ext uri="{FF2B5EF4-FFF2-40B4-BE49-F238E27FC236}">
                <a16:creationId xmlns:a16="http://schemas.microsoft.com/office/drawing/2014/main" id="{6BAF0912-285A-25F5-F7A7-31564A81BE02}"/>
              </a:ext>
            </a:extLst>
          </p:cNvPr>
          <p:cNvSpPr/>
          <p:nvPr/>
        </p:nvSpPr>
        <p:spPr>
          <a:xfrm>
            <a:off x="4224376" y="2385746"/>
            <a:ext cx="746781" cy="288329"/>
          </a:xfrm>
          <a:prstGeom prst="roundRect">
            <a:avLst>
              <a:gd name="adj" fmla="val 7733"/>
            </a:avLst>
          </a:prstGeom>
          <a:solidFill>
            <a:schemeClr val="bg1"/>
          </a:solidFill>
          <a:ln w="12700" cap="flat">
            <a:solidFill>
              <a:schemeClr val="accent2"/>
            </a:solidFill>
            <a:prstDash val="solid"/>
            <a:miter/>
          </a:ln>
          <a:effectLst/>
        </p:spPr>
        <p:txBody>
          <a:bodyPr rtlCol="0" anchor="ctr"/>
          <a:lstStyle/>
          <a:p>
            <a:pPr algn="ctr"/>
            <a:r>
              <a:rPr lang="en-US" sz="900" b="1"/>
              <a:t>Apps</a:t>
            </a:r>
            <a:endParaRPr lang="en-IN" sz="900" b="1"/>
          </a:p>
        </p:txBody>
      </p:sp>
      <p:sp>
        <p:nvSpPr>
          <p:cNvPr id="36" name="Rectangle: Rounded Corners 35">
            <a:extLst>
              <a:ext uri="{FF2B5EF4-FFF2-40B4-BE49-F238E27FC236}">
                <a16:creationId xmlns:a16="http://schemas.microsoft.com/office/drawing/2014/main" id="{7DE1FDFA-16FA-4DF3-6AD5-21308B73ABBA}"/>
              </a:ext>
            </a:extLst>
          </p:cNvPr>
          <p:cNvSpPr/>
          <p:nvPr/>
        </p:nvSpPr>
        <p:spPr>
          <a:xfrm>
            <a:off x="6965382" y="2385746"/>
            <a:ext cx="904319" cy="288329"/>
          </a:xfrm>
          <a:prstGeom prst="roundRect">
            <a:avLst>
              <a:gd name="adj" fmla="val 7733"/>
            </a:avLst>
          </a:prstGeom>
          <a:solidFill>
            <a:schemeClr val="bg1"/>
          </a:solidFill>
          <a:ln w="12700" cap="flat">
            <a:solidFill>
              <a:schemeClr val="accent2"/>
            </a:solidFill>
            <a:prstDash val="solid"/>
            <a:miter/>
          </a:ln>
          <a:effectLst/>
        </p:spPr>
        <p:txBody>
          <a:bodyPr rtlCol="0" anchor="ctr"/>
          <a:lstStyle/>
          <a:p>
            <a:pPr algn="ctr"/>
            <a:r>
              <a:rPr lang="en-US" sz="900" b="1"/>
              <a:t>Implemented Projects</a:t>
            </a:r>
            <a:endParaRPr lang="en-IN" sz="900" b="1"/>
          </a:p>
        </p:txBody>
      </p:sp>
      <p:sp>
        <p:nvSpPr>
          <p:cNvPr id="38" name="Rectangle: Rounded Corners 37">
            <a:extLst>
              <a:ext uri="{FF2B5EF4-FFF2-40B4-BE49-F238E27FC236}">
                <a16:creationId xmlns:a16="http://schemas.microsoft.com/office/drawing/2014/main" id="{6CAC1791-528A-4429-AE8B-F880854D9225}"/>
              </a:ext>
            </a:extLst>
          </p:cNvPr>
          <p:cNvSpPr/>
          <p:nvPr/>
        </p:nvSpPr>
        <p:spPr>
          <a:xfrm>
            <a:off x="8414654" y="2385746"/>
            <a:ext cx="904319" cy="288329"/>
          </a:xfrm>
          <a:prstGeom prst="roundRect">
            <a:avLst>
              <a:gd name="adj" fmla="val 7733"/>
            </a:avLst>
          </a:prstGeom>
          <a:solidFill>
            <a:schemeClr val="bg1"/>
          </a:solidFill>
          <a:ln w="12700" cap="flat">
            <a:solidFill>
              <a:schemeClr val="accent2"/>
            </a:solidFill>
            <a:prstDash val="solid"/>
            <a:miter/>
          </a:ln>
          <a:effectLst/>
        </p:spPr>
        <p:txBody>
          <a:bodyPr rtlCol="0" anchor="ctr"/>
          <a:lstStyle/>
          <a:p>
            <a:pPr algn="ctr"/>
            <a:r>
              <a:rPr lang="en-US" sz="900" b="1"/>
              <a:t>Code Repositories</a:t>
            </a:r>
            <a:endParaRPr lang="en-IN" sz="900" b="1"/>
          </a:p>
        </p:txBody>
      </p:sp>
      <p:sp>
        <p:nvSpPr>
          <p:cNvPr id="40" name="Rectangle: Rounded Corners 39">
            <a:extLst>
              <a:ext uri="{FF2B5EF4-FFF2-40B4-BE49-F238E27FC236}">
                <a16:creationId xmlns:a16="http://schemas.microsoft.com/office/drawing/2014/main" id="{51EDCC4D-3C04-D87A-2949-E67F5B6CBE35}"/>
              </a:ext>
            </a:extLst>
          </p:cNvPr>
          <p:cNvSpPr/>
          <p:nvPr/>
        </p:nvSpPr>
        <p:spPr>
          <a:xfrm>
            <a:off x="5516110" y="2385747"/>
            <a:ext cx="904319" cy="288330"/>
          </a:xfrm>
          <a:prstGeom prst="roundRect">
            <a:avLst>
              <a:gd name="adj" fmla="val 7733"/>
            </a:avLst>
          </a:prstGeom>
          <a:solidFill>
            <a:schemeClr val="bg1"/>
          </a:solidFill>
          <a:ln w="12700" cap="flat">
            <a:solidFill>
              <a:schemeClr val="accent2"/>
            </a:solidFill>
            <a:prstDash val="solid"/>
            <a:miter/>
          </a:ln>
          <a:effectLst/>
        </p:spPr>
        <p:txBody>
          <a:bodyPr rtlCol="0" anchor="ctr"/>
          <a:lstStyle/>
          <a:p>
            <a:pPr algn="ctr"/>
            <a:r>
              <a:rPr lang="en-US" sz="900" b="1"/>
              <a:t>Industry</a:t>
            </a:r>
            <a:endParaRPr lang="en-IN" sz="900" b="1"/>
          </a:p>
        </p:txBody>
      </p:sp>
      <p:sp>
        <p:nvSpPr>
          <p:cNvPr id="33" name="Rectangle: Rounded Corners 32">
            <a:extLst>
              <a:ext uri="{FF2B5EF4-FFF2-40B4-BE49-F238E27FC236}">
                <a16:creationId xmlns:a16="http://schemas.microsoft.com/office/drawing/2014/main" id="{F37ADCE1-9037-BD1F-89CB-9EAC70BDB423}"/>
              </a:ext>
            </a:extLst>
          </p:cNvPr>
          <p:cNvSpPr/>
          <p:nvPr/>
        </p:nvSpPr>
        <p:spPr>
          <a:xfrm>
            <a:off x="797169" y="415804"/>
            <a:ext cx="10699506" cy="1295683"/>
          </a:xfrm>
          <a:prstGeom prst="roundRect">
            <a:avLst>
              <a:gd name="adj" fmla="val 3519"/>
            </a:avLst>
          </a:prstGeom>
          <a:solidFill>
            <a:srgbClr val="FFFFFF"/>
          </a:solidFill>
          <a:ln w="19050" cap="flat">
            <a:solidFill>
              <a:schemeClr val="accent3">
                <a:lumMod val="50000"/>
              </a:schemeClr>
            </a:solidFill>
            <a:prstDash val="sysDash"/>
            <a:miter/>
          </a:ln>
          <a:effectLst/>
        </p:spPr>
        <p:txBody>
          <a:bodyPr rtlCol="0" anchor="ctr"/>
          <a:lstStyle/>
          <a:p>
            <a:pPr algn="l"/>
            <a:endParaRPr lang="en-IN"/>
          </a:p>
        </p:txBody>
      </p:sp>
      <p:sp>
        <p:nvSpPr>
          <p:cNvPr id="12" name="Rectangle: Rounded Corners 11">
            <a:extLst>
              <a:ext uri="{FF2B5EF4-FFF2-40B4-BE49-F238E27FC236}">
                <a16:creationId xmlns:a16="http://schemas.microsoft.com/office/drawing/2014/main" id="{86E90947-4572-993A-DFB0-C0CE2E4A212D}"/>
              </a:ext>
            </a:extLst>
          </p:cNvPr>
          <p:cNvSpPr/>
          <p:nvPr/>
        </p:nvSpPr>
        <p:spPr>
          <a:xfrm>
            <a:off x="940906" y="628259"/>
            <a:ext cx="1190406" cy="403107"/>
          </a:xfrm>
          <a:prstGeom prst="roundRect">
            <a:avLst>
              <a:gd name="adj" fmla="val 7733"/>
            </a:avLst>
          </a:prstGeom>
          <a:solidFill>
            <a:srgbClr val="EAF1FB"/>
          </a:solidFill>
          <a:ln w="19050" cap="flat">
            <a:solidFill>
              <a:schemeClr val="accent2"/>
            </a:solidFill>
            <a:prstDash val="solid"/>
            <a:miter/>
          </a:ln>
          <a:effectLst/>
        </p:spPr>
        <p:txBody>
          <a:bodyPr rtlCol="0" anchor="ctr"/>
          <a:lstStyle/>
          <a:p>
            <a:pPr algn="ctr"/>
            <a:r>
              <a:rPr lang="en-US" sz="700" b="1"/>
              <a:t>Entity Definitions</a:t>
            </a:r>
            <a:r>
              <a:rPr lang="en-US" sz="700"/>
              <a:t> (attributes of each entity)</a:t>
            </a:r>
          </a:p>
        </p:txBody>
      </p:sp>
      <p:sp>
        <p:nvSpPr>
          <p:cNvPr id="14" name="Rectangle: Rounded Corners 13">
            <a:extLst>
              <a:ext uri="{FF2B5EF4-FFF2-40B4-BE49-F238E27FC236}">
                <a16:creationId xmlns:a16="http://schemas.microsoft.com/office/drawing/2014/main" id="{BA2970E9-0667-7334-6DED-8D613FE64B25}"/>
              </a:ext>
            </a:extLst>
          </p:cNvPr>
          <p:cNvSpPr/>
          <p:nvPr/>
        </p:nvSpPr>
        <p:spPr>
          <a:xfrm>
            <a:off x="1005900" y="273255"/>
            <a:ext cx="1594945" cy="275721"/>
          </a:xfrm>
          <a:prstGeom prst="roundRect">
            <a:avLst>
              <a:gd name="adj" fmla="val 7733"/>
            </a:avLst>
          </a:prstGeom>
          <a:solidFill>
            <a:schemeClr val="bg1"/>
          </a:solidFill>
          <a:ln w="19050" cap="flat">
            <a:solidFill>
              <a:schemeClr val="accent2"/>
            </a:solidFill>
            <a:prstDash val="solid"/>
            <a:miter/>
          </a:ln>
          <a:effectLst/>
        </p:spPr>
        <p:txBody>
          <a:bodyPr rtlCol="0" anchor="ctr"/>
          <a:lstStyle/>
          <a:p>
            <a:pPr algn="ctr"/>
            <a:r>
              <a:rPr lang="en-US" sz="1200" b="1"/>
              <a:t>Ingestion Layer</a:t>
            </a:r>
            <a:endParaRPr lang="en-IN" sz="1200" b="1"/>
          </a:p>
        </p:txBody>
      </p:sp>
      <p:sp>
        <p:nvSpPr>
          <p:cNvPr id="5" name="Rectangle: Rounded Corners 4">
            <a:extLst>
              <a:ext uri="{FF2B5EF4-FFF2-40B4-BE49-F238E27FC236}">
                <a16:creationId xmlns:a16="http://schemas.microsoft.com/office/drawing/2014/main" id="{EC7797C7-11FA-64D5-EA67-F62620518F04}"/>
              </a:ext>
            </a:extLst>
          </p:cNvPr>
          <p:cNvSpPr/>
          <p:nvPr/>
        </p:nvSpPr>
        <p:spPr>
          <a:xfrm>
            <a:off x="940906" y="1163844"/>
            <a:ext cx="1190406" cy="403107"/>
          </a:xfrm>
          <a:prstGeom prst="roundRect">
            <a:avLst>
              <a:gd name="adj" fmla="val 7733"/>
            </a:avLst>
          </a:prstGeom>
          <a:solidFill>
            <a:srgbClr val="EAF1FB"/>
          </a:solidFill>
          <a:ln w="19050" cap="flat">
            <a:solidFill>
              <a:schemeClr val="accent2"/>
            </a:solidFill>
            <a:prstDash val="solid"/>
            <a:miter/>
          </a:ln>
          <a:effectLst/>
        </p:spPr>
        <p:txBody>
          <a:bodyPr rtlCol="0" anchor="ctr"/>
          <a:lstStyle/>
          <a:p>
            <a:pPr algn="ctr"/>
            <a:r>
              <a:rPr lang="en-US" sz="700" b="1"/>
              <a:t>Ontology</a:t>
            </a:r>
          </a:p>
          <a:p>
            <a:pPr algn="ctr"/>
            <a:r>
              <a:rPr lang="en-US" sz="700"/>
              <a:t>(Defines Entity types and relationship types)</a:t>
            </a:r>
          </a:p>
        </p:txBody>
      </p:sp>
      <p:sp>
        <p:nvSpPr>
          <p:cNvPr id="9" name="Rectangle: Rounded Corners 8">
            <a:extLst>
              <a:ext uri="{FF2B5EF4-FFF2-40B4-BE49-F238E27FC236}">
                <a16:creationId xmlns:a16="http://schemas.microsoft.com/office/drawing/2014/main" id="{695CACF3-7A5F-00A0-4270-36E6A75288B2}"/>
              </a:ext>
            </a:extLst>
          </p:cNvPr>
          <p:cNvSpPr/>
          <p:nvPr/>
        </p:nvSpPr>
        <p:spPr>
          <a:xfrm>
            <a:off x="2512784" y="639475"/>
            <a:ext cx="1190406" cy="403107"/>
          </a:xfrm>
          <a:prstGeom prst="roundRect">
            <a:avLst>
              <a:gd name="adj" fmla="val 7733"/>
            </a:avLst>
          </a:prstGeom>
          <a:solidFill>
            <a:srgbClr val="EAF1FB"/>
          </a:solidFill>
          <a:ln w="19050" cap="flat">
            <a:solidFill>
              <a:schemeClr val="accent2"/>
            </a:solidFill>
            <a:prstDash val="solid"/>
            <a:miter/>
          </a:ln>
          <a:effectLst/>
        </p:spPr>
        <p:txBody>
          <a:bodyPr rtlCol="0" anchor="ctr"/>
          <a:lstStyle/>
          <a:p>
            <a:pPr algn="ctr"/>
            <a:r>
              <a:rPr lang="en-US" sz="700" b="1"/>
              <a:t>Knowledge Profiles</a:t>
            </a:r>
          </a:p>
          <a:p>
            <a:pPr algn="ctr"/>
            <a:r>
              <a:rPr lang="en-US" sz="700"/>
              <a:t>(How each source should be ingested)</a:t>
            </a:r>
          </a:p>
        </p:txBody>
      </p:sp>
      <p:sp>
        <p:nvSpPr>
          <p:cNvPr id="13" name="Rectangle: Rounded Corners 12">
            <a:extLst>
              <a:ext uri="{FF2B5EF4-FFF2-40B4-BE49-F238E27FC236}">
                <a16:creationId xmlns:a16="http://schemas.microsoft.com/office/drawing/2014/main" id="{0ACE7551-E9BA-506B-B3DB-BE14678491E4}"/>
              </a:ext>
            </a:extLst>
          </p:cNvPr>
          <p:cNvSpPr/>
          <p:nvPr/>
        </p:nvSpPr>
        <p:spPr>
          <a:xfrm>
            <a:off x="2506777" y="1163193"/>
            <a:ext cx="1190406" cy="403107"/>
          </a:xfrm>
          <a:prstGeom prst="roundRect">
            <a:avLst>
              <a:gd name="adj" fmla="val 7733"/>
            </a:avLst>
          </a:prstGeom>
          <a:solidFill>
            <a:srgbClr val="EAF1FB"/>
          </a:solidFill>
          <a:ln w="19050" cap="flat">
            <a:solidFill>
              <a:schemeClr val="accent2"/>
            </a:solidFill>
            <a:prstDash val="solid"/>
            <a:miter/>
          </a:ln>
          <a:effectLst/>
        </p:spPr>
        <p:txBody>
          <a:bodyPr rtlCol="0" anchor="ctr"/>
          <a:lstStyle/>
          <a:p>
            <a:pPr algn="ctr"/>
            <a:r>
              <a:rPr lang="en-US" sz="700" b="1"/>
              <a:t>Extractors</a:t>
            </a:r>
          </a:p>
          <a:p>
            <a:pPr algn="ctr"/>
            <a:r>
              <a:rPr lang="en-US" sz="700"/>
              <a:t>(Convert source into entities)</a:t>
            </a:r>
          </a:p>
        </p:txBody>
      </p:sp>
      <p:sp>
        <p:nvSpPr>
          <p:cNvPr id="17" name="Rectangle: Rounded Corners 16">
            <a:extLst>
              <a:ext uri="{FF2B5EF4-FFF2-40B4-BE49-F238E27FC236}">
                <a16:creationId xmlns:a16="http://schemas.microsoft.com/office/drawing/2014/main" id="{C0A479CA-7625-0B97-8B61-B435B66D6AE8}"/>
              </a:ext>
            </a:extLst>
          </p:cNvPr>
          <p:cNvSpPr/>
          <p:nvPr/>
        </p:nvSpPr>
        <p:spPr>
          <a:xfrm>
            <a:off x="4058900" y="895853"/>
            <a:ext cx="1190406" cy="403107"/>
          </a:xfrm>
          <a:prstGeom prst="roundRect">
            <a:avLst>
              <a:gd name="adj" fmla="val 7733"/>
            </a:avLst>
          </a:prstGeom>
          <a:solidFill>
            <a:srgbClr val="EAF1FB"/>
          </a:solidFill>
          <a:ln w="19050" cap="flat">
            <a:solidFill>
              <a:schemeClr val="accent2"/>
            </a:solidFill>
            <a:prstDash val="solid"/>
            <a:miter/>
          </a:ln>
          <a:effectLst/>
        </p:spPr>
        <p:txBody>
          <a:bodyPr rtlCol="0" anchor="ctr"/>
          <a:lstStyle/>
          <a:p>
            <a:pPr algn="ctr"/>
            <a:r>
              <a:rPr lang="en-US" sz="700" b="1"/>
              <a:t>Entity Resolver</a:t>
            </a:r>
          </a:p>
          <a:p>
            <a:pPr algn="ctr"/>
            <a:r>
              <a:rPr lang="en-US" sz="700"/>
              <a:t>(Avoids Duplications)</a:t>
            </a:r>
          </a:p>
        </p:txBody>
      </p:sp>
      <p:sp>
        <p:nvSpPr>
          <p:cNvPr id="21" name="Rectangle: Rounded Corners 20">
            <a:extLst>
              <a:ext uri="{FF2B5EF4-FFF2-40B4-BE49-F238E27FC236}">
                <a16:creationId xmlns:a16="http://schemas.microsoft.com/office/drawing/2014/main" id="{F39BD495-450E-2F5F-9D1B-743A37439368}"/>
              </a:ext>
            </a:extLst>
          </p:cNvPr>
          <p:cNvSpPr/>
          <p:nvPr/>
        </p:nvSpPr>
        <p:spPr>
          <a:xfrm>
            <a:off x="5635553" y="895853"/>
            <a:ext cx="1190406" cy="403107"/>
          </a:xfrm>
          <a:prstGeom prst="roundRect">
            <a:avLst>
              <a:gd name="adj" fmla="val 7733"/>
            </a:avLst>
          </a:prstGeom>
          <a:solidFill>
            <a:srgbClr val="EAF1FB"/>
          </a:solidFill>
          <a:ln w="19050" cap="flat">
            <a:solidFill>
              <a:schemeClr val="accent2"/>
            </a:solidFill>
            <a:prstDash val="solid"/>
            <a:miter/>
          </a:ln>
          <a:effectLst/>
        </p:spPr>
        <p:txBody>
          <a:bodyPr rtlCol="0" anchor="ctr"/>
          <a:lstStyle/>
          <a:p>
            <a:pPr algn="ctr"/>
            <a:r>
              <a:rPr lang="en-US" sz="700" b="1"/>
              <a:t>Relationship Builder</a:t>
            </a:r>
          </a:p>
          <a:p>
            <a:pPr algn="ctr"/>
            <a:r>
              <a:rPr lang="en-US" sz="700"/>
              <a:t>(Link Entities together)</a:t>
            </a:r>
          </a:p>
        </p:txBody>
      </p:sp>
      <p:sp>
        <p:nvSpPr>
          <p:cNvPr id="25" name="Rectangle: Rounded Corners 24">
            <a:extLst>
              <a:ext uri="{FF2B5EF4-FFF2-40B4-BE49-F238E27FC236}">
                <a16:creationId xmlns:a16="http://schemas.microsoft.com/office/drawing/2014/main" id="{F49D5386-0219-AB91-45FA-1E7B79E6F7D2}"/>
              </a:ext>
            </a:extLst>
          </p:cNvPr>
          <p:cNvSpPr/>
          <p:nvPr/>
        </p:nvSpPr>
        <p:spPr>
          <a:xfrm>
            <a:off x="9029602" y="862091"/>
            <a:ext cx="1545021" cy="470630"/>
          </a:xfrm>
          <a:prstGeom prst="roundRect">
            <a:avLst>
              <a:gd name="adj" fmla="val 7733"/>
            </a:avLst>
          </a:prstGeom>
          <a:solidFill>
            <a:srgbClr val="EAF1FB"/>
          </a:solidFill>
          <a:ln w="19050" cap="flat">
            <a:solidFill>
              <a:schemeClr val="accent2"/>
            </a:solidFill>
            <a:prstDash val="solid"/>
            <a:miter/>
          </a:ln>
          <a:effectLst/>
        </p:spPr>
        <p:txBody>
          <a:bodyPr rtlCol="0" anchor="ctr"/>
          <a:lstStyle/>
          <a:p>
            <a:pPr algn="ctr"/>
            <a:r>
              <a:rPr lang="en-US" sz="700" b="1"/>
              <a:t>Indexing Services</a:t>
            </a:r>
          </a:p>
          <a:p>
            <a:pPr algn="ctr"/>
            <a:r>
              <a:rPr lang="en-US" sz="700"/>
              <a:t>(Metadata index, </a:t>
            </a:r>
            <a:r>
              <a:rPr lang="en-US" sz="700" err="1"/>
              <a:t>KnowledgeGraph</a:t>
            </a:r>
            <a:r>
              <a:rPr lang="en-US" sz="700"/>
              <a:t>, Vector index, SQL index, API index)</a:t>
            </a:r>
          </a:p>
        </p:txBody>
      </p:sp>
      <p:sp>
        <p:nvSpPr>
          <p:cNvPr id="29" name="Rectangle: Rounded Corners 28">
            <a:extLst>
              <a:ext uri="{FF2B5EF4-FFF2-40B4-BE49-F238E27FC236}">
                <a16:creationId xmlns:a16="http://schemas.microsoft.com/office/drawing/2014/main" id="{4FE63FE1-94A8-EDD1-D9B9-CD4E27816DCF}"/>
              </a:ext>
            </a:extLst>
          </p:cNvPr>
          <p:cNvSpPr/>
          <p:nvPr/>
        </p:nvSpPr>
        <p:spPr>
          <a:xfrm>
            <a:off x="7320631" y="895853"/>
            <a:ext cx="1190406" cy="403107"/>
          </a:xfrm>
          <a:prstGeom prst="roundRect">
            <a:avLst>
              <a:gd name="adj" fmla="val 7733"/>
            </a:avLst>
          </a:prstGeom>
          <a:solidFill>
            <a:srgbClr val="EAF1FB"/>
          </a:solidFill>
          <a:ln w="19050" cap="flat">
            <a:solidFill>
              <a:schemeClr val="accent2"/>
            </a:solidFill>
            <a:prstDash val="solid"/>
            <a:miter/>
          </a:ln>
          <a:effectLst/>
        </p:spPr>
        <p:txBody>
          <a:bodyPr rtlCol="0" anchor="ctr"/>
          <a:lstStyle/>
          <a:p>
            <a:pPr algn="ctr"/>
            <a:r>
              <a:rPr lang="en-US" sz="700" b="1"/>
              <a:t>Policy Engine</a:t>
            </a:r>
          </a:p>
          <a:p>
            <a:pPr algn="ctr"/>
            <a:r>
              <a:rPr lang="en-US" sz="700"/>
              <a:t>(Write time governance)</a:t>
            </a:r>
          </a:p>
        </p:txBody>
      </p:sp>
      <p:sp>
        <p:nvSpPr>
          <p:cNvPr id="55" name="Rectangle: Rounded Corners 54">
            <a:extLst>
              <a:ext uri="{FF2B5EF4-FFF2-40B4-BE49-F238E27FC236}">
                <a16:creationId xmlns:a16="http://schemas.microsoft.com/office/drawing/2014/main" id="{D93F3DDF-9702-C680-E3F4-9B61FFE142EA}"/>
              </a:ext>
            </a:extLst>
          </p:cNvPr>
          <p:cNvSpPr/>
          <p:nvPr/>
        </p:nvSpPr>
        <p:spPr>
          <a:xfrm>
            <a:off x="797169" y="3649322"/>
            <a:ext cx="10699506" cy="1295683"/>
          </a:xfrm>
          <a:prstGeom prst="roundRect">
            <a:avLst>
              <a:gd name="adj" fmla="val 3519"/>
            </a:avLst>
          </a:prstGeom>
          <a:solidFill>
            <a:srgbClr val="FFFFFF"/>
          </a:solidFill>
          <a:ln w="19050" cap="flat">
            <a:solidFill>
              <a:schemeClr val="accent3">
                <a:lumMod val="50000"/>
              </a:schemeClr>
            </a:solidFill>
            <a:prstDash val="sysDash"/>
            <a:miter/>
          </a:ln>
          <a:effectLst/>
        </p:spPr>
        <p:txBody>
          <a:bodyPr rtlCol="0" anchor="ctr"/>
          <a:lstStyle/>
          <a:p>
            <a:pPr algn="l"/>
            <a:endParaRPr lang="en-IN"/>
          </a:p>
        </p:txBody>
      </p:sp>
      <p:sp>
        <p:nvSpPr>
          <p:cNvPr id="18" name="Rectangle: Rounded Corners 17">
            <a:extLst>
              <a:ext uri="{FF2B5EF4-FFF2-40B4-BE49-F238E27FC236}">
                <a16:creationId xmlns:a16="http://schemas.microsoft.com/office/drawing/2014/main" id="{EDA67771-F835-6F53-8E0E-29DDB02FE71A}"/>
              </a:ext>
            </a:extLst>
          </p:cNvPr>
          <p:cNvSpPr/>
          <p:nvPr/>
        </p:nvSpPr>
        <p:spPr>
          <a:xfrm>
            <a:off x="1050570" y="3510736"/>
            <a:ext cx="1327749" cy="233775"/>
          </a:xfrm>
          <a:prstGeom prst="roundRect">
            <a:avLst>
              <a:gd name="adj" fmla="val 7733"/>
            </a:avLst>
          </a:prstGeom>
          <a:solidFill>
            <a:schemeClr val="bg1"/>
          </a:solidFill>
          <a:ln w="19050" cap="flat">
            <a:solidFill>
              <a:schemeClr val="accent2"/>
            </a:solidFill>
            <a:prstDash val="solid"/>
            <a:miter/>
          </a:ln>
          <a:effectLst/>
        </p:spPr>
        <p:txBody>
          <a:bodyPr rtlCol="0" anchor="ctr"/>
          <a:lstStyle/>
          <a:p>
            <a:pPr algn="ctr"/>
            <a:r>
              <a:rPr lang="en-US" sz="1200" b="1"/>
              <a:t>Retrieval Layer</a:t>
            </a:r>
            <a:endParaRPr lang="en-IN" sz="1200" b="1"/>
          </a:p>
        </p:txBody>
      </p:sp>
      <p:sp>
        <p:nvSpPr>
          <p:cNvPr id="37" name="Rectangle: Rounded Corners 36">
            <a:extLst>
              <a:ext uri="{FF2B5EF4-FFF2-40B4-BE49-F238E27FC236}">
                <a16:creationId xmlns:a16="http://schemas.microsoft.com/office/drawing/2014/main" id="{A3AC8575-57BD-4091-EEB4-006B51EF9255}"/>
              </a:ext>
            </a:extLst>
          </p:cNvPr>
          <p:cNvSpPr/>
          <p:nvPr/>
        </p:nvSpPr>
        <p:spPr>
          <a:xfrm>
            <a:off x="940906" y="4478277"/>
            <a:ext cx="851842" cy="403107"/>
          </a:xfrm>
          <a:prstGeom prst="roundRect">
            <a:avLst>
              <a:gd name="adj" fmla="val 7733"/>
            </a:avLst>
          </a:prstGeom>
          <a:solidFill>
            <a:srgbClr val="EAF1FB"/>
          </a:solidFill>
          <a:ln w="19050" cap="flat">
            <a:solidFill>
              <a:schemeClr val="accent2"/>
            </a:solidFill>
            <a:prstDash val="solid"/>
            <a:miter/>
          </a:ln>
          <a:effectLst/>
        </p:spPr>
        <p:txBody>
          <a:bodyPr rtlCol="0" anchor="ctr"/>
          <a:lstStyle/>
          <a:p>
            <a:pPr algn="ctr"/>
            <a:r>
              <a:rPr lang="en-US" sz="700" b="1"/>
              <a:t>Orchestrator / Query Understanding</a:t>
            </a:r>
            <a:endParaRPr lang="en-US" sz="700"/>
          </a:p>
        </p:txBody>
      </p:sp>
      <p:sp>
        <p:nvSpPr>
          <p:cNvPr id="41" name="Rectangle: Rounded Corners 40">
            <a:extLst>
              <a:ext uri="{FF2B5EF4-FFF2-40B4-BE49-F238E27FC236}">
                <a16:creationId xmlns:a16="http://schemas.microsoft.com/office/drawing/2014/main" id="{A42BC42D-81E3-275C-F6DB-2C9589A736FC}"/>
              </a:ext>
            </a:extLst>
          </p:cNvPr>
          <p:cNvSpPr/>
          <p:nvPr/>
        </p:nvSpPr>
        <p:spPr>
          <a:xfrm>
            <a:off x="940906" y="3862246"/>
            <a:ext cx="851842" cy="403107"/>
          </a:xfrm>
          <a:prstGeom prst="roundRect">
            <a:avLst>
              <a:gd name="adj" fmla="val 7733"/>
            </a:avLst>
          </a:prstGeom>
          <a:solidFill>
            <a:srgbClr val="EAF1FB"/>
          </a:solidFill>
          <a:ln w="19050" cap="flat">
            <a:solidFill>
              <a:schemeClr val="accent2"/>
            </a:solidFill>
            <a:prstDash val="solid"/>
            <a:miter/>
          </a:ln>
          <a:effectLst/>
        </p:spPr>
        <p:txBody>
          <a:bodyPr rtlCol="0" anchor="ctr"/>
          <a:lstStyle/>
          <a:p>
            <a:pPr algn="ctr"/>
            <a:r>
              <a:rPr lang="en-US" sz="700" b="1"/>
              <a:t>Identity &amp; Context</a:t>
            </a:r>
            <a:endParaRPr lang="en-US" sz="700"/>
          </a:p>
        </p:txBody>
      </p:sp>
      <p:sp>
        <p:nvSpPr>
          <p:cNvPr id="43" name="Rectangle: Rounded Corners 42">
            <a:extLst>
              <a:ext uri="{FF2B5EF4-FFF2-40B4-BE49-F238E27FC236}">
                <a16:creationId xmlns:a16="http://schemas.microsoft.com/office/drawing/2014/main" id="{5DA979D5-8780-6225-03F8-CFD8583A3AFF}"/>
              </a:ext>
            </a:extLst>
          </p:cNvPr>
          <p:cNvSpPr/>
          <p:nvPr/>
        </p:nvSpPr>
        <p:spPr>
          <a:xfrm>
            <a:off x="2171922" y="4129805"/>
            <a:ext cx="1207819" cy="403107"/>
          </a:xfrm>
          <a:prstGeom prst="roundRect">
            <a:avLst>
              <a:gd name="adj" fmla="val 7733"/>
            </a:avLst>
          </a:prstGeom>
          <a:solidFill>
            <a:srgbClr val="EAF1FB"/>
          </a:solidFill>
          <a:ln w="19050" cap="flat">
            <a:solidFill>
              <a:schemeClr val="accent2"/>
            </a:solidFill>
            <a:prstDash val="solid"/>
            <a:miter/>
          </a:ln>
          <a:effectLst/>
        </p:spPr>
        <p:txBody>
          <a:bodyPr rtlCol="0" anchor="ctr"/>
          <a:lstStyle/>
          <a:p>
            <a:pPr algn="ctr"/>
            <a:r>
              <a:rPr lang="en-US" sz="700" b="1"/>
              <a:t>Policy Engine</a:t>
            </a:r>
          </a:p>
          <a:p>
            <a:pPr algn="ctr"/>
            <a:r>
              <a:rPr lang="en-US" sz="700"/>
              <a:t>(Read time governance)</a:t>
            </a:r>
          </a:p>
        </p:txBody>
      </p:sp>
      <p:sp>
        <p:nvSpPr>
          <p:cNvPr id="45" name="Rectangle: Rounded Corners 44">
            <a:extLst>
              <a:ext uri="{FF2B5EF4-FFF2-40B4-BE49-F238E27FC236}">
                <a16:creationId xmlns:a16="http://schemas.microsoft.com/office/drawing/2014/main" id="{4E9A2BB9-98DC-1B25-5112-F90B9FDC82A8}"/>
              </a:ext>
            </a:extLst>
          </p:cNvPr>
          <p:cNvSpPr/>
          <p:nvPr/>
        </p:nvSpPr>
        <p:spPr>
          <a:xfrm>
            <a:off x="3729124" y="4129805"/>
            <a:ext cx="1401383" cy="403107"/>
          </a:xfrm>
          <a:prstGeom prst="roundRect">
            <a:avLst>
              <a:gd name="adj" fmla="val 7733"/>
            </a:avLst>
          </a:prstGeom>
          <a:solidFill>
            <a:srgbClr val="EAF1FB"/>
          </a:solidFill>
          <a:ln w="19050" cap="flat">
            <a:solidFill>
              <a:schemeClr val="accent2"/>
            </a:solidFill>
            <a:prstDash val="solid"/>
            <a:miter/>
          </a:ln>
          <a:effectLst/>
        </p:spPr>
        <p:txBody>
          <a:bodyPr rtlCol="0" anchor="ctr"/>
          <a:lstStyle/>
          <a:p>
            <a:pPr algn="ctr"/>
            <a:r>
              <a:rPr lang="en-US" sz="700" b="1"/>
              <a:t>Retrieval Strategy Planner</a:t>
            </a:r>
          </a:p>
          <a:p>
            <a:pPr algn="ctr"/>
            <a:r>
              <a:rPr lang="en-US" sz="700"/>
              <a:t>(Vector Search, </a:t>
            </a:r>
            <a:r>
              <a:rPr lang="en-US" sz="700" err="1"/>
              <a:t>GraphDb</a:t>
            </a:r>
            <a:r>
              <a:rPr lang="en-US" sz="700"/>
              <a:t> Traversal, Metadata Search)</a:t>
            </a:r>
          </a:p>
        </p:txBody>
      </p:sp>
      <p:sp>
        <p:nvSpPr>
          <p:cNvPr id="47" name="Rectangle: Rounded Corners 46">
            <a:extLst>
              <a:ext uri="{FF2B5EF4-FFF2-40B4-BE49-F238E27FC236}">
                <a16:creationId xmlns:a16="http://schemas.microsoft.com/office/drawing/2014/main" id="{C6140475-4BA7-3BE4-EA56-B8F16C4A3D9C}"/>
              </a:ext>
            </a:extLst>
          </p:cNvPr>
          <p:cNvSpPr/>
          <p:nvPr/>
        </p:nvSpPr>
        <p:spPr>
          <a:xfrm>
            <a:off x="5479890" y="4129805"/>
            <a:ext cx="1207819" cy="403107"/>
          </a:xfrm>
          <a:prstGeom prst="roundRect">
            <a:avLst>
              <a:gd name="adj" fmla="val 7733"/>
            </a:avLst>
          </a:prstGeom>
          <a:solidFill>
            <a:srgbClr val="EAF1FB"/>
          </a:solidFill>
          <a:ln w="19050" cap="flat">
            <a:solidFill>
              <a:schemeClr val="accent2"/>
            </a:solidFill>
            <a:prstDash val="solid"/>
            <a:miter/>
          </a:ln>
          <a:effectLst/>
        </p:spPr>
        <p:txBody>
          <a:bodyPr rtlCol="0" anchor="ctr"/>
          <a:lstStyle/>
          <a:p>
            <a:pPr algn="ctr"/>
            <a:r>
              <a:rPr lang="en-US" sz="700" b="1"/>
              <a:t>Knowledge Fusion</a:t>
            </a:r>
          </a:p>
        </p:txBody>
      </p:sp>
      <p:sp>
        <p:nvSpPr>
          <p:cNvPr id="49" name="Rectangle: Rounded Corners 48">
            <a:extLst>
              <a:ext uri="{FF2B5EF4-FFF2-40B4-BE49-F238E27FC236}">
                <a16:creationId xmlns:a16="http://schemas.microsoft.com/office/drawing/2014/main" id="{96919E2E-168B-CFF8-EDA4-96F991D10B29}"/>
              </a:ext>
            </a:extLst>
          </p:cNvPr>
          <p:cNvSpPr/>
          <p:nvPr/>
        </p:nvSpPr>
        <p:spPr>
          <a:xfrm>
            <a:off x="7037092" y="4129805"/>
            <a:ext cx="1207819" cy="403107"/>
          </a:xfrm>
          <a:prstGeom prst="roundRect">
            <a:avLst>
              <a:gd name="adj" fmla="val 7733"/>
            </a:avLst>
          </a:prstGeom>
          <a:solidFill>
            <a:srgbClr val="EAF1FB"/>
          </a:solidFill>
          <a:ln w="19050" cap="flat">
            <a:solidFill>
              <a:schemeClr val="accent2"/>
            </a:solidFill>
            <a:prstDash val="solid"/>
            <a:miter/>
          </a:ln>
          <a:effectLst/>
        </p:spPr>
        <p:txBody>
          <a:bodyPr rtlCol="0" anchor="ctr"/>
          <a:lstStyle/>
          <a:p>
            <a:pPr algn="ctr"/>
            <a:r>
              <a:rPr lang="en-US" sz="700" b="1"/>
              <a:t>Ranking &amp; Re-ranking</a:t>
            </a:r>
          </a:p>
          <a:p>
            <a:pPr algn="ctr"/>
            <a:r>
              <a:rPr lang="en-US" sz="700"/>
              <a:t>(Ranking factors)</a:t>
            </a:r>
          </a:p>
        </p:txBody>
      </p:sp>
      <p:sp>
        <p:nvSpPr>
          <p:cNvPr id="51" name="Rectangle: Rounded Corners 50">
            <a:extLst>
              <a:ext uri="{FF2B5EF4-FFF2-40B4-BE49-F238E27FC236}">
                <a16:creationId xmlns:a16="http://schemas.microsoft.com/office/drawing/2014/main" id="{F18E936A-4DC4-816B-4C95-C33896D0B4C3}"/>
              </a:ext>
            </a:extLst>
          </p:cNvPr>
          <p:cNvSpPr/>
          <p:nvPr/>
        </p:nvSpPr>
        <p:spPr>
          <a:xfrm>
            <a:off x="8594294" y="4139330"/>
            <a:ext cx="1207819" cy="381092"/>
          </a:xfrm>
          <a:prstGeom prst="roundRect">
            <a:avLst>
              <a:gd name="adj" fmla="val 7733"/>
            </a:avLst>
          </a:prstGeom>
          <a:solidFill>
            <a:srgbClr val="EAF1FB"/>
          </a:solidFill>
          <a:ln w="19050" cap="flat">
            <a:solidFill>
              <a:schemeClr val="accent2"/>
            </a:solidFill>
            <a:prstDash val="solid"/>
            <a:miter/>
          </a:ln>
          <a:effectLst/>
        </p:spPr>
        <p:txBody>
          <a:bodyPr rtlCol="0" anchor="ctr"/>
          <a:lstStyle/>
          <a:p>
            <a:pPr algn="ctr"/>
            <a:r>
              <a:rPr lang="en-US" sz="700" b="1"/>
              <a:t>Response Packaging</a:t>
            </a:r>
          </a:p>
        </p:txBody>
      </p:sp>
      <p:sp>
        <p:nvSpPr>
          <p:cNvPr id="53" name="Rectangle: Rounded Corners 52">
            <a:extLst>
              <a:ext uri="{FF2B5EF4-FFF2-40B4-BE49-F238E27FC236}">
                <a16:creationId xmlns:a16="http://schemas.microsoft.com/office/drawing/2014/main" id="{A38B49B4-1763-CEE1-666F-D294890028B3}"/>
              </a:ext>
            </a:extLst>
          </p:cNvPr>
          <p:cNvSpPr/>
          <p:nvPr/>
        </p:nvSpPr>
        <p:spPr>
          <a:xfrm>
            <a:off x="10151494" y="4139330"/>
            <a:ext cx="1207819" cy="381092"/>
          </a:xfrm>
          <a:prstGeom prst="roundRect">
            <a:avLst>
              <a:gd name="adj" fmla="val 7733"/>
            </a:avLst>
          </a:prstGeom>
          <a:solidFill>
            <a:srgbClr val="EAF1FB"/>
          </a:solidFill>
          <a:ln w="19050" cap="flat">
            <a:solidFill>
              <a:schemeClr val="accent2"/>
            </a:solidFill>
            <a:prstDash val="solid"/>
            <a:miter/>
          </a:ln>
          <a:effectLst/>
        </p:spPr>
        <p:txBody>
          <a:bodyPr rtlCol="0" anchor="ctr"/>
          <a:lstStyle/>
          <a:p>
            <a:pPr algn="ctr"/>
            <a:r>
              <a:rPr lang="en-US" sz="700" b="1"/>
              <a:t>Knowledge SDK Result</a:t>
            </a:r>
          </a:p>
          <a:p>
            <a:pPr algn="ctr"/>
            <a:r>
              <a:rPr lang="en-US" sz="700"/>
              <a:t>(AI ready knowledge context)</a:t>
            </a:r>
          </a:p>
        </p:txBody>
      </p:sp>
      <p:cxnSp>
        <p:nvCxnSpPr>
          <p:cNvPr id="11" name="Straight Arrow Connector 10">
            <a:extLst>
              <a:ext uri="{FF2B5EF4-FFF2-40B4-BE49-F238E27FC236}">
                <a16:creationId xmlns:a16="http://schemas.microsoft.com/office/drawing/2014/main" id="{2D7770A1-A710-885A-0CD3-33D7C6328DD6}"/>
              </a:ext>
            </a:extLst>
          </p:cNvPr>
          <p:cNvCxnSpPr>
            <a:cxnSpLocks/>
            <a:stCxn id="17" idx="3"/>
            <a:endCxn id="21" idx="1"/>
          </p:cNvCxnSpPr>
          <p:nvPr/>
        </p:nvCxnSpPr>
        <p:spPr bwMode="auto">
          <a:xfrm>
            <a:off x="5249306" y="1097407"/>
            <a:ext cx="386247" cy="0"/>
          </a:xfrm>
          <a:prstGeom prst="straightConnector1">
            <a:avLst/>
          </a:prstGeom>
          <a:noFill/>
          <a:ln w="15875" cap="flat" cmpd="sng" algn="ctr">
            <a:solidFill>
              <a:schemeClr val="accent2"/>
            </a:solidFill>
            <a:prstDash val="solid"/>
            <a:round/>
            <a:headEnd type="none" w="med" len="med"/>
            <a:tailEnd type="triangle"/>
          </a:ln>
          <a:effectLst/>
        </p:spPr>
      </p:cxnSp>
      <p:cxnSp>
        <p:nvCxnSpPr>
          <p:cNvPr id="23" name="Straight Arrow Connector 22">
            <a:extLst>
              <a:ext uri="{FF2B5EF4-FFF2-40B4-BE49-F238E27FC236}">
                <a16:creationId xmlns:a16="http://schemas.microsoft.com/office/drawing/2014/main" id="{AB127E50-4F6D-C0B4-5F85-495AA2FBBEA3}"/>
              </a:ext>
            </a:extLst>
          </p:cNvPr>
          <p:cNvCxnSpPr>
            <a:cxnSpLocks/>
            <a:stCxn id="21" idx="3"/>
            <a:endCxn id="29" idx="1"/>
          </p:cNvCxnSpPr>
          <p:nvPr/>
        </p:nvCxnSpPr>
        <p:spPr bwMode="auto">
          <a:xfrm>
            <a:off x="6825959" y="1097407"/>
            <a:ext cx="494672" cy="0"/>
          </a:xfrm>
          <a:prstGeom prst="straightConnector1">
            <a:avLst/>
          </a:prstGeom>
          <a:noFill/>
          <a:ln w="15875" cap="flat" cmpd="sng" algn="ctr">
            <a:solidFill>
              <a:schemeClr val="accent2"/>
            </a:solidFill>
            <a:prstDash val="solid"/>
            <a:round/>
            <a:headEnd type="none" w="med" len="med"/>
            <a:tailEnd type="triangle"/>
          </a:ln>
          <a:effectLst/>
        </p:spPr>
      </p:cxnSp>
      <p:cxnSp>
        <p:nvCxnSpPr>
          <p:cNvPr id="35" name="Straight Arrow Connector 34">
            <a:extLst>
              <a:ext uri="{FF2B5EF4-FFF2-40B4-BE49-F238E27FC236}">
                <a16:creationId xmlns:a16="http://schemas.microsoft.com/office/drawing/2014/main" id="{2C2AFC0A-BDCA-437D-1B54-D58BFB0A3520}"/>
              </a:ext>
            </a:extLst>
          </p:cNvPr>
          <p:cNvCxnSpPr>
            <a:cxnSpLocks/>
            <a:endCxn id="25" idx="1"/>
          </p:cNvCxnSpPr>
          <p:nvPr/>
        </p:nvCxnSpPr>
        <p:spPr bwMode="auto">
          <a:xfrm flipV="1">
            <a:off x="8511037" y="1097406"/>
            <a:ext cx="518565" cy="1"/>
          </a:xfrm>
          <a:prstGeom prst="straightConnector1">
            <a:avLst/>
          </a:prstGeom>
          <a:noFill/>
          <a:ln w="15875" cap="flat" cmpd="sng" algn="ctr">
            <a:solidFill>
              <a:schemeClr val="accent2"/>
            </a:solidFill>
            <a:prstDash val="solid"/>
            <a:round/>
            <a:headEnd type="none" w="med" len="med"/>
            <a:tailEnd type="triangle"/>
          </a:ln>
          <a:effectLst/>
        </p:spPr>
      </p:cxnSp>
      <p:cxnSp>
        <p:nvCxnSpPr>
          <p:cNvPr id="46" name="Connector: Elbow 45">
            <a:extLst>
              <a:ext uri="{FF2B5EF4-FFF2-40B4-BE49-F238E27FC236}">
                <a16:creationId xmlns:a16="http://schemas.microsoft.com/office/drawing/2014/main" id="{8B08762B-03EE-82FE-B23B-F47C6189B634}"/>
              </a:ext>
            </a:extLst>
          </p:cNvPr>
          <p:cNvCxnSpPr>
            <a:stCxn id="25" idx="3"/>
            <a:endCxn id="8" idx="0"/>
          </p:cNvCxnSpPr>
          <p:nvPr/>
        </p:nvCxnSpPr>
        <p:spPr bwMode="auto">
          <a:xfrm flipH="1">
            <a:off x="6059032" y="1097406"/>
            <a:ext cx="4515591" cy="856818"/>
          </a:xfrm>
          <a:prstGeom prst="bentConnector4">
            <a:avLst>
              <a:gd name="adj1" fmla="val -5062"/>
              <a:gd name="adj2" fmla="val 79295"/>
            </a:avLst>
          </a:prstGeom>
          <a:noFill/>
          <a:ln w="15875" cap="flat" cmpd="sng" algn="ctr">
            <a:solidFill>
              <a:schemeClr val="accent2"/>
            </a:solidFill>
            <a:prstDash val="solid"/>
            <a:round/>
            <a:headEnd type="none" w="med" len="med"/>
            <a:tailEnd type="triangle"/>
          </a:ln>
          <a:effectLst/>
        </p:spPr>
      </p:cxnSp>
      <p:sp>
        <p:nvSpPr>
          <p:cNvPr id="52" name="Rectangle: Rounded Corners 51">
            <a:extLst>
              <a:ext uri="{FF2B5EF4-FFF2-40B4-BE49-F238E27FC236}">
                <a16:creationId xmlns:a16="http://schemas.microsoft.com/office/drawing/2014/main" id="{F56B90F6-03F0-89B8-29F0-64F0F9AA2FBB}"/>
              </a:ext>
            </a:extLst>
          </p:cNvPr>
          <p:cNvSpPr/>
          <p:nvPr/>
        </p:nvSpPr>
        <p:spPr>
          <a:xfrm>
            <a:off x="4461880" y="2939350"/>
            <a:ext cx="800802" cy="330249"/>
          </a:xfrm>
          <a:prstGeom prst="roundRect">
            <a:avLst>
              <a:gd name="adj" fmla="val 7733"/>
            </a:avLst>
          </a:prstGeom>
          <a:solidFill>
            <a:schemeClr val="bg1">
              <a:lumMod val="95000"/>
            </a:schemeClr>
          </a:solidFill>
          <a:ln w="12700" cap="flat">
            <a:solidFill>
              <a:schemeClr val="accent2"/>
            </a:solidFill>
            <a:prstDash val="solid"/>
            <a:miter/>
          </a:ln>
          <a:effectLst/>
        </p:spPr>
        <p:txBody>
          <a:bodyPr rtlCol="0" anchor="ctr"/>
          <a:lstStyle/>
          <a:p>
            <a:pPr algn="ctr"/>
            <a:r>
              <a:rPr lang="en-US" sz="800" b="1"/>
              <a:t>SQL Db</a:t>
            </a:r>
            <a:endParaRPr lang="en-IN" sz="800" b="1"/>
          </a:p>
        </p:txBody>
      </p:sp>
      <p:cxnSp>
        <p:nvCxnSpPr>
          <p:cNvPr id="54" name="Straight Arrow Connector 53">
            <a:extLst>
              <a:ext uri="{FF2B5EF4-FFF2-40B4-BE49-F238E27FC236}">
                <a16:creationId xmlns:a16="http://schemas.microsoft.com/office/drawing/2014/main" id="{7919B546-0D9E-61A5-DB9A-47C148C675C1}"/>
              </a:ext>
            </a:extLst>
          </p:cNvPr>
          <p:cNvCxnSpPr>
            <a:cxnSpLocks/>
            <a:endCxn id="45" idx="1"/>
          </p:cNvCxnSpPr>
          <p:nvPr/>
        </p:nvCxnSpPr>
        <p:spPr bwMode="auto">
          <a:xfrm>
            <a:off x="3379741" y="4331358"/>
            <a:ext cx="349383" cy="1"/>
          </a:xfrm>
          <a:prstGeom prst="straightConnector1">
            <a:avLst/>
          </a:prstGeom>
          <a:noFill/>
          <a:ln w="15875" cap="flat" cmpd="sng" algn="ctr">
            <a:solidFill>
              <a:schemeClr val="accent2"/>
            </a:solidFill>
            <a:prstDash val="solid"/>
            <a:round/>
            <a:headEnd type="none" w="med" len="med"/>
            <a:tailEnd type="triangle"/>
          </a:ln>
          <a:effectLst/>
        </p:spPr>
      </p:cxnSp>
      <p:cxnSp>
        <p:nvCxnSpPr>
          <p:cNvPr id="60" name="Straight Arrow Connector 59">
            <a:extLst>
              <a:ext uri="{FF2B5EF4-FFF2-40B4-BE49-F238E27FC236}">
                <a16:creationId xmlns:a16="http://schemas.microsoft.com/office/drawing/2014/main" id="{A80F436B-C773-C2D1-1F05-E317E288C22A}"/>
              </a:ext>
            </a:extLst>
          </p:cNvPr>
          <p:cNvCxnSpPr>
            <a:cxnSpLocks/>
            <a:stCxn id="45" idx="3"/>
            <a:endCxn id="47" idx="1"/>
          </p:cNvCxnSpPr>
          <p:nvPr/>
        </p:nvCxnSpPr>
        <p:spPr bwMode="auto">
          <a:xfrm>
            <a:off x="5130507" y="4331359"/>
            <a:ext cx="349383" cy="0"/>
          </a:xfrm>
          <a:prstGeom prst="straightConnector1">
            <a:avLst/>
          </a:prstGeom>
          <a:noFill/>
          <a:ln w="15875" cap="flat" cmpd="sng" algn="ctr">
            <a:solidFill>
              <a:schemeClr val="accent2"/>
            </a:solidFill>
            <a:prstDash val="solid"/>
            <a:round/>
            <a:headEnd type="none" w="med" len="med"/>
            <a:tailEnd type="triangle"/>
          </a:ln>
          <a:effectLst/>
        </p:spPr>
      </p:cxnSp>
      <p:cxnSp>
        <p:nvCxnSpPr>
          <p:cNvPr id="63" name="Straight Arrow Connector 62">
            <a:extLst>
              <a:ext uri="{FF2B5EF4-FFF2-40B4-BE49-F238E27FC236}">
                <a16:creationId xmlns:a16="http://schemas.microsoft.com/office/drawing/2014/main" id="{3A0BFD57-CCCF-0FFA-EE27-D3E382FF0E3C}"/>
              </a:ext>
            </a:extLst>
          </p:cNvPr>
          <p:cNvCxnSpPr>
            <a:cxnSpLocks/>
            <a:stCxn id="47" idx="3"/>
            <a:endCxn id="49" idx="1"/>
          </p:cNvCxnSpPr>
          <p:nvPr/>
        </p:nvCxnSpPr>
        <p:spPr bwMode="auto">
          <a:xfrm>
            <a:off x="6687709" y="4331359"/>
            <a:ext cx="349383" cy="0"/>
          </a:xfrm>
          <a:prstGeom prst="straightConnector1">
            <a:avLst/>
          </a:prstGeom>
          <a:noFill/>
          <a:ln w="15875" cap="flat" cmpd="sng" algn="ctr">
            <a:solidFill>
              <a:schemeClr val="accent2"/>
            </a:solidFill>
            <a:prstDash val="solid"/>
            <a:round/>
            <a:headEnd type="none" w="med" len="med"/>
            <a:tailEnd type="triangle"/>
          </a:ln>
          <a:effectLst/>
        </p:spPr>
      </p:cxnSp>
      <p:cxnSp>
        <p:nvCxnSpPr>
          <p:cNvPr id="66" name="Straight Arrow Connector 65">
            <a:extLst>
              <a:ext uri="{FF2B5EF4-FFF2-40B4-BE49-F238E27FC236}">
                <a16:creationId xmlns:a16="http://schemas.microsoft.com/office/drawing/2014/main" id="{3F40921E-5B2A-B6EB-155D-2A55BE6CA9B7}"/>
              </a:ext>
            </a:extLst>
          </p:cNvPr>
          <p:cNvCxnSpPr>
            <a:cxnSpLocks/>
            <a:stCxn id="49" idx="3"/>
            <a:endCxn id="51" idx="1"/>
          </p:cNvCxnSpPr>
          <p:nvPr/>
        </p:nvCxnSpPr>
        <p:spPr bwMode="auto">
          <a:xfrm flipV="1">
            <a:off x="8244911" y="4329876"/>
            <a:ext cx="349383" cy="1483"/>
          </a:xfrm>
          <a:prstGeom prst="straightConnector1">
            <a:avLst/>
          </a:prstGeom>
          <a:noFill/>
          <a:ln w="15875" cap="flat" cmpd="sng" algn="ctr">
            <a:solidFill>
              <a:schemeClr val="accent2"/>
            </a:solidFill>
            <a:prstDash val="solid"/>
            <a:round/>
            <a:headEnd type="none" w="med" len="med"/>
            <a:tailEnd type="triangle"/>
          </a:ln>
          <a:effectLst/>
        </p:spPr>
      </p:cxnSp>
      <p:cxnSp>
        <p:nvCxnSpPr>
          <p:cNvPr id="69" name="Straight Arrow Connector 68">
            <a:extLst>
              <a:ext uri="{FF2B5EF4-FFF2-40B4-BE49-F238E27FC236}">
                <a16:creationId xmlns:a16="http://schemas.microsoft.com/office/drawing/2014/main" id="{A7579B5C-23DF-7FB5-90F4-620267F9DDF8}"/>
              </a:ext>
            </a:extLst>
          </p:cNvPr>
          <p:cNvCxnSpPr>
            <a:cxnSpLocks/>
            <a:stCxn id="51" idx="3"/>
            <a:endCxn id="53" idx="1"/>
          </p:cNvCxnSpPr>
          <p:nvPr/>
        </p:nvCxnSpPr>
        <p:spPr bwMode="auto">
          <a:xfrm>
            <a:off x="9802113" y="4329876"/>
            <a:ext cx="349381" cy="0"/>
          </a:xfrm>
          <a:prstGeom prst="straightConnector1">
            <a:avLst/>
          </a:prstGeom>
          <a:noFill/>
          <a:ln w="15875" cap="flat" cmpd="sng" algn="ctr">
            <a:solidFill>
              <a:schemeClr val="accent2"/>
            </a:solidFill>
            <a:prstDash val="solid"/>
            <a:round/>
            <a:headEnd type="none" w="med" len="med"/>
            <a:tailEnd type="triangle"/>
          </a:ln>
          <a:effectLst/>
        </p:spPr>
      </p:cxnSp>
      <p:cxnSp>
        <p:nvCxnSpPr>
          <p:cNvPr id="72" name="Straight Arrow Connector 71">
            <a:extLst>
              <a:ext uri="{FF2B5EF4-FFF2-40B4-BE49-F238E27FC236}">
                <a16:creationId xmlns:a16="http://schemas.microsoft.com/office/drawing/2014/main" id="{1C8B14BF-4A31-27AF-7D31-71043E453839}"/>
              </a:ext>
            </a:extLst>
          </p:cNvPr>
          <p:cNvCxnSpPr>
            <a:cxnSpLocks/>
            <a:stCxn id="37" idx="0"/>
          </p:cNvCxnSpPr>
          <p:nvPr/>
        </p:nvCxnSpPr>
        <p:spPr bwMode="auto">
          <a:xfrm flipV="1">
            <a:off x="1366827" y="4265353"/>
            <a:ext cx="0" cy="212924"/>
          </a:xfrm>
          <a:prstGeom prst="straightConnector1">
            <a:avLst/>
          </a:prstGeom>
          <a:noFill/>
          <a:ln w="15875" cap="flat" cmpd="sng" algn="ctr">
            <a:solidFill>
              <a:schemeClr val="accent2"/>
            </a:solidFill>
            <a:prstDash val="solid"/>
            <a:round/>
            <a:headEnd type="none" w="med" len="med"/>
            <a:tailEnd type="triangle"/>
          </a:ln>
          <a:effectLst/>
        </p:spPr>
      </p:cxnSp>
      <p:cxnSp>
        <p:nvCxnSpPr>
          <p:cNvPr id="81" name="Connector: Elbow 80">
            <a:extLst>
              <a:ext uri="{FF2B5EF4-FFF2-40B4-BE49-F238E27FC236}">
                <a16:creationId xmlns:a16="http://schemas.microsoft.com/office/drawing/2014/main" id="{78E3718B-4BDC-ABFC-E7A8-BB69323C53CA}"/>
              </a:ext>
            </a:extLst>
          </p:cNvPr>
          <p:cNvCxnSpPr>
            <a:stCxn id="41" idx="3"/>
            <a:endCxn id="43" idx="1"/>
          </p:cNvCxnSpPr>
          <p:nvPr/>
        </p:nvCxnSpPr>
        <p:spPr bwMode="auto">
          <a:xfrm>
            <a:off x="1792748" y="4063800"/>
            <a:ext cx="379174" cy="267559"/>
          </a:xfrm>
          <a:prstGeom prst="bentConnector3">
            <a:avLst/>
          </a:prstGeom>
          <a:noFill/>
          <a:ln w="15875" cap="flat" cmpd="sng" algn="ctr">
            <a:solidFill>
              <a:schemeClr val="accent2"/>
            </a:solidFill>
            <a:prstDash val="solid"/>
            <a:round/>
            <a:headEnd type="none" w="med" len="med"/>
            <a:tailEnd type="triangle"/>
          </a:ln>
          <a:effectLst/>
        </p:spPr>
      </p:cxnSp>
      <p:sp>
        <p:nvSpPr>
          <p:cNvPr id="83" name="Rectangle: Rounded Corners 82">
            <a:extLst>
              <a:ext uri="{FF2B5EF4-FFF2-40B4-BE49-F238E27FC236}">
                <a16:creationId xmlns:a16="http://schemas.microsoft.com/office/drawing/2014/main" id="{5974040F-4E65-C454-1819-BA3AEDC0A2AB}"/>
              </a:ext>
            </a:extLst>
          </p:cNvPr>
          <p:cNvSpPr/>
          <p:nvPr/>
        </p:nvSpPr>
        <p:spPr>
          <a:xfrm>
            <a:off x="816778" y="5425489"/>
            <a:ext cx="10699506" cy="1016708"/>
          </a:xfrm>
          <a:prstGeom prst="roundRect">
            <a:avLst>
              <a:gd name="adj" fmla="val 3519"/>
            </a:avLst>
          </a:prstGeom>
          <a:solidFill>
            <a:srgbClr val="FFFFFF"/>
          </a:solidFill>
          <a:ln w="19050" cap="flat">
            <a:solidFill>
              <a:schemeClr val="accent3">
                <a:lumMod val="50000"/>
              </a:schemeClr>
            </a:solidFill>
            <a:prstDash val="sysDash"/>
            <a:miter/>
          </a:ln>
          <a:effectLst/>
        </p:spPr>
        <p:txBody>
          <a:bodyPr rtlCol="0" anchor="ctr"/>
          <a:lstStyle/>
          <a:p>
            <a:pPr algn="l"/>
            <a:endParaRPr lang="en-IN"/>
          </a:p>
        </p:txBody>
      </p:sp>
      <p:sp>
        <p:nvSpPr>
          <p:cNvPr id="85" name="Rectangle: Rounded Corners 84">
            <a:extLst>
              <a:ext uri="{FF2B5EF4-FFF2-40B4-BE49-F238E27FC236}">
                <a16:creationId xmlns:a16="http://schemas.microsoft.com/office/drawing/2014/main" id="{5D4D043E-93B6-EF8E-3627-B8E1D2C65833}"/>
              </a:ext>
            </a:extLst>
          </p:cNvPr>
          <p:cNvSpPr/>
          <p:nvPr/>
        </p:nvSpPr>
        <p:spPr>
          <a:xfrm>
            <a:off x="951530" y="5645776"/>
            <a:ext cx="851842" cy="403107"/>
          </a:xfrm>
          <a:prstGeom prst="roundRect">
            <a:avLst>
              <a:gd name="adj" fmla="val 7733"/>
            </a:avLst>
          </a:prstGeom>
          <a:solidFill>
            <a:srgbClr val="EAF1FB"/>
          </a:solidFill>
          <a:ln w="19050" cap="flat">
            <a:solidFill>
              <a:schemeClr val="accent2"/>
            </a:solidFill>
            <a:prstDash val="solid"/>
            <a:miter/>
          </a:ln>
          <a:effectLst/>
        </p:spPr>
        <p:txBody>
          <a:bodyPr rtlCol="0" anchor="ctr"/>
          <a:lstStyle/>
          <a:p>
            <a:pPr algn="ctr"/>
            <a:r>
              <a:rPr lang="en-US" sz="700" b="1"/>
              <a:t>User</a:t>
            </a:r>
            <a:endParaRPr lang="en-US" sz="700"/>
          </a:p>
        </p:txBody>
      </p:sp>
      <p:sp>
        <p:nvSpPr>
          <p:cNvPr id="87" name="Rectangle: Rounded Corners 86">
            <a:extLst>
              <a:ext uri="{FF2B5EF4-FFF2-40B4-BE49-F238E27FC236}">
                <a16:creationId xmlns:a16="http://schemas.microsoft.com/office/drawing/2014/main" id="{D182DE96-9AF0-270A-4E27-A2DBE78EC62F}"/>
              </a:ext>
            </a:extLst>
          </p:cNvPr>
          <p:cNvSpPr/>
          <p:nvPr/>
        </p:nvSpPr>
        <p:spPr>
          <a:xfrm>
            <a:off x="2250138" y="5645775"/>
            <a:ext cx="1429285" cy="403107"/>
          </a:xfrm>
          <a:prstGeom prst="roundRect">
            <a:avLst>
              <a:gd name="adj" fmla="val 7733"/>
            </a:avLst>
          </a:prstGeom>
          <a:solidFill>
            <a:srgbClr val="EAF1FB"/>
          </a:solidFill>
          <a:ln w="19050" cap="flat">
            <a:solidFill>
              <a:schemeClr val="accent2"/>
            </a:solidFill>
            <a:prstDash val="solid"/>
            <a:miter/>
          </a:ln>
          <a:effectLst/>
        </p:spPr>
        <p:txBody>
          <a:bodyPr rtlCol="0" anchor="ctr"/>
          <a:lstStyle/>
          <a:p>
            <a:pPr algn="ctr"/>
            <a:r>
              <a:rPr lang="en-US" sz="700" b="1"/>
              <a:t>Orchestration</a:t>
            </a:r>
          </a:p>
          <a:p>
            <a:pPr algn="ctr"/>
            <a:r>
              <a:rPr lang="en-US" sz="700"/>
              <a:t>(Intent -&gt; Workflow -&gt; Prompt)</a:t>
            </a:r>
          </a:p>
        </p:txBody>
      </p:sp>
      <p:sp>
        <p:nvSpPr>
          <p:cNvPr id="91" name="Rectangle: Rounded Corners 90">
            <a:extLst>
              <a:ext uri="{FF2B5EF4-FFF2-40B4-BE49-F238E27FC236}">
                <a16:creationId xmlns:a16="http://schemas.microsoft.com/office/drawing/2014/main" id="{A0D25866-4F04-C1D9-F197-6CD6BCD31C2D}"/>
              </a:ext>
            </a:extLst>
          </p:cNvPr>
          <p:cNvSpPr/>
          <p:nvPr/>
        </p:nvSpPr>
        <p:spPr>
          <a:xfrm>
            <a:off x="3915096" y="5298870"/>
            <a:ext cx="1478013" cy="263978"/>
          </a:xfrm>
          <a:prstGeom prst="roundRect">
            <a:avLst/>
          </a:prstGeom>
          <a:solidFill>
            <a:schemeClr val="bg1"/>
          </a:solidFill>
          <a:ln w="19050" cap="flat">
            <a:solidFill>
              <a:schemeClr val="accent4"/>
            </a:solidFill>
            <a:prstDash val="solid"/>
            <a:miter/>
          </a:ln>
          <a:effectLst/>
        </p:spPr>
        <p:txBody>
          <a:bodyPr rtlCol="0" anchor="ctr"/>
          <a:lstStyle/>
          <a:p>
            <a:pPr algn="ctr"/>
            <a:r>
              <a:rPr lang="en-US" sz="1200" b="1">
                <a:solidFill>
                  <a:schemeClr val="accent4"/>
                </a:solidFill>
              </a:rPr>
              <a:t>SDK</a:t>
            </a:r>
            <a:endParaRPr lang="en-IN" sz="1200" b="1">
              <a:solidFill>
                <a:schemeClr val="accent4"/>
              </a:solidFill>
            </a:endParaRPr>
          </a:p>
        </p:txBody>
      </p:sp>
      <p:cxnSp>
        <p:nvCxnSpPr>
          <p:cNvPr id="92" name="Connector: Elbow 91">
            <a:extLst>
              <a:ext uri="{FF2B5EF4-FFF2-40B4-BE49-F238E27FC236}">
                <a16:creationId xmlns:a16="http://schemas.microsoft.com/office/drawing/2014/main" id="{F9A93DE4-D7AF-A2C8-4361-3BFA7C64AF93}"/>
              </a:ext>
            </a:extLst>
          </p:cNvPr>
          <p:cNvCxnSpPr>
            <a:cxnSpLocks/>
            <a:stCxn id="87" idx="3"/>
            <a:endCxn id="91" idx="2"/>
          </p:cNvCxnSpPr>
          <p:nvPr/>
        </p:nvCxnSpPr>
        <p:spPr bwMode="auto">
          <a:xfrm flipV="1">
            <a:off x="3679423" y="5562848"/>
            <a:ext cx="974680" cy="284481"/>
          </a:xfrm>
          <a:prstGeom prst="bentConnector2">
            <a:avLst/>
          </a:prstGeom>
          <a:noFill/>
          <a:ln w="15875" cap="flat" cmpd="sng" algn="ctr">
            <a:solidFill>
              <a:schemeClr val="accent2"/>
            </a:solidFill>
            <a:prstDash val="solid"/>
            <a:round/>
            <a:headEnd type="none" w="med" len="med"/>
            <a:tailEnd type="triangle"/>
          </a:ln>
          <a:effectLst/>
        </p:spPr>
      </p:cxnSp>
      <p:cxnSp>
        <p:nvCxnSpPr>
          <p:cNvPr id="95" name="Connector: Elbow 94">
            <a:extLst>
              <a:ext uri="{FF2B5EF4-FFF2-40B4-BE49-F238E27FC236}">
                <a16:creationId xmlns:a16="http://schemas.microsoft.com/office/drawing/2014/main" id="{76552FCF-C045-5945-FFA0-806FC2F96C4F}"/>
              </a:ext>
            </a:extLst>
          </p:cNvPr>
          <p:cNvCxnSpPr>
            <a:cxnSpLocks/>
            <a:stCxn id="91" idx="0"/>
            <a:endCxn id="37" idx="2"/>
          </p:cNvCxnSpPr>
          <p:nvPr/>
        </p:nvCxnSpPr>
        <p:spPr bwMode="auto">
          <a:xfrm rot="16200000" flipV="1">
            <a:off x="2801722" y="3446489"/>
            <a:ext cx="417486" cy="3287276"/>
          </a:xfrm>
          <a:prstGeom prst="bentConnector3">
            <a:avLst>
              <a:gd name="adj1" fmla="val 50000"/>
            </a:avLst>
          </a:prstGeom>
          <a:noFill/>
          <a:ln w="15875" cap="flat" cmpd="sng" algn="ctr">
            <a:solidFill>
              <a:schemeClr val="accent2"/>
            </a:solidFill>
            <a:prstDash val="solid"/>
            <a:round/>
            <a:headEnd type="none" w="med" len="med"/>
            <a:tailEnd type="triangle"/>
          </a:ln>
          <a:effectLst/>
        </p:spPr>
      </p:cxnSp>
      <p:sp>
        <p:nvSpPr>
          <p:cNvPr id="105" name="Rectangle: Rounded Corners 104">
            <a:extLst>
              <a:ext uri="{FF2B5EF4-FFF2-40B4-BE49-F238E27FC236}">
                <a16:creationId xmlns:a16="http://schemas.microsoft.com/office/drawing/2014/main" id="{E9A0E395-E981-8C85-A8FE-6B4D275E1DD1}"/>
              </a:ext>
            </a:extLst>
          </p:cNvPr>
          <p:cNvSpPr/>
          <p:nvPr/>
        </p:nvSpPr>
        <p:spPr>
          <a:xfrm>
            <a:off x="5212610" y="5656782"/>
            <a:ext cx="1207819" cy="381092"/>
          </a:xfrm>
          <a:prstGeom prst="roundRect">
            <a:avLst>
              <a:gd name="adj" fmla="val 7733"/>
            </a:avLst>
          </a:prstGeom>
          <a:solidFill>
            <a:srgbClr val="EAF1FB"/>
          </a:solidFill>
          <a:ln w="19050" cap="flat">
            <a:solidFill>
              <a:schemeClr val="accent2"/>
            </a:solidFill>
            <a:prstDash val="solid"/>
            <a:miter/>
          </a:ln>
          <a:effectLst/>
        </p:spPr>
        <p:txBody>
          <a:bodyPr rtlCol="0" anchor="ctr"/>
          <a:lstStyle/>
          <a:p>
            <a:pPr algn="ctr"/>
            <a:r>
              <a:rPr lang="en-US" sz="700" b="1"/>
              <a:t>Knowledge SDK Result</a:t>
            </a:r>
          </a:p>
          <a:p>
            <a:pPr algn="ctr"/>
            <a:r>
              <a:rPr lang="en-US" sz="700"/>
              <a:t>(AI ready knowledge context)</a:t>
            </a:r>
          </a:p>
        </p:txBody>
      </p:sp>
      <p:sp>
        <p:nvSpPr>
          <p:cNvPr id="107" name="Rectangle: Rounded Corners 106">
            <a:extLst>
              <a:ext uri="{FF2B5EF4-FFF2-40B4-BE49-F238E27FC236}">
                <a16:creationId xmlns:a16="http://schemas.microsoft.com/office/drawing/2014/main" id="{0A0D7317-18A2-9D0F-C45C-D7CFEB2A0F7F}"/>
              </a:ext>
            </a:extLst>
          </p:cNvPr>
          <p:cNvSpPr/>
          <p:nvPr/>
        </p:nvSpPr>
        <p:spPr>
          <a:xfrm>
            <a:off x="7037092" y="5644292"/>
            <a:ext cx="1068683" cy="403107"/>
          </a:xfrm>
          <a:prstGeom prst="roundRect">
            <a:avLst>
              <a:gd name="adj" fmla="val 7733"/>
            </a:avLst>
          </a:prstGeom>
          <a:solidFill>
            <a:srgbClr val="EAF1FB"/>
          </a:solidFill>
          <a:ln w="19050" cap="flat">
            <a:solidFill>
              <a:schemeClr val="accent2"/>
            </a:solidFill>
            <a:prstDash val="solid"/>
            <a:miter/>
          </a:ln>
          <a:effectLst/>
        </p:spPr>
        <p:txBody>
          <a:bodyPr rtlCol="0" anchor="ctr"/>
          <a:lstStyle/>
          <a:p>
            <a:pPr algn="ctr"/>
            <a:r>
              <a:rPr lang="en-US" sz="700" b="1"/>
              <a:t>Agent Prompt Builder</a:t>
            </a:r>
          </a:p>
        </p:txBody>
      </p:sp>
      <p:sp>
        <p:nvSpPr>
          <p:cNvPr id="109" name="Rectangle: Rounded Corners 108">
            <a:extLst>
              <a:ext uri="{FF2B5EF4-FFF2-40B4-BE49-F238E27FC236}">
                <a16:creationId xmlns:a16="http://schemas.microsoft.com/office/drawing/2014/main" id="{C4E556D5-FABF-9B58-F25F-0FAD4F8DD657}"/>
              </a:ext>
            </a:extLst>
          </p:cNvPr>
          <p:cNvSpPr/>
          <p:nvPr/>
        </p:nvSpPr>
        <p:spPr>
          <a:xfrm>
            <a:off x="8605870" y="5644291"/>
            <a:ext cx="795305" cy="403107"/>
          </a:xfrm>
          <a:prstGeom prst="roundRect">
            <a:avLst>
              <a:gd name="adj" fmla="val 7733"/>
            </a:avLst>
          </a:prstGeom>
          <a:solidFill>
            <a:srgbClr val="EAF1FB"/>
          </a:solidFill>
          <a:ln w="19050" cap="flat">
            <a:solidFill>
              <a:schemeClr val="accent2"/>
            </a:solidFill>
            <a:prstDash val="solid"/>
            <a:miter/>
          </a:ln>
          <a:effectLst/>
        </p:spPr>
        <p:txBody>
          <a:bodyPr rtlCol="0" anchor="ctr"/>
          <a:lstStyle/>
          <a:p>
            <a:pPr algn="ctr"/>
            <a:r>
              <a:rPr lang="en-US" sz="700" b="1"/>
              <a:t>LLM</a:t>
            </a:r>
          </a:p>
        </p:txBody>
      </p:sp>
      <p:sp>
        <p:nvSpPr>
          <p:cNvPr id="111" name="Rectangle: Rounded Corners 110">
            <a:extLst>
              <a:ext uri="{FF2B5EF4-FFF2-40B4-BE49-F238E27FC236}">
                <a16:creationId xmlns:a16="http://schemas.microsoft.com/office/drawing/2014/main" id="{548CDFD3-A0DF-8AC6-BBC7-EFBF42EB8DB3}"/>
              </a:ext>
            </a:extLst>
          </p:cNvPr>
          <p:cNvSpPr/>
          <p:nvPr/>
        </p:nvSpPr>
        <p:spPr>
          <a:xfrm>
            <a:off x="9821162" y="5644291"/>
            <a:ext cx="1199263" cy="403107"/>
          </a:xfrm>
          <a:prstGeom prst="roundRect">
            <a:avLst>
              <a:gd name="adj" fmla="val 7733"/>
            </a:avLst>
          </a:prstGeom>
          <a:solidFill>
            <a:srgbClr val="EAF1FB"/>
          </a:solidFill>
          <a:ln w="19050" cap="flat">
            <a:solidFill>
              <a:schemeClr val="accent2"/>
            </a:solidFill>
            <a:prstDash val="solid"/>
            <a:miter/>
          </a:ln>
          <a:effectLst/>
        </p:spPr>
        <p:txBody>
          <a:bodyPr rtlCol="0" anchor="ctr"/>
          <a:lstStyle/>
          <a:p>
            <a:pPr algn="ctr"/>
            <a:r>
              <a:rPr lang="en-US" sz="700" b="1"/>
              <a:t>Final User Response</a:t>
            </a:r>
          </a:p>
        </p:txBody>
      </p:sp>
      <p:cxnSp>
        <p:nvCxnSpPr>
          <p:cNvPr id="112" name="Straight Arrow Connector 111">
            <a:extLst>
              <a:ext uri="{FF2B5EF4-FFF2-40B4-BE49-F238E27FC236}">
                <a16:creationId xmlns:a16="http://schemas.microsoft.com/office/drawing/2014/main" id="{D15016FC-E502-742A-9897-D61F67F4487F}"/>
              </a:ext>
            </a:extLst>
          </p:cNvPr>
          <p:cNvCxnSpPr>
            <a:cxnSpLocks/>
            <a:stCxn id="85" idx="3"/>
            <a:endCxn id="87" idx="1"/>
          </p:cNvCxnSpPr>
          <p:nvPr/>
        </p:nvCxnSpPr>
        <p:spPr bwMode="auto">
          <a:xfrm flipV="1">
            <a:off x="1803372" y="5847329"/>
            <a:ext cx="446766" cy="1"/>
          </a:xfrm>
          <a:prstGeom prst="straightConnector1">
            <a:avLst/>
          </a:prstGeom>
          <a:noFill/>
          <a:ln w="15875" cap="flat" cmpd="sng" algn="ctr">
            <a:solidFill>
              <a:schemeClr val="accent2"/>
            </a:solidFill>
            <a:prstDash val="solid"/>
            <a:round/>
            <a:headEnd type="none" w="med" len="med"/>
            <a:tailEnd type="triangle"/>
          </a:ln>
          <a:effectLst/>
        </p:spPr>
      </p:cxnSp>
      <p:cxnSp>
        <p:nvCxnSpPr>
          <p:cNvPr id="115" name="Straight Arrow Connector 114">
            <a:extLst>
              <a:ext uri="{FF2B5EF4-FFF2-40B4-BE49-F238E27FC236}">
                <a16:creationId xmlns:a16="http://schemas.microsoft.com/office/drawing/2014/main" id="{86EB19FC-8BBB-99BF-6843-E7C4C86C8486}"/>
              </a:ext>
            </a:extLst>
          </p:cNvPr>
          <p:cNvCxnSpPr>
            <a:cxnSpLocks/>
            <a:stCxn id="105" idx="3"/>
            <a:endCxn id="107" idx="1"/>
          </p:cNvCxnSpPr>
          <p:nvPr/>
        </p:nvCxnSpPr>
        <p:spPr bwMode="auto">
          <a:xfrm flipV="1">
            <a:off x="6420429" y="5845846"/>
            <a:ext cx="616663" cy="1482"/>
          </a:xfrm>
          <a:prstGeom prst="straightConnector1">
            <a:avLst/>
          </a:prstGeom>
          <a:noFill/>
          <a:ln w="15875" cap="flat" cmpd="sng" algn="ctr">
            <a:solidFill>
              <a:schemeClr val="accent6">
                <a:lumMod val="75000"/>
              </a:schemeClr>
            </a:solidFill>
            <a:prstDash val="solid"/>
            <a:round/>
            <a:headEnd type="none" w="med" len="med"/>
            <a:tailEnd type="triangle"/>
          </a:ln>
          <a:effectLst/>
        </p:spPr>
      </p:cxnSp>
      <p:cxnSp>
        <p:nvCxnSpPr>
          <p:cNvPr id="119" name="Straight Arrow Connector 118">
            <a:extLst>
              <a:ext uri="{FF2B5EF4-FFF2-40B4-BE49-F238E27FC236}">
                <a16:creationId xmlns:a16="http://schemas.microsoft.com/office/drawing/2014/main" id="{282ABEC8-3EEE-8B32-5A0C-96E56C508379}"/>
              </a:ext>
            </a:extLst>
          </p:cNvPr>
          <p:cNvCxnSpPr>
            <a:cxnSpLocks/>
            <a:stCxn id="107" idx="3"/>
            <a:endCxn id="109" idx="1"/>
          </p:cNvCxnSpPr>
          <p:nvPr/>
        </p:nvCxnSpPr>
        <p:spPr bwMode="auto">
          <a:xfrm flipV="1">
            <a:off x="8105775" y="5845845"/>
            <a:ext cx="500095" cy="1"/>
          </a:xfrm>
          <a:prstGeom prst="straightConnector1">
            <a:avLst/>
          </a:prstGeom>
          <a:noFill/>
          <a:ln w="15875" cap="flat" cmpd="sng" algn="ctr">
            <a:solidFill>
              <a:schemeClr val="accent6">
                <a:lumMod val="75000"/>
              </a:schemeClr>
            </a:solidFill>
            <a:prstDash val="solid"/>
            <a:round/>
            <a:headEnd type="none" w="med" len="med"/>
            <a:tailEnd type="triangle"/>
          </a:ln>
          <a:effectLst/>
        </p:spPr>
      </p:cxnSp>
      <p:cxnSp>
        <p:nvCxnSpPr>
          <p:cNvPr id="124" name="Straight Arrow Connector 123">
            <a:extLst>
              <a:ext uri="{FF2B5EF4-FFF2-40B4-BE49-F238E27FC236}">
                <a16:creationId xmlns:a16="http://schemas.microsoft.com/office/drawing/2014/main" id="{6127E23C-5AC9-030A-0B4A-1B611B5F21AA}"/>
              </a:ext>
            </a:extLst>
          </p:cNvPr>
          <p:cNvCxnSpPr>
            <a:cxnSpLocks/>
            <a:stCxn id="109" idx="3"/>
            <a:endCxn id="111" idx="1"/>
          </p:cNvCxnSpPr>
          <p:nvPr/>
        </p:nvCxnSpPr>
        <p:spPr bwMode="auto">
          <a:xfrm>
            <a:off x="9401175" y="5845845"/>
            <a:ext cx="419987" cy="0"/>
          </a:xfrm>
          <a:prstGeom prst="straightConnector1">
            <a:avLst/>
          </a:prstGeom>
          <a:noFill/>
          <a:ln w="15875" cap="flat" cmpd="sng" algn="ctr">
            <a:solidFill>
              <a:schemeClr val="accent6">
                <a:lumMod val="75000"/>
              </a:schemeClr>
            </a:solidFill>
            <a:prstDash val="solid"/>
            <a:round/>
            <a:headEnd type="none" w="med" len="med"/>
            <a:tailEnd type="triangle"/>
          </a:ln>
          <a:effectLst/>
        </p:spPr>
      </p:cxnSp>
      <p:cxnSp>
        <p:nvCxnSpPr>
          <p:cNvPr id="127" name="Connector: Elbow 126">
            <a:extLst>
              <a:ext uri="{FF2B5EF4-FFF2-40B4-BE49-F238E27FC236}">
                <a16:creationId xmlns:a16="http://schemas.microsoft.com/office/drawing/2014/main" id="{8BFBF37C-5145-8ADA-F4A7-1D75A89377D4}"/>
              </a:ext>
            </a:extLst>
          </p:cNvPr>
          <p:cNvCxnSpPr>
            <a:cxnSpLocks/>
            <a:stCxn id="111" idx="2"/>
            <a:endCxn id="87" idx="2"/>
          </p:cNvCxnSpPr>
          <p:nvPr/>
        </p:nvCxnSpPr>
        <p:spPr bwMode="auto">
          <a:xfrm rot="5400000">
            <a:off x="6692046" y="2320134"/>
            <a:ext cx="1484" cy="7456013"/>
          </a:xfrm>
          <a:prstGeom prst="bentConnector3">
            <a:avLst>
              <a:gd name="adj1" fmla="val 15504313"/>
            </a:avLst>
          </a:prstGeom>
          <a:noFill/>
          <a:ln w="15875" cap="flat" cmpd="sng" algn="ctr">
            <a:solidFill>
              <a:schemeClr val="accent6">
                <a:lumMod val="75000"/>
              </a:schemeClr>
            </a:solidFill>
            <a:prstDash val="solid"/>
            <a:round/>
            <a:headEnd type="none" w="med" len="med"/>
            <a:tailEnd type="triangle"/>
          </a:ln>
          <a:effectLst/>
        </p:spPr>
      </p:cxnSp>
      <p:cxnSp>
        <p:nvCxnSpPr>
          <p:cNvPr id="130" name="Straight Arrow Connector 129">
            <a:extLst>
              <a:ext uri="{FF2B5EF4-FFF2-40B4-BE49-F238E27FC236}">
                <a16:creationId xmlns:a16="http://schemas.microsoft.com/office/drawing/2014/main" id="{AE8D60A8-01A2-0DAD-896B-10DAF6BE0BF7}"/>
              </a:ext>
            </a:extLst>
          </p:cNvPr>
          <p:cNvCxnSpPr>
            <a:cxnSpLocks/>
          </p:cNvCxnSpPr>
          <p:nvPr/>
        </p:nvCxnSpPr>
        <p:spPr bwMode="auto">
          <a:xfrm flipH="1">
            <a:off x="1830151" y="5973949"/>
            <a:ext cx="419987" cy="0"/>
          </a:xfrm>
          <a:prstGeom prst="straightConnector1">
            <a:avLst/>
          </a:prstGeom>
          <a:noFill/>
          <a:ln w="15875" cap="flat" cmpd="sng" algn="ctr">
            <a:solidFill>
              <a:schemeClr val="accent6">
                <a:lumMod val="75000"/>
              </a:schemeClr>
            </a:solidFill>
            <a:prstDash val="solid"/>
            <a:round/>
            <a:headEnd type="none" w="med" len="med"/>
            <a:tailEnd type="triangle"/>
          </a:ln>
          <a:effectLst/>
        </p:spPr>
      </p:cxnSp>
      <p:cxnSp>
        <p:nvCxnSpPr>
          <p:cNvPr id="134" name="Connector: Elbow 133">
            <a:extLst>
              <a:ext uri="{FF2B5EF4-FFF2-40B4-BE49-F238E27FC236}">
                <a16:creationId xmlns:a16="http://schemas.microsoft.com/office/drawing/2014/main" id="{B25C61B2-5836-DCF6-6DC4-E1B3B3BEA6EB}"/>
              </a:ext>
            </a:extLst>
          </p:cNvPr>
          <p:cNvCxnSpPr>
            <a:cxnSpLocks/>
            <a:stCxn id="53" idx="2"/>
            <a:endCxn id="91" idx="0"/>
          </p:cNvCxnSpPr>
          <p:nvPr/>
        </p:nvCxnSpPr>
        <p:spPr bwMode="auto">
          <a:xfrm rot="5400000">
            <a:off x="7315530" y="1858996"/>
            <a:ext cx="778448" cy="6101301"/>
          </a:xfrm>
          <a:prstGeom prst="bentConnector3">
            <a:avLst>
              <a:gd name="adj1" fmla="val 72024"/>
            </a:avLst>
          </a:prstGeom>
          <a:noFill/>
          <a:ln w="15875" cap="flat" cmpd="sng" algn="ctr">
            <a:solidFill>
              <a:schemeClr val="accent6">
                <a:lumMod val="75000"/>
              </a:schemeClr>
            </a:solidFill>
            <a:prstDash val="solid"/>
            <a:round/>
            <a:headEnd type="none" w="med" len="med"/>
            <a:tailEnd type="triangle"/>
          </a:ln>
          <a:effectLst/>
        </p:spPr>
      </p:cxnSp>
      <p:cxnSp>
        <p:nvCxnSpPr>
          <p:cNvPr id="138" name="Connector: Elbow 137">
            <a:extLst>
              <a:ext uri="{FF2B5EF4-FFF2-40B4-BE49-F238E27FC236}">
                <a16:creationId xmlns:a16="http://schemas.microsoft.com/office/drawing/2014/main" id="{903E0548-0275-CCFC-89CA-6A47B5D27347}"/>
              </a:ext>
            </a:extLst>
          </p:cNvPr>
          <p:cNvCxnSpPr>
            <a:cxnSpLocks/>
            <a:endCxn id="105" idx="1"/>
          </p:cNvCxnSpPr>
          <p:nvPr/>
        </p:nvCxnSpPr>
        <p:spPr bwMode="auto">
          <a:xfrm>
            <a:off x="4848228" y="5562850"/>
            <a:ext cx="364382" cy="284478"/>
          </a:xfrm>
          <a:prstGeom prst="bentConnector3">
            <a:avLst>
              <a:gd name="adj1" fmla="val 50000"/>
            </a:avLst>
          </a:prstGeom>
          <a:noFill/>
          <a:ln w="15875" cap="flat" cmpd="sng" algn="ctr">
            <a:solidFill>
              <a:schemeClr val="accent6">
                <a:lumMod val="75000"/>
              </a:schemeClr>
            </a:solidFill>
            <a:prstDash val="solid"/>
            <a:round/>
            <a:headEnd type="none" w="med" len="med"/>
            <a:tailEnd type="triangle"/>
          </a:ln>
          <a:effectLst/>
        </p:spPr>
      </p:cxnSp>
      <p:sp>
        <p:nvSpPr>
          <p:cNvPr id="151" name="Rectangle: Rounded Corners 150">
            <a:extLst>
              <a:ext uri="{FF2B5EF4-FFF2-40B4-BE49-F238E27FC236}">
                <a16:creationId xmlns:a16="http://schemas.microsoft.com/office/drawing/2014/main" id="{0AE0BE22-F127-543E-7AC0-D9246564206A}"/>
              </a:ext>
            </a:extLst>
          </p:cNvPr>
          <p:cNvSpPr/>
          <p:nvPr/>
        </p:nvSpPr>
        <p:spPr>
          <a:xfrm>
            <a:off x="1050570" y="5310961"/>
            <a:ext cx="1327749" cy="233775"/>
          </a:xfrm>
          <a:prstGeom prst="roundRect">
            <a:avLst>
              <a:gd name="adj" fmla="val 7733"/>
            </a:avLst>
          </a:prstGeom>
          <a:solidFill>
            <a:schemeClr val="bg1"/>
          </a:solidFill>
          <a:ln w="19050" cap="flat">
            <a:solidFill>
              <a:schemeClr val="accent2"/>
            </a:solidFill>
            <a:prstDash val="solid"/>
            <a:miter/>
          </a:ln>
          <a:effectLst/>
        </p:spPr>
        <p:txBody>
          <a:bodyPr rtlCol="0" anchor="ctr"/>
          <a:lstStyle/>
          <a:p>
            <a:pPr algn="ctr"/>
            <a:r>
              <a:rPr lang="en-US" sz="1200" b="1"/>
              <a:t>Agents</a:t>
            </a:r>
            <a:endParaRPr lang="en-IN" sz="1200" b="1"/>
          </a:p>
        </p:txBody>
      </p:sp>
    </p:spTree>
    <p:extLst>
      <p:ext uri="{BB962C8B-B14F-4D97-AF65-F5344CB8AC3E}">
        <p14:creationId xmlns:p14="http://schemas.microsoft.com/office/powerpoint/2010/main" val="2484250837"/>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BAC00-66D8-1234-0C5A-4BB0CF85ABBA}"/>
            </a:ext>
          </a:extLst>
        </p:cNvPr>
        <p:cNvGrpSpPr/>
        <p:nvPr/>
      </p:nvGrpSpPr>
      <p:grpSpPr>
        <a:xfrm>
          <a:off x="0" y="0"/>
          <a:ext cx="0" cy="0"/>
          <a:chOff x="0" y="0"/>
          <a:chExt cx="0" cy="0"/>
        </a:xfrm>
      </p:grpSpPr>
    </p:spTree>
    <p:extLst>
      <p:ext uri="{BB962C8B-B14F-4D97-AF65-F5344CB8AC3E}">
        <p14:creationId xmlns:p14="http://schemas.microsoft.com/office/powerpoint/2010/main" val="3808818762"/>
      </p:ext>
    </p:extLst>
  </p:cSld>
  <p:clrMapOvr>
    <a:masterClrMapping/>
  </p:clrMapOvr>
  <p:transition spd="med"/>
</p:sld>
</file>

<file path=ppt/theme/theme1.xml><?xml version="1.0" encoding="utf-8"?>
<a:theme xmlns:a="http://schemas.openxmlformats.org/drawingml/2006/main" name="1_COVER LAYOUTS">
  <a:themeElements>
    <a:clrScheme name="Custom 1">
      <a:dk1>
        <a:srgbClr val="000000"/>
      </a:dk1>
      <a:lt1>
        <a:srgbClr val="FFFFFF"/>
      </a:lt1>
      <a:dk2>
        <a:srgbClr val="CCCCCC"/>
      </a:dk2>
      <a:lt2>
        <a:srgbClr val="4C4C4C"/>
      </a:lt2>
      <a:accent1>
        <a:srgbClr val="CD163F"/>
      </a:accent1>
      <a:accent2>
        <a:srgbClr val="003E7E"/>
      </a:accent2>
      <a:accent3>
        <a:srgbClr val="F58024"/>
      </a:accent3>
      <a:accent4>
        <a:srgbClr val="00AEEF"/>
      </a:accent4>
      <a:accent5>
        <a:srgbClr val="F9C20A"/>
      </a:accent5>
      <a:accent6>
        <a:srgbClr val="77C14C"/>
      </a:accent6>
      <a:hlink>
        <a:srgbClr val="CD163F"/>
      </a:hlink>
      <a:folHlink>
        <a:srgbClr val="BA2332"/>
      </a:folHlink>
    </a:clrScheme>
    <a:fontScheme name="Barlow">
      <a:majorFont>
        <a:latin typeface="Barlow"/>
        <a:ea typeface=""/>
        <a:cs typeface=""/>
      </a:majorFont>
      <a:minorFont>
        <a:latin typeface="Barl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31750" cap="flat">
          <a:gradFill>
            <a:gsLst>
              <a:gs pos="0">
                <a:schemeClr val="accent1"/>
              </a:gs>
              <a:gs pos="100000">
                <a:schemeClr val="accent3"/>
              </a:gs>
            </a:gsLst>
            <a:lin ang="5400000" scaled="1"/>
          </a:gradFill>
          <a:prstDash val="solid"/>
          <a:miter/>
        </a:ln>
        <a:effectLst/>
      </a:spPr>
      <a:bodyPr rtlCol="0" anchor="ctr"/>
      <a:lstStyle>
        <a:defPPr algn="l">
          <a:defRPr/>
        </a:defPPr>
      </a:lstStyle>
    </a:spDef>
    <a:lnDef>
      <a:spPr bwMode="auto">
        <a:noFill/>
        <a:ln w="9525" cap="flat" cmpd="sng" algn="ctr">
          <a:solidFill>
            <a:schemeClr val="tx2"/>
          </a:solidFill>
          <a:prstDash val="solid"/>
          <a:round/>
          <a:headEnd type="none" w="med" len="med"/>
          <a:tailEnd type="none" w="med" len="med"/>
        </a:ln>
        <a:effectLst/>
      </a:spPr>
      <a:bodyPr/>
      <a:lstStyle/>
    </a:lnDef>
    <a:txDef>
      <a:spPr/>
      <a:bodyPr wrap="none" rtlCol="0" anchor="t">
        <a:spAutoFit/>
      </a:bodyPr>
      <a:lstStyle>
        <a:defPPr marL="0" indent="0" algn="l" defTabSz="914400">
          <a:buNone/>
          <a:defRPr kern="0" dirty="0" err="1" smtClean="0"/>
        </a:defPPr>
      </a:lstStyle>
    </a:tx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2025-RA-PublicTemplate" id="{A9B89758-EC64-4B3B-9BFD-B0AADA0AF234}" vid="{5D1148CA-4D76-48A6-8DAC-48C01FB81CD5}"/>
    </a:ext>
  </a:extLst>
</a:theme>
</file>

<file path=ppt/theme/theme2.xml><?xml version="1.0" encoding="utf-8"?>
<a:theme xmlns:a="http://schemas.openxmlformats.org/drawingml/2006/main" name="7_CONTENT LAYOUTS">
  <a:themeElements>
    <a:clrScheme name="RA Brand">
      <a:dk1>
        <a:srgbClr val="000000"/>
      </a:dk1>
      <a:lt1>
        <a:srgbClr val="FFFFFF"/>
      </a:lt1>
      <a:dk2>
        <a:srgbClr val="CCCCCC"/>
      </a:dk2>
      <a:lt2>
        <a:srgbClr val="4C4C4C"/>
      </a:lt2>
      <a:accent1>
        <a:srgbClr val="CD163F"/>
      </a:accent1>
      <a:accent2>
        <a:srgbClr val="003E7E"/>
      </a:accent2>
      <a:accent3>
        <a:srgbClr val="F58024"/>
      </a:accent3>
      <a:accent4>
        <a:srgbClr val="00AEEF"/>
      </a:accent4>
      <a:accent5>
        <a:srgbClr val="F9C20A"/>
      </a:accent5>
      <a:accent6>
        <a:srgbClr val="77C14C"/>
      </a:accent6>
      <a:hlink>
        <a:srgbClr val="CD163F"/>
      </a:hlink>
      <a:folHlink>
        <a:srgbClr val="BA2332"/>
      </a:folHlink>
    </a:clrScheme>
    <a:fontScheme name="Barlow">
      <a:majorFont>
        <a:latin typeface="Barlow"/>
        <a:ea typeface=""/>
        <a:cs typeface=""/>
      </a:majorFont>
      <a:minorFont>
        <a:latin typeface="Barl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0">
              <a:schemeClr val="accent3"/>
            </a:gs>
            <a:gs pos="100000">
              <a:schemeClr val="accent1"/>
            </a:gs>
          </a:gsLst>
          <a:lin ang="2700000" scaled="1"/>
          <a:tileRect/>
        </a:gradFill>
        <a:ln w="19050" cap="flat">
          <a:gradFill>
            <a:gsLst>
              <a:gs pos="0">
                <a:schemeClr val="accent3"/>
              </a:gs>
              <a:gs pos="64000">
                <a:schemeClr val="accent1"/>
              </a:gs>
            </a:gsLst>
            <a:lin ang="2700000" scaled="0"/>
          </a:gradFill>
          <a:prstDash val="solid"/>
          <a:miter/>
        </a:ln>
        <a:effectLst/>
      </a:spPr>
      <a:bodyPr rtlCol="0" anchor="ctr"/>
      <a:lstStyle>
        <a:defPPr algn="l">
          <a:defRPr/>
        </a:defPPr>
      </a:lstStyle>
    </a:spDef>
    <a:lnDef>
      <a:spPr bwMode="auto">
        <a:noFill/>
        <a:ln w="50800" cap="flat" cmpd="sng" algn="ctr">
          <a:gradFill>
            <a:gsLst>
              <a:gs pos="0">
                <a:schemeClr val="accent3"/>
              </a:gs>
              <a:gs pos="100000">
                <a:schemeClr val="accent1"/>
              </a:gs>
            </a:gsLst>
            <a:lin ang="0" scaled="0"/>
          </a:gradFill>
          <a:prstDash val="solid"/>
          <a:round/>
          <a:headEnd type="none" w="med" len="med"/>
          <a:tailEnd type="none" w="med" len="med"/>
        </a:ln>
        <a:effectLst/>
      </a:spPr>
      <a:bodyPr/>
      <a:lstStyle/>
    </a:lnDef>
    <a:txDef>
      <a:spPr/>
      <a:bodyPr wrap="none" rtlCol="0" anchor="t">
        <a:spAutoFit/>
      </a:bodyPr>
      <a:lstStyle>
        <a:defPPr algn="l" defTabSz="914400">
          <a:buClr>
            <a:schemeClr val="bg2"/>
          </a:buClr>
          <a:tabLst/>
          <a:defRPr sz="2000" kern="0" dirty="0" smtClean="0">
            <a:solidFill>
              <a:schemeClr val="bg2"/>
            </a:solidFill>
          </a:defRPr>
        </a:defPPr>
      </a:lstStyle>
    </a:tx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2025-RA-PublicTemplate" id="{A9B89758-EC64-4B3B-9BFD-B0AADA0AF234}" vid="{4CEB4CB1-EE1E-48F6-A258-FD80D4C0668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5223856a-f1d7-4e16-bddb-aa0c42b02512" xsi:nil="true"/>
    <lcf76f155ced4ddcb4097134ff3c332f xmlns="e888a3e0-856a-4618-b630-ef3e62ac93d9">
      <Terms xmlns="http://schemas.microsoft.com/office/infopath/2007/PartnerControls"/>
    </lcf76f155ced4ddcb4097134ff3c332f>
    <Notes xmlns="e888a3e0-856a-4618-b630-ef3e62ac93d9" xsi:nil="true"/>
    <Image xmlns="e888a3e0-856a-4618-b630-ef3e62ac93d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BAA8351CF3C6245A2C2FD8517933F72" ma:contentTypeVersion="20" ma:contentTypeDescription="Create a new document." ma:contentTypeScope="" ma:versionID="9fd68ef18a5639359255757c22e47034">
  <xsd:schema xmlns:xsd="http://www.w3.org/2001/XMLSchema" xmlns:xs="http://www.w3.org/2001/XMLSchema" xmlns:p="http://schemas.microsoft.com/office/2006/metadata/properties" xmlns:ns2="e888a3e0-856a-4618-b630-ef3e62ac93d9" xmlns:ns3="5223856a-f1d7-4e16-bddb-aa0c42b02512" targetNamespace="http://schemas.microsoft.com/office/2006/metadata/properties" ma:root="true" ma:fieldsID="8079f1837ace45806564e83fb9ef3023" ns2:_="" ns3:_="">
    <xsd:import namespace="e888a3e0-856a-4618-b630-ef3e62ac93d9"/>
    <xsd:import namespace="5223856a-f1d7-4e16-bddb-aa0c42b0251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MediaServiceObjectDetectorVersions" minOccurs="0"/>
                <xsd:element ref="ns2:MediaServiceSearchProperties" minOccurs="0"/>
                <xsd:element ref="ns2:Notes" minOccurs="0"/>
                <xsd:element ref="ns2:Imag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88a3e0-856a-4618-b630-ef3e62ac93d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29e513a2-ec27-4ba2-828b-964637c79d88" ma:termSetId="09814cd3-568e-fe90-9814-8d621ff8fb84" ma:anchorId="fba54fb3-c3e1-fe81-a776-ca4b69148c4d" ma:open="true" ma:isKeyword="false">
      <xsd:complexType>
        <xsd:sequence>
          <xsd:element ref="pc:Terms" minOccurs="0" maxOccurs="1"/>
        </xsd:sequence>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Notes" ma:index="25" nillable="true" ma:displayName="Notes" ma:format="Dropdown" ma:internalName="Notes">
      <xsd:simpleType>
        <xsd:restriction base="dms:Text">
          <xsd:maxLength value="255"/>
        </xsd:restriction>
      </xsd:simpleType>
    </xsd:element>
    <xsd:element name="Image" ma:index="26" nillable="true" ma:displayName="Image" ma:format="Thumbnail" ma:internalName="Image">
      <xsd:simpleType>
        <xsd:restriction base="dms:Unknow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23856a-f1d7-4e16-bddb-aa0c42b02512"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511ad370-1fae-4323-a841-e798b351c921}" ma:internalName="TaxCatchAll" ma:showField="CatchAllData" ma:web="5223856a-f1d7-4e16-bddb-aa0c42b02512">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4094EDF-DCC5-49F8-BD87-684A25E85B93}">
  <ds:schemaRefs>
    <ds:schemaRef ds:uri="e888a3e0-856a-4618-b630-ef3e62ac93d9"/>
    <ds:schemaRef ds:uri="5223856a-f1d7-4e16-bddb-aa0c42b02512"/>
    <ds:schemaRef ds:uri="http://www.w3.org/XML/1998/namespace"/>
    <ds:schemaRef ds:uri="http://schemas.microsoft.com/office/2006/documentManagement/types"/>
    <ds:schemaRef ds:uri="http://purl.org/dc/dcmitype/"/>
    <ds:schemaRef ds:uri="http://purl.org/dc/terms/"/>
    <ds:schemaRef ds:uri="http://schemas.microsoft.com/office/infopath/2007/PartnerControls"/>
    <ds:schemaRef ds:uri="http://schemas.openxmlformats.org/package/2006/metadata/core-properties"/>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23CBA78E-15C9-43DE-BED9-C7E9F2074D1B}">
  <ds:schemaRefs>
    <ds:schemaRef ds:uri="5223856a-f1d7-4e16-bddb-aa0c42b02512"/>
    <ds:schemaRef ds:uri="e888a3e0-856a-4618-b630-ef3e62ac93d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D41FE6D-8668-484D-8026-E901959CD37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1_COVER LAYOUTS</Template>
  <TotalTime>0</TotalTime>
  <Words>1339</Words>
  <Application>Microsoft Macintosh PowerPoint</Application>
  <PresentationFormat>Widescreen</PresentationFormat>
  <Paragraphs>221</Paragraphs>
  <Slides>10</Slides>
  <Notes>4</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10</vt:i4>
      </vt:variant>
    </vt:vector>
  </HeadingPairs>
  <TitlesOfParts>
    <vt:vector size="19" baseType="lpstr">
      <vt:lpstr>Barlow Light</vt:lpstr>
      <vt:lpstr>Barlow</vt:lpstr>
      <vt:lpstr>Barlow SemiBold</vt:lpstr>
      <vt:lpstr>Wingdings</vt:lpstr>
      <vt:lpstr>Arial</vt:lpstr>
      <vt:lpstr>Arial Narrow</vt:lpstr>
      <vt:lpstr>Georgia</vt:lpstr>
      <vt:lpstr>1_COVER LAYOUTS</vt:lpstr>
      <vt:lpstr>7_CONTENT LAYOUTS</vt:lpstr>
      <vt:lpstr>PowerPoint Presentation</vt:lpstr>
      <vt:lpstr>PowerPoint Presentation</vt:lpstr>
      <vt:lpstr>PowerPoint Presentation</vt:lpstr>
      <vt:lpstr>Ingestion Layer Workflow</vt:lpstr>
      <vt:lpstr>Ingestion Layer Workflow</vt:lpstr>
      <vt:lpstr>Retrieval Layer Workflow</vt:lpstr>
      <vt:lpstr>PowerPoint Presentation</vt:lpstr>
      <vt:lpstr>Challenges – Ingestion Layer</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Hariram Ramu Ganesan</dc:creator>
  <cp:keywords/>
  <dc:description/>
  <cp:lastModifiedBy>Vinod Krishnan</cp:lastModifiedBy>
  <cp:revision>2</cp:revision>
  <dcterms:created xsi:type="dcterms:W3CDTF">2026-03-05T09:52:57Z</dcterms:created>
  <dcterms:modified xsi:type="dcterms:W3CDTF">2026-10-11T04:59:16Z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14c1950-b3a8-4278-88f1-6df69d73b9d5_Enabled">
    <vt:lpwstr>true</vt:lpwstr>
  </property>
  <property fmtid="{D5CDD505-2E9C-101B-9397-08002B2CF9AE}" pid="3" name="MSIP_Label_e14c1950-b3a8-4278-88f1-6df69d73b9d5_SetDate">
    <vt:lpwstr>2023-05-24T18:05:36Z</vt:lpwstr>
  </property>
  <property fmtid="{D5CDD505-2E9C-101B-9397-08002B2CF9AE}" pid="4" name="MSIP_Label_e14c1950-b3a8-4278-88f1-6df69d73b9d5_Method">
    <vt:lpwstr>Standard</vt:lpwstr>
  </property>
  <property fmtid="{D5CDD505-2E9C-101B-9397-08002B2CF9AE}" pid="5" name="MSIP_Label_e14c1950-b3a8-4278-88f1-6df69d73b9d5_Name">
    <vt:lpwstr>e14c1950-b3a8-4278-88f1-6df69d73b9d5</vt:lpwstr>
  </property>
  <property fmtid="{D5CDD505-2E9C-101B-9397-08002B2CF9AE}" pid="6" name="MSIP_Label_e14c1950-b3a8-4278-88f1-6df69d73b9d5_SiteId">
    <vt:lpwstr>855b093e-7340-45c7-9f0c-96150415893e</vt:lpwstr>
  </property>
  <property fmtid="{D5CDD505-2E9C-101B-9397-08002B2CF9AE}" pid="7" name="MSIP_Label_e14c1950-b3a8-4278-88f1-6df69d73b9d5_ActionId">
    <vt:lpwstr>b6761f70-a3a1-4fb0-b7c0-a9498329cc9f</vt:lpwstr>
  </property>
  <property fmtid="{D5CDD505-2E9C-101B-9397-08002B2CF9AE}" pid="8" name="MSIP_Label_e14c1950-b3a8-4278-88f1-6df69d73b9d5_ContentBits">
    <vt:lpwstr>0</vt:lpwstr>
  </property>
  <property fmtid="{D5CDD505-2E9C-101B-9397-08002B2CF9AE}" pid="9" name="ContentTypeId">
    <vt:lpwstr>0x0101006BAA8351CF3C6245A2C2FD8517933F72</vt:lpwstr>
  </property>
  <property fmtid="{D5CDD505-2E9C-101B-9397-08002B2CF9AE}" pid="10" name="MediaServiceImageTags">
    <vt:lpwstr/>
  </property>
</Properties>
</file>